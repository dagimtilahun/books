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handoutMasterIdLst>
    <p:handoutMasterId r:id="rId19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64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180" y="0"/>
            <a:ext cx="4160937" cy="3664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7CDAA-00C1-4219-AF9B-A5C029D15793}" type="datetimeFigureOut">
              <a:rPr lang="en-US" smtClean="0"/>
              <a:t>3/17/2023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715"/>
            <a:ext cx="4160937" cy="3664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180" y="6948715"/>
            <a:ext cx="4160937" cy="3664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23546-8AC5-4AEA-A53B-04E4167A1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981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3/17/2023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3/17/2023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709767"/>
            <a:ext cx="6815669" cy="1515533"/>
          </a:xfrm>
        </p:spPr>
        <p:txBody>
          <a:bodyPr/>
          <a:lstStyle/>
          <a:p>
            <a:r>
              <a:rPr lang="en-US" b="1" dirty="0"/>
              <a:t>Chapter 6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CENTROIDS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89939" y="4424079"/>
            <a:ext cx="6815669" cy="1320802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                                                          </a:t>
            </a:r>
            <a:r>
              <a:rPr lang="en-US" b="1" dirty="0" err="1" smtClean="0"/>
              <a:t>Animut</a:t>
            </a:r>
            <a:r>
              <a:rPr lang="en-US" b="1" dirty="0" smtClean="0"/>
              <a:t> A.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49699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/>
              <a:t>6.1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Distribution of Force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026" y="2879413"/>
            <a:ext cx="3654775" cy="26739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608" y="2684633"/>
            <a:ext cx="3486147" cy="22349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755" y="2556932"/>
            <a:ext cx="286702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87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 smtClean="0"/>
              <a:t>Force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 There are three </a:t>
            </a:r>
            <a:r>
              <a:rPr lang="en-US" dirty="0" smtClean="0"/>
              <a:t>categories of the </a:t>
            </a:r>
            <a:r>
              <a:rPr lang="en-US" dirty="0"/>
              <a:t>intensity of the force at any location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93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Line Distribution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E.g</a:t>
            </a:r>
            <a:r>
              <a:rPr lang="en-US" dirty="0" smtClean="0">
                <a:solidFill>
                  <a:schemeClr val="tx1"/>
                </a:solidFill>
              </a:rPr>
              <a:t> continuous </a:t>
            </a:r>
            <a:r>
              <a:rPr lang="en-US" dirty="0">
                <a:solidFill>
                  <a:schemeClr val="tx1"/>
                </a:solidFill>
              </a:rPr>
              <a:t>vertical load supported by  a suspended </a:t>
            </a:r>
            <a:r>
              <a:rPr lang="en-US" dirty="0" smtClean="0">
                <a:solidFill>
                  <a:schemeClr val="tx1"/>
                </a:solidFill>
              </a:rPr>
              <a:t>cable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4216400"/>
            <a:ext cx="344805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38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409015"/>
            <a:ext cx="9601196" cy="3318936"/>
          </a:xfrm>
        </p:spPr>
        <p:txBody>
          <a:bodyPr/>
          <a:lstStyle/>
          <a:p>
            <a:pPr marL="0" indent="0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2. Area Distribution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err="1" smtClean="0">
                <a:solidFill>
                  <a:srgbClr val="FF0000"/>
                </a:solidFill>
              </a:rPr>
              <a:t>E.g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the </a:t>
            </a:r>
            <a:r>
              <a:rPr lang="en-US" dirty="0">
                <a:solidFill>
                  <a:schemeClr val="tx1"/>
                </a:solidFill>
              </a:rPr>
              <a:t>hydraulic pressure of water against the inner face of a section of </a:t>
            </a:r>
            <a:r>
              <a:rPr lang="en-US" dirty="0" smtClean="0">
                <a:solidFill>
                  <a:schemeClr val="tx1"/>
                </a:solidFill>
              </a:rPr>
              <a:t>dam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136" y="738187"/>
            <a:ext cx="3854041" cy="275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96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 startAt="3"/>
            </a:pPr>
            <a:r>
              <a:rPr lang="en-US" b="1" dirty="0">
                <a:solidFill>
                  <a:srgbClr val="FF0000"/>
                </a:solidFill>
              </a:rPr>
              <a:t>Volume Distribution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tx1"/>
                </a:solidFill>
              </a:rPr>
              <a:t>Eg</a:t>
            </a:r>
            <a:r>
              <a:rPr lang="en-US" dirty="0" smtClean="0">
                <a:solidFill>
                  <a:schemeClr val="tx1"/>
                </a:solidFill>
              </a:rPr>
              <a:t>.    the </a:t>
            </a:r>
            <a:r>
              <a:rPr lang="en-US" dirty="0">
                <a:solidFill>
                  <a:schemeClr val="tx1"/>
                </a:solidFill>
              </a:rPr>
              <a:t>most common body force is the force of gravitational attraction,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036" y="4280832"/>
            <a:ext cx="5613587" cy="186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985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6.2 Centers of Mass, Center of Gravity and Centroid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0848" y="2285999"/>
            <a:ext cx="9601196" cy="331893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By applying principle of moments                             </a:t>
            </a:r>
            <a:r>
              <a:rPr lang="en-US" sz="2000" b="1" dirty="0"/>
              <a:t>Center of Gravity</a:t>
            </a:r>
          </a:p>
          <a:p>
            <a:pPr marL="0" indent="0">
              <a:buNone/>
            </a:pPr>
            <a:r>
              <a:rPr lang="en-US" sz="2000" b="1" dirty="0"/>
              <a:t>                                                                                                Center of mass</a:t>
            </a:r>
          </a:p>
          <a:p>
            <a:pPr marL="0" indent="0">
              <a:buNone/>
            </a:pPr>
            <a:r>
              <a:rPr lang="en-US" sz="2000" b="1" dirty="0"/>
              <a:t>    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</a:t>
            </a:r>
            <a:r>
              <a:rPr lang="en-US" sz="2000" b="1" dirty="0"/>
              <a:t>Center of Mass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3018679"/>
            <a:ext cx="5305425" cy="3114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891" y="2670775"/>
            <a:ext cx="4763062" cy="11158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196" y="5286762"/>
            <a:ext cx="1544451" cy="10700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6891" y="4161276"/>
            <a:ext cx="5002881" cy="114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903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6.2 Centers of Mass, Center of Gravity and Centroid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913" y="2474258"/>
            <a:ext cx="6928480" cy="16674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877" y="4141692"/>
            <a:ext cx="6807515" cy="201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801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6.2.1 Centroids of Line, Areas and Volume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Centroid of Line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777" y="2435908"/>
            <a:ext cx="4176627" cy="384137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29" y="4105218"/>
            <a:ext cx="5410948" cy="126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28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6.2.1 Centroids of Line, Areas and Volume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Centroid of Area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741" y="2419256"/>
            <a:ext cx="4510845" cy="38975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77" y="3857785"/>
            <a:ext cx="6074016" cy="143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46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6.2.1 Centroids of Line, Areas and Volume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Centroid of Volume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308" y="2436540"/>
            <a:ext cx="3034834" cy="38023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053" y="4307417"/>
            <a:ext cx="5723728" cy="1385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4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6.2.2 Choice of Element for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382120"/>
            <a:ext cx="9601196" cy="3318936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b="1" dirty="0">
                <a:solidFill>
                  <a:srgbClr val="0070C0"/>
                </a:solidFill>
              </a:rPr>
              <a:t>Order of Element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Whenever possible, a first-order differential element should be selected in preference to a higher-order element so that only one integration will be required to cover the entire figure.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536" y="4041588"/>
            <a:ext cx="3514725" cy="19716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348" y="3688136"/>
            <a:ext cx="352425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4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6.2.2 Choice of Element for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>
                <a:solidFill>
                  <a:srgbClr val="0070C0"/>
                </a:solidFill>
              </a:rPr>
              <a:t>Continuity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Whenever possible, we choose an element which can be integrated in one continuous operation to cover the figure.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X                                                                 Correct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766" y="3904193"/>
            <a:ext cx="2151248" cy="23314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958" y="3423747"/>
            <a:ext cx="2684089" cy="281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57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6.2.2 Choice of Element for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3. Discarding Higher Order Term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Higher order term always be dropped compared with lower order terms.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                           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875" y="3553480"/>
            <a:ext cx="2887595" cy="2700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480" y="3926541"/>
            <a:ext cx="4093710" cy="123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676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6.2.2 Choice of Element for Integration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4. Choice of Coordinates</a:t>
            </a:r>
          </a:p>
          <a:p>
            <a:pPr marL="0" indent="0">
              <a:buNone/>
            </a:pPr>
            <a:r>
              <a:rPr lang="en-US" dirty="0"/>
              <a:t>Choose the coordinate system which best matches the boundaries of the figure.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011" y="3556842"/>
            <a:ext cx="7075010" cy="258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630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6.3 Composite Bodies and Figures, Approximation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558" y="2541494"/>
            <a:ext cx="4953415" cy="36979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93" y="2689413"/>
            <a:ext cx="5949208" cy="93541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914" y="3886201"/>
            <a:ext cx="5871548" cy="133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QUESTION???????????????????????</a:t>
            </a:r>
          </a:p>
        </p:txBody>
      </p:sp>
    </p:spTree>
    <p:extLst>
      <p:ext uri="{BB962C8B-B14F-4D97-AF65-F5344CB8AC3E}">
        <p14:creationId xmlns:p14="http://schemas.microsoft.com/office/powerpoint/2010/main" val="12833677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349</TotalTime>
  <Words>274</Words>
  <Application>Microsoft Office PowerPoint</Application>
  <PresentationFormat>Widescreen</PresentationFormat>
  <Paragraphs>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Garamond</vt:lpstr>
      <vt:lpstr>Wingdings</vt:lpstr>
      <vt:lpstr>Organic</vt:lpstr>
      <vt:lpstr>Chapter 6 CENTROIDS</vt:lpstr>
      <vt:lpstr>6.1 Introduction</vt:lpstr>
      <vt:lpstr>Force Distribution</vt:lpstr>
      <vt:lpstr>PowerPoint Presentation</vt:lpstr>
      <vt:lpstr>PowerPoint Presentation</vt:lpstr>
      <vt:lpstr>PowerPoint Presentation</vt:lpstr>
      <vt:lpstr>6.2 Centers of Mass, Center of Gravity and Centroid</vt:lpstr>
      <vt:lpstr>6.2 Centers of Mass, Center of Gravity and Centroid</vt:lpstr>
      <vt:lpstr>6.2.1 Centroids of Line, Areas and Volume</vt:lpstr>
      <vt:lpstr>6.2.1 Centroids of Line, Areas and Volume</vt:lpstr>
      <vt:lpstr>6.2.1 Centroids of Line, Areas and Volume</vt:lpstr>
      <vt:lpstr>6.2.2 Choice of Element for Integration</vt:lpstr>
      <vt:lpstr>6.2.2 Choice of Element for Integration</vt:lpstr>
      <vt:lpstr>6.2.2 Choice of Element for Integration</vt:lpstr>
      <vt:lpstr>6.2.2 Choice of Element for Integration</vt:lpstr>
      <vt:lpstr>6.3 Composite Bodies and Figures, Approximation</vt:lpstr>
      <vt:lpstr>THANK YOU!!!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CENTROIDS</dc:title>
  <dc:creator>user</dc:creator>
  <cp:lastModifiedBy>WIN-10X64-2020</cp:lastModifiedBy>
  <cp:revision>27</cp:revision>
  <cp:lastPrinted>2017-01-03T19:13:14Z</cp:lastPrinted>
  <dcterms:created xsi:type="dcterms:W3CDTF">2016-12-13T17:15:47Z</dcterms:created>
  <dcterms:modified xsi:type="dcterms:W3CDTF">2023-03-18T05:34:02Z</dcterms:modified>
</cp:coreProperties>
</file>