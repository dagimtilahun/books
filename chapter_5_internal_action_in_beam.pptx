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412" r:id="rId2"/>
    <p:sldId id="413" r:id="rId3"/>
    <p:sldId id="414" r:id="rId4"/>
    <p:sldId id="415" r:id="rId5"/>
    <p:sldId id="416" r:id="rId6"/>
    <p:sldId id="417" r:id="rId7"/>
    <p:sldId id="418" r:id="rId8"/>
    <p:sldId id="419" r:id="rId9"/>
    <p:sldId id="420" r:id="rId10"/>
    <p:sldId id="421" r:id="rId11"/>
    <p:sldId id="422" r:id="rId12"/>
    <p:sldId id="463" r:id="rId13"/>
    <p:sldId id="464" r:id="rId14"/>
    <p:sldId id="465" r:id="rId15"/>
    <p:sldId id="466" r:id="rId16"/>
    <p:sldId id="467" r:id="rId17"/>
    <p:sldId id="468" r:id="rId18"/>
    <p:sldId id="469" r:id="rId19"/>
    <p:sldId id="470" r:id="rId20"/>
    <p:sldId id="471" r:id="rId21"/>
    <p:sldId id="42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0125CF-CDB7-46CC-B31A-7E22D1D019D0}" type="datetimeFigureOut">
              <a:rPr lang="en-US" smtClean="0"/>
              <a:t>4/26/2022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6A59D4-0EEC-44EB-8A85-3C641F015E69}" type="slidenum">
              <a:rPr lang="en-US" smtClean="0"/>
              <a:t>‹#›</a:t>
            </a:fld>
            <a:endParaRPr lang="en-US"/>
          </a:p>
        </p:txBody>
      </p:sp>
    </p:spTree>
    <p:extLst>
      <p:ext uri="{BB962C8B-B14F-4D97-AF65-F5344CB8AC3E}">
        <p14:creationId xmlns:p14="http://schemas.microsoft.com/office/powerpoint/2010/main" val="699613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468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6350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88641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7318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27732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27460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24227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29177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12244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0496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96644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2685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569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3790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88166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03579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3818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93456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88349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97102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Good morning?</a:t>
            </a:r>
          </a:p>
          <a:p>
            <a:r>
              <a:rPr lang="en-US" sz="1200" dirty="0"/>
              <a:t>Today we will see, …</a:t>
            </a:r>
          </a:p>
          <a:p>
            <a:pPr marL="0" indent="0">
              <a:buNone/>
            </a:pPr>
            <a:r>
              <a:rPr lang="en-US" sz="1200" dirty="0"/>
              <a:t> we will begin with brainstorming questions that  such as:…</a:t>
            </a:r>
          </a:p>
          <a:p>
            <a:pPr marL="457200" indent="-457200">
              <a:buAutoNum type="arabicPeriod"/>
            </a:pPr>
            <a:r>
              <a:rPr lang="en-US" sz="1200" dirty="0"/>
              <a:t>How could define …?</a:t>
            </a:r>
          </a:p>
          <a:p>
            <a:pPr marL="457200" indent="-457200">
              <a:buAutoNum type="arabicPeriod"/>
            </a:pPr>
            <a:r>
              <a:rPr lang="en-US" sz="1200" dirty="0"/>
              <a:t>Why it is important to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E2665F-90CB-49CC-B1A2-4E5FC815553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42726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12192000" cy="1862138"/>
          </a:xfrm>
          <a:prstGeom prst="rect">
            <a:avLst/>
          </a:prstGeom>
        </p:spPr>
      </p:pic>
      <p:sp>
        <p:nvSpPr>
          <p:cNvPr id="2" name="Title 1"/>
          <p:cNvSpPr>
            <a:spLocks noGrp="1"/>
          </p:cNvSpPr>
          <p:nvPr>
            <p:ph type="ctrTitle"/>
          </p:nvPr>
        </p:nvSpPr>
        <p:spPr>
          <a:xfrm>
            <a:off x="1219200" y="1803405"/>
            <a:ext cx="97536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219200" y="3632201"/>
            <a:ext cx="97536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23846"/>
            <a:ext cx="3063239" cy="365125"/>
          </a:xfrm>
        </p:spPr>
        <p:txBody>
          <a:bodyPr/>
          <a:lstStyle/>
          <a:p>
            <a:fld id="{F3C813C4-3A96-4526-B4A0-FFED19EEFA45}" type="datetime1">
              <a:rPr lang="en-US" smtClean="0"/>
              <a:t>4/26/2022</a:t>
            </a:fld>
            <a:endParaRPr lang="en-US" dirty="0"/>
          </a:p>
        </p:txBody>
      </p:sp>
      <p:sp>
        <p:nvSpPr>
          <p:cNvPr id="5" name="Footer Placeholder 4"/>
          <p:cNvSpPr>
            <a:spLocks noGrp="1"/>
          </p:cNvSpPr>
          <p:nvPr>
            <p:ph type="ftr" sz="quarter" idx="11"/>
          </p:nvPr>
        </p:nvSpPr>
        <p:spPr>
          <a:xfrm>
            <a:off x="1219200" y="4323847"/>
            <a:ext cx="6507480" cy="365125"/>
          </a:xfrm>
        </p:spPr>
        <p:txBody>
          <a:bodyPr/>
          <a:lstStyle/>
          <a:p>
            <a:r>
              <a:rPr lang="en-US"/>
              <a:t>Mubarek Z</a:t>
            </a:r>
            <a:endParaRPr lang="en-US" dirty="0"/>
          </a:p>
        </p:txBody>
      </p:sp>
      <p:sp>
        <p:nvSpPr>
          <p:cNvPr id="6" name="Slide Number Placeholder 5"/>
          <p:cNvSpPr>
            <a:spLocks noGrp="1"/>
          </p:cNvSpPr>
          <p:nvPr>
            <p:ph type="sldNum" sz="quarter" idx="12"/>
          </p:nvPr>
        </p:nvSpPr>
        <p:spPr>
          <a:xfrm>
            <a:off x="8077200" y="1430868"/>
            <a:ext cx="2895600"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52431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F35D8F-2095-4C41-BC5A-91806A0031E1}" type="datetime1">
              <a:rPr lang="en-US" smtClean="0"/>
              <a:t>4/26/2022</a:t>
            </a:fld>
            <a:endParaRPr lang="en-US" dirty="0"/>
          </a:p>
        </p:txBody>
      </p:sp>
      <p:sp>
        <p:nvSpPr>
          <p:cNvPr id="5" name="Footer Placeholder 4"/>
          <p:cNvSpPr>
            <a:spLocks noGrp="1"/>
          </p:cNvSpPr>
          <p:nvPr>
            <p:ph type="ftr" sz="quarter" idx="11"/>
          </p:nvPr>
        </p:nvSpPr>
        <p:spPr/>
        <p:txBody>
          <a:bodyPr/>
          <a:lstStyle/>
          <a:p>
            <a:r>
              <a:rPr lang="en-US"/>
              <a:t>Mubarek Z</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45052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12192000" cy="1862138"/>
          </a:xfrm>
          <a:prstGeom prst="rect">
            <a:avLst/>
          </a:prstGeom>
        </p:spPr>
      </p:pic>
      <p:sp>
        <p:nvSpPr>
          <p:cNvPr id="2" name="Title 1"/>
          <p:cNvSpPr>
            <a:spLocks noGrp="1"/>
          </p:cNvSpPr>
          <p:nvPr>
            <p:ph type="title"/>
          </p:nvPr>
        </p:nvSpPr>
        <p:spPr>
          <a:xfrm>
            <a:off x="792480" y="753535"/>
            <a:ext cx="1060704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792481" y="3641726"/>
            <a:ext cx="1060704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416235" y="381002"/>
            <a:ext cx="2910840" cy="365125"/>
          </a:xfrm>
        </p:spPr>
        <p:txBody>
          <a:bodyPr/>
          <a:lstStyle>
            <a:lvl1pPr algn="r">
              <a:defRPr/>
            </a:lvl1pPr>
          </a:lstStyle>
          <a:p>
            <a:fld id="{FD329C68-9481-4948-B8EA-124A159341CE}" type="datetime1">
              <a:rPr lang="en-US" smtClean="0"/>
              <a:t>4/26/2022</a:t>
            </a:fld>
            <a:endParaRPr lang="en-US" dirty="0"/>
          </a:p>
        </p:txBody>
      </p:sp>
      <p:sp>
        <p:nvSpPr>
          <p:cNvPr id="5" name="Footer Placeholder 4"/>
          <p:cNvSpPr>
            <a:spLocks noGrp="1"/>
          </p:cNvSpPr>
          <p:nvPr>
            <p:ph type="ftr" sz="quarter" idx="11"/>
          </p:nvPr>
        </p:nvSpPr>
        <p:spPr>
          <a:xfrm>
            <a:off x="792480" y="381002"/>
            <a:ext cx="6440875" cy="365125"/>
          </a:xfrm>
        </p:spPr>
        <p:txBody>
          <a:bodyPr/>
          <a:lstStyle/>
          <a:p>
            <a:r>
              <a:rPr lang="en-US"/>
              <a:t>Mubarek Z</a:t>
            </a:r>
            <a:endParaRPr lang="en-US" dirty="0"/>
          </a:p>
        </p:txBody>
      </p:sp>
      <p:sp>
        <p:nvSpPr>
          <p:cNvPr id="6" name="Slide Number Placeholder 5"/>
          <p:cNvSpPr>
            <a:spLocks noGrp="1"/>
          </p:cNvSpPr>
          <p:nvPr>
            <p:ph type="sldNum" sz="quarter" idx="12"/>
          </p:nvPr>
        </p:nvSpPr>
        <p:spPr>
          <a:xfrm>
            <a:off x="10509955" y="381002"/>
            <a:ext cx="889564"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93180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92481" y="2194560"/>
            <a:ext cx="5214105" cy="406908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9466" y="2194560"/>
            <a:ext cx="5210053" cy="406908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5E2BD5-D517-44DA-92BA-485A309A4134}" type="datetime1">
              <a:rPr lang="en-US" smtClean="0"/>
              <a:t>4/26/2022</a:t>
            </a:fld>
            <a:endParaRPr lang="en-US" dirty="0"/>
          </a:p>
        </p:txBody>
      </p:sp>
      <p:sp>
        <p:nvSpPr>
          <p:cNvPr id="6" name="Footer Placeholder 5"/>
          <p:cNvSpPr>
            <a:spLocks noGrp="1"/>
          </p:cNvSpPr>
          <p:nvPr>
            <p:ph type="ftr" sz="quarter" idx="11"/>
          </p:nvPr>
        </p:nvSpPr>
        <p:spPr/>
        <p:txBody>
          <a:bodyPr/>
          <a:lstStyle/>
          <a:p>
            <a:r>
              <a:rPr lang="en-US"/>
              <a:t>Mubarek Z</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38522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50392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5039" y="2183802"/>
            <a:ext cx="4911545"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792480" y="3132668"/>
            <a:ext cx="5214105" cy="31309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92025" y="2183802"/>
            <a:ext cx="4907495"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9465" y="3132668"/>
            <a:ext cx="5210055" cy="31309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25112B-063F-45A2-B1DC-5FE410BAE7AD}" type="datetime1">
              <a:rPr lang="en-US" smtClean="0"/>
              <a:t>4/26/2022</a:t>
            </a:fld>
            <a:endParaRPr lang="en-US" dirty="0"/>
          </a:p>
        </p:txBody>
      </p:sp>
      <p:sp>
        <p:nvSpPr>
          <p:cNvPr id="8" name="Footer Placeholder 7"/>
          <p:cNvSpPr>
            <a:spLocks noGrp="1"/>
          </p:cNvSpPr>
          <p:nvPr>
            <p:ph type="ftr" sz="quarter" idx="11"/>
          </p:nvPr>
        </p:nvSpPr>
        <p:spPr/>
        <p:txBody>
          <a:bodyPr/>
          <a:lstStyle/>
          <a:p>
            <a:r>
              <a:rPr lang="en-US"/>
              <a:t>Mubarek Z</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39413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BFA342-ECC2-474A-8F99-59A97F8EBD4B}" type="datetime1">
              <a:rPr lang="en-US" smtClean="0"/>
              <a:t>4/26/2022</a:t>
            </a:fld>
            <a:endParaRPr lang="en-US" dirty="0"/>
          </a:p>
        </p:txBody>
      </p:sp>
      <p:sp>
        <p:nvSpPr>
          <p:cNvPr id="4" name="Footer Placeholder 3"/>
          <p:cNvSpPr>
            <a:spLocks noGrp="1"/>
          </p:cNvSpPr>
          <p:nvPr>
            <p:ph type="ftr" sz="quarter" idx="11"/>
          </p:nvPr>
        </p:nvSpPr>
        <p:spPr/>
        <p:txBody>
          <a:bodyPr/>
          <a:lstStyle/>
          <a:p>
            <a:r>
              <a:rPr lang="en-US"/>
              <a:t>Mubarek Z</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48040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7C754C-3663-4298-BF55-4F9E01BBE898}" type="datetime1">
              <a:rPr lang="en-US" smtClean="0"/>
              <a:t>4/26/2022</a:t>
            </a:fld>
            <a:endParaRPr lang="en-US" dirty="0"/>
          </a:p>
        </p:txBody>
      </p:sp>
      <p:sp>
        <p:nvSpPr>
          <p:cNvPr id="3" name="Footer Placeholder 2"/>
          <p:cNvSpPr>
            <a:spLocks noGrp="1"/>
          </p:cNvSpPr>
          <p:nvPr>
            <p:ph type="ftr" sz="quarter" idx="11"/>
          </p:nvPr>
        </p:nvSpPr>
        <p:spPr/>
        <p:txBody>
          <a:bodyPr/>
          <a:lstStyle/>
          <a:p>
            <a:r>
              <a:rPr lang="en-US"/>
              <a:t>Mubarek Z</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85470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248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5181600" y="746760"/>
            <a:ext cx="6217920" cy="5516880"/>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2480" y="3124200"/>
            <a:ext cx="41148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BAAEDF6-EAD5-4AC7-958B-34110B5E5038}" type="datetime1">
              <a:rPr lang="en-US" smtClean="0"/>
              <a:t>4/26/2022</a:t>
            </a:fld>
            <a:endParaRPr lang="en-US" dirty="0"/>
          </a:p>
        </p:txBody>
      </p:sp>
      <p:sp>
        <p:nvSpPr>
          <p:cNvPr id="6" name="Footer Placeholder 5"/>
          <p:cNvSpPr>
            <a:spLocks noGrp="1"/>
          </p:cNvSpPr>
          <p:nvPr>
            <p:ph type="ftr" sz="quarter" idx="11"/>
          </p:nvPr>
        </p:nvSpPr>
        <p:spPr/>
        <p:txBody>
          <a:bodyPr/>
          <a:lstStyle/>
          <a:p>
            <a:r>
              <a:rPr lang="en-US"/>
              <a:t>Mubarek Z</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014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2480" y="1524000"/>
            <a:ext cx="5434307"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03365" y="751242"/>
            <a:ext cx="4898979"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92480" y="3124200"/>
            <a:ext cx="5434307"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DEA6A4C-F131-4918-B119-9E38E740B095}" type="datetime1">
              <a:rPr lang="en-US" smtClean="0"/>
              <a:t>4/26/2022</a:t>
            </a:fld>
            <a:endParaRPr lang="en-US" dirty="0"/>
          </a:p>
        </p:txBody>
      </p:sp>
      <p:sp>
        <p:nvSpPr>
          <p:cNvPr id="6" name="Footer Placeholder 5"/>
          <p:cNvSpPr>
            <a:spLocks noGrp="1"/>
          </p:cNvSpPr>
          <p:nvPr>
            <p:ph type="ftr" sz="quarter" idx="11"/>
          </p:nvPr>
        </p:nvSpPr>
        <p:spPr/>
        <p:txBody>
          <a:bodyPr/>
          <a:lstStyle/>
          <a:p>
            <a:r>
              <a:rPr lang="en-US"/>
              <a:t>Mubarek Z</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0881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2473" y="4697362"/>
            <a:ext cx="10608643"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92473" y="977035"/>
            <a:ext cx="10600347"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92480" y="5516716"/>
            <a:ext cx="1060704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75FC9EC-9862-4194-A4DF-D77ABC379A5C}" type="datetime1">
              <a:rPr lang="en-US" smtClean="0"/>
              <a:t>4/26/2022</a:t>
            </a:fld>
            <a:endParaRPr lang="en-US" dirty="0"/>
          </a:p>
        </p:txBody>
      </p:sp>
      <p:sp>
        <p:nvSpPr>
          <p:cNvPr id="6" name="Footer Placeholder 5"/>
          <p:cNvSpPr>
            <a:spLocks noGrp="1"/>
          </p:cNvSpPr>
          <p:nvPr>
            <p:ph type="ftr" sz="quarter" idx="11"/>
          </p:nvPr>
        </p:nvSpPr>
        <p:spPr/>
        <p:txBody>
          <a:bodyPr/>
          <a:lstStyle/>
          <a:p>
            <a:r>
              <a:rPr lang="en-US"/>
              <a:t>Mubarek Z</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47520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12192000" cy="1862138"/>
          </a:xfrm>
          <a:prstGeom prst="rect">
            <a:avLst/>
          </a:prstGeom>
        </p:spPr>
      </p:pic>
      <p:sp>
        <p:nvSpPr>
          <p:cNvPr id="2" name="Title 1"/>
          <p:cNvSpPr>
            <a:spLocks noGrp="1"/>
          </p:cNvSpPr>
          <p:nvPr>
            <p:ph type="title"/>
          </p:nvPr>
        </p:nvSpPr>
        <p:spPr>
          <a:xfrm>
            <a:off x="792480" y="753534"/>
            <a:ext cx="1060704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4400" y="3649134"/>
            <a:ext cx="103632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416235" y="381002"/>
            <a:ext cx="2910840" cy="365125"/>
          </a:xfrm>
        </p:spPr>
        <p:txBody>
          <a:bodyPr/>
          <a:lstStyle>
            <a:lvl1pPr algn="r">
              <a:defRPr/>
            </a:lvl1pPr>
          </a:lstStyle>
          <a:p>
            <a:fld id="{7D1A804C-1EFA-4B0A-80BF-ED1F8C30A2D2}" type="datetime1">
              <a:rPr lang="en-US" smtClean="0"/>
              <a:t>4/26/2022</a:t>
            </a:fld>
            <a:endParaRPr lang="en-US" dirty="0"/>
          </a:p>
        </p:txBody>
      </p:sp>
      <p:sp>
        <p:nvSpPr>
          <p:cNvPr id="6" name="Footer Placeholder 5"/>
          <p:cNvSpPr>
            <a:spLocks noGrp="1"/>
          </p:cNvSpPr>
          <p:nvPr>
            <p:ph type="ftr" sz="quarter" idx="11"/>
          </p:nvPr>
        </p:nvSpPr>
        <p:spPr>
          <a:xfrm>
            <a:off x="792480" y="381002"/>
            <a:ext cx="6440875" cy="365125"/>
          </a:xfrm>
        </p:spPr>
        <p:txBody>
          <a:bodyPr/>
          <a:lstStyle/>
          <a:p>
            <a:r>
              <a:rPr lang="en-US"/>
              <a:t>Mubarek Z</a:t>
            </a:r>
            <a:endParaRPr lang="en-US" dirty="0"/>
          </a:p>
        </p:txBody>
      </p:sp>
      <p:sp>
        <p:nvSpPr>
          <p:cNvPr id="7" name="Slide Number Placeholder 6"/>
          <p:cNvSpPr>
            <a:spLocks noGrp="1"/>
          </p:cNvSpPr>
          <p:nvPr>
            <p:ph type="sldNum" sz="quarter" idx="12"/>
          </p:nvPr>
        </p:nvSpPr>
        <p:spPr>
          <a:xfrm>
            <a:off x="10509955" y="381002"/>
            <a:ext cx="889565"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89082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5" name="Picture 14"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12192000" cy="1862138"/>
          </a:xfrm>
          <a:prstGeom prst="rect">
            <a:avLst/>
          </a:prstGeom>
        </p:spPr>
      </p:pic>
      <p:sp>
        <p:nvSpPr>
          <p:cNvPr id="2" name="Title 1"/>
          <p:cNvSpPr>
            <a:spLocks noGrp="1"/>
          </p:cNvSpPr>
          <p:nvPr>
            <p:ph type="title"/>
          </p:nvPr>
        </p:nvSpPr>
        <p:spPr>
          <a:xfrm>
            <a:off x="1024468" y="753534"/>
            <a:ext cx="10151533"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509768"/>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4400" y="4174598"/>
            <a:ext cx="10371669"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416235" y="381002"/>
            <a:ext cx="2910840" cy="365125"/>
          </a:xfrm>
        </p:spPr>
        <p:txBody>
          <a:bodyPr/>
          <a:lstStyle>
            <a:lvl1pPr algn="r">
              <a:defRPr/>
            </a:lvl1pPr>
          </a:lstStyle>
          <a:p>
            <a:fld id="{52E729FB-87F8-46E1-8202-048D7B156E04}" type="datetime1">
              <a:rPr lang="en-US" smtClean="0"/>
              <a:t>4/26/2022</a:t>
            </a:fld>
            <a:endParaRPr lang="en-US" dirty="0"/>
          </a:p>
        </p:txBody>
      </p:sp>
      <p:sp>
        <p:nvSpPr>
          <p:cNvPr id="6" name="Footer Placeholder 5"/>
          <p:cNvSpPr>
            <a:spLocks noGrp="1"/>
          </p:cNvSpPr>
          <p:nvPr>
            <p:ph type="ftr" sz="quarter" idx="11"/>
          </p:nvPr>
        </p:nvSpPr>
        <p:spPr>
          <a:xfrm>
            <a:off x="792480" y="379439"/>
            <a:ext cx="6440875" cy="365125"/>
          </a:xfrm>
        </p:spPr>
        <p:txBody>
          <a:bodyPr/>
          <a:lstStyle/>
          <a:p>
            <a:r>
              <a:rPr lang="en-US"/>
              <a:t>Mubarek Z</a:t>
            </a:r>
            <a:endParaRPr lang="en-US" dirty="0"/>
          </a:p>
        </p:txBody>
      </p:sp>
      <p:sp>
        <p:nvSpPr>
          <p:cNvPr id="7" name="Slide Number Placeholder 6"/>
          <p:cNvSpPr>
            <a:spLocks noGrp="1"/>
          </p:cNvSpPr>
          <p:nvPr>
            <p:ph type="sldNum" sz="quarter" idx="12"/>
          </p:nvPr>
        </p:nvSpPr>
        <p:spPr>
          <a:xfrm>
            <a:off x="10509955" y="381002"/>
            <a:ext cx="889565" cy="365125"/>
          </a:xfrm>
        </p:spPr>
        <p:txBody>
          <a:bodyPr/>
          <a:lstStyle/>
          <a:p>
            <a:fld id="{6D22F896-40B5-4ADD-8801-0D06FADFA095}" type="slidenum">
              <a:rPr lang="en-US" smtClean="0"/>
              <a:t>‹#›</a:t>
            </a:fld>
            <a:endParaRPr lang="en-US" dirty="0"/>
          </a:p>
        </p:txBody>
      </p:sp>
      <p:sp>
        <p:nvSpPr>
          <p:cNvPr id="13" name="TextBox 12"/>
          <p:cNvSpPr txBox="1"/>
          <p:nvPr/>
        </p:nvSpPr>
        <p:spPr>
          <a:xfrm>
            <a:off x="308611" y="80772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862311" y="302133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9955790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12192000" cy="1862138"/>
          </a:xfrm>
          <a:prstGeom prst="rect">
            <a:avLst/>
          </a:prstGeom>
        </p:spPr>
      </p:pic>
      <p:sp>
        <p:nvSpPr>
          <p:cNvPr id="2" name="Title 1"/>
          <p:cNvSpPr>
            <a:spLocks noGrp="1"/>
          </p:cNvSpPr>
          <p:nvPr>
            <p:ph type="title"/>
          </p:nvPr>
        </p:nvSpPr>
        <p:spPr>
          <a:xfrm>
            <a:off x="914400" y="1124703"/>
            <a:ext cx="1036637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4389" y="3648317"/>
            <a:ext cx="10364811"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416235" y="378885"/>
            <a:ext cx="2910840" cy="365125"/>
          </a:xfrm>
        </p:spPr>
        <p:txBody>
          <a:bodyPr/>
          <a:lstStyle>
            <a:lvl1pPr algn="r">
              <a:defRPr/>
            </a:lvl1pPr>
          </a:lstStyle>
          <a:p>
            <a:fld id="{DABC4CA2-617E-4634-B626-76EDF3103400}" type="datetime1">
              <a:rPr lang="en-US" smtClean="0"/>
              <a:t>4/26/2022</a:t>
            </a:fld>
            <a:endParaRPr lang="en-US" dirty="0"/>
          </a:p>
        </p:txBody>
      </p:sp>
      <p:sp>
        <p:nvSpPr>
          <p:cNvPr id="6" name="Footer Placeholder 5"/>
          <p:cNvSpPr>
            <a:spLocks noGrp="1"/>
          </p:cNvSpPr>
          <p:nvPr>
            <p:ph type="ftr" sz="quarter" idx="11"/>
          </p:nvPr>
        </p:nvSpPr>
        <p:spPr>
          <a:xfrm>
            <a:off x="792480" y="378885"/>
            <a:ext cx="6440875" cy="365125"/>
          </a:xfrm>
        </p:spPr>
        <p:txBody>
          <a:bodyPr/>
          <a:lstStyle/>
          <a:p>
            <a:r>
              <a:rPr lang="en-US"/>
              <a:t>Mubarek Z</a:t>
            </a:r>
            <a:endParaRPr lang="en-US" dirty="0"/>
          </a:p>
        </p:txBody>
      </p:sp>
      <p:sp>
        <p:nvSpPr>
          <p:cNvPr id="7" name="Slide Number Placeholder 6"/>
          <p:cNvSpPr>
            <a:spLocks noGrp="1"/>
          </p:cNvSpPr>
          <p:nvPr>
            <p:ph type="sldNum" sz="quarter" idx="12"/>
          </p:nvPr>
        </p:nvSpPr>
        <p:spPr>
          <a:xfrm>
            <a:off x="10509955" y="381002"/>
            <a:ext cx="889565"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7264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2" y="762001"/>
            <a:ext cx="850391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792481" y="2202080"/>
            <a:ext cx="341376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792480" y="2904565"/>
            <a:ext cx="341376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02983" y="2201333"/>
            <a:ext cx="341376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01041" y="2904068"/>
            <a:ext cx="341376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85759" y="2192866"/>
            <a:ext cx="341376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85760" y="2904565"/>
            <a:ext cx="341376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869698FD-C4D1-4187-BF20-1157FAF732B9}" type="datetime1">
              <a:rPr lang="en-US" smtClean="0"/>
              <a:t>4/26/2022</a:t>
            </a:fld>
            <a:endParaRPr lang="en-US" dirty="0"/>
          </a:p>
        </p:txBody>
      </p:sp>
      <p:sp>
        <p:nvSpPr>
          <p:cNvPr id="4" name="Footer Placeholder 3"/>
          <p:cNvSpPr>
            <a:spLocks noGrp="1"/>
          </p:cNvSpPr>
          <p:nvPr>
            <p:ph type="ftr" sz="quarter" idx="11"/>
          </p:nvPr>
        </p:nvSpPr>
        <p:spPr/>
        <p:txBody>
          <a:bodyPr/>
          <a:lstStyle/>
          <a:p>
            <a:r>
              <a:rPr lang="en-US"/>
              <a:t>Mubarek Z</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210778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3" y="762000"/>
            <a:ext cx="8509312"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792480" y="4113341"/>
            <a:ext cx="341376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792480" y="2331720"/>
            <a:ext cx="341376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792480" y="4796104"/>
            <a:ext cx="341376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389164" y="4113341"/>
            <a:ext cx="341376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389163" y="2331720"/>
            <a:ext cx="341376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87811" y="4796103"/>
            <a:ext cx="341376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91153" y="4113341"/>
            <a:ext cx="341376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91152" y="2331722"/>
            <a:ext cx="341376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91029" y="4796101"/>
            <a:ext cx="341376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71BF43D1-ED51-494E-820B-FBC5E5128E64}" type="datetime1">
              <a:rPr lang="en-US" smtClean="0"/>
              <a:t>4/26/2022</a:t>
            </a:fld>
            <a:endParaRPr lang="en-US" dirty="0"/>
          </a:p>
        </p:txBody>
      </p:sp>
      <p:sp>
        <p:nvSpPr>
          <p:cNvPr id="4" name="Footer Placeholder 3"/>
          <p:cNvSpPr>
            <a:spLocks noGrp="1"/>
          </p:cNvSpPr>
          <p:nvPr>
            <p:ph type="ftr" sz="quarter" idx="11"/>
          </p:nvPr>
        </p:nvSpPr>
        <p:spPr/>
        <p:txBody>
          <a:bodyPr/>
          <a:lstStyle/>
          <a:p>
            <a:r>
              <a:rPr lang="en-US"/>
              <a:t>Mubarek Z</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100449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792480" y="2194560"/>
            <a:ext cx="10607040" cy="40690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28A5F3-4FE8-4BF3-8B67-98E6764600F6}" type="datetime1">
              <a:rPr lang="en-US" smtClean="0"/>
              <a:t>4/26/2022</a:t>
            </a:fld>
            <a:endParaRPr lang="en-US" dirty="0"/>
          </a:p>
        </p:txBody>
      </p:sp>
      <p:sp>
        <p:nvSpPr>
          <p:cNvPr id="5" name="Footer Placeholder 4"/>
          <p:cNvSpPr>
            <a:spLocks noGrp="1"/>
          </p:cNvSpPr>
          <p:nvPr>
            <p:ph type="ftr" sz="quarter" idx="11"/>
          </p:nvPr>
        </p:nvSpPr>
        <p:spPr/>
        <p:txBody>
          <a:bodyPr/>
          <a:lstStyle/>
          <a:p>
            <a:r>
              <a:rPr lang="en-US"/>
              <a:t>Mubarek Z</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102265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12192000" cy="1862138"/>
          </a:xfrm>
          <a:prstGeom prst="rect">
            <a:avLst/>
          </a:prstGeom>
        </p:spPr>
      </p:pic>
      <p:sp>
        <p:nvSpPr>
          <p:cNvPr id="2" name="Vertical Title 1"/>
          <p:cNvSpPr>
            <a:spLocks noGrp="1"/>
          </p:cNvSpPr>
          <p:nvPr>
            <p:ph type="title" orient="vert"/>
          </p:nvPr>
        </p:nvSpPr>
        <p:spPr>
          <a:xfrm>
            <a:off x="9342120" y="747184"/>
            <a:ext cx="205740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92481" y="746126"/>
            <a:ext cx="8370713" cy="424973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416235" y="381002"/>
            <a:ext cx="2910840" cy="365125"/>
          </a:xfrm>
        </p:spPr>
        <p:txBody>
          <a:bodyPr/>
          <a:lstStyle>
            <a:lvl1pPr algn="r">
              <a:defRPr/>
            </a:lvl1pPr>
          </a:lstStyle>
          <a:p>
            <a:fld id="{3049430A-C637-473B-944A-039240900E11}" type="datetime1">
              <a:rPr lang="en-US" smtClean="0"/>
              <a:t>4/26/2022</a:t>
            </a:fld>
            <a:endParaRPr lang="en-US" dirty="0"/>
          </a:p>
        </p:txBody>
      </p:sp>
      <p:sp>
        <p:nvSpPr>
          <p:cNvPr id="5" name="Footer Placeholder 4"/>
          <p:cNvSpPr>
            <a:spLocks noGrp="1"/>
          </p:cNvSpPr>
          <p:nvPr>
            <p:ph type="ftr" sz="quarter" idx="11"/>
          </p:nvPr>
        </p:nvSpPr>
        <p:spPr>
          <a:xfrm>
            <a:off x="792480" y="381002"/>
            <a:ext cx="6440875" cy="365125"/>
          </a:xfrm>
        </p:spPr>
        <p:txBody>
          <a:bodyPr/>
          <a:lstStyle/>
          <a:p>
            <a:r>
              <a:rPr lang="en-US"/>
              <a:t>Mubarek Z</a:t>
            </a:r>
            <a:endParaRPr lang="en-US" dirty="0"/>
          </a:p>
        </p:txBody>
      </p:sp>
      <p:sp>
        <p:nvSpPr>
          <p:cNvPr id="6" name="Slide Number Placeholder 5"/>
          <p:cNvSpPr>
            <a:spLocks noGrp="1"/>
          </p:cNvSpPr>
          <p:nvPr>
            <p:ph type="sldNum" sz="quarter" idx="12"/>
          </p:nvPr>
        </p:nvSpPr>
        <p:spPr>
          <a:xfrm>
            <a:off x="10509955" y="381002"/>
            <a:ext cx="889565"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74383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081088"/>
          </a:xfrm>
          <a:prstGeom prst="rect">
            <a:avLst/>
          </a:prstGeom>
        </p:spPr>
      </p:pic>
      <p:sp>
        <p:nvSpPr>
          <p:cNvPr id="2" name="Title Placeholder 1"/>
          <p:cNvSpPr>
            <a:spLocks noGrp="1"/>
          </p:cNvSpPr>
          <p:nvPr>
            <p:ph type="title"/>
          </p:nvPr>
        </p:nvSpPr>
        <p:spPr>
          <a:xfrm>
            <a:off x="2895600" y="764373"/>
            <a:ext cx="850392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92480" y="2194560"/>
            <a:ext cx="10607040" cy="406908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49640" y="6356352"/>
            <a:ext cx="284988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9B0929C-4EEA-419B-BC81-409A8AC4571E}" type="datetime1">
              <a:rPr lang="en-US" smtClean="0"/>
              <a:t>4/26/2022</a:t>
            </a:fld>
            <a:endParaRPr lang="en-US" dirty="0"/>
          </a:p>
        </p:txBody>
      </p:sp>
      <p:sp>
        <p:nvSpPr>
          <p:cNvPr id="5" name="Footer Placeholder 4"/>
          <p:cNvSpPr>
            <a:spLocks noGrp="1"/>
          </p:cNvSpPr>
          <p:nvPr>
            <p:ph type="ftr" sz="quarter" idx="3"/>
          </p:nvPr>
        </p:nvSpPr>
        <p:spPr>
          <a:xfrm>
            <a:off x="792480" y="6355847"/>
            <a:ext cx="7574280" cy="365125"/>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Mubarek Z</a:t>
            </a:r>
            <a:endParaRPr lang="en-US" dirty="0"/>
          </a:p>
        </p:txBody>
      </p:sp>
      <p:sp>
        <p:nvSpPr>
          <p:cNvPr id="6" name="Slide Number Placeholder 5"/>
          <p:cNvSpPr>
            <a:spLocks noGrp="1"/>
          </p:cNvSpPr>
          <p:nvPr>
            <p:ph type="sldNum" sz="quarter" idx="4"/>
          </p:nvPr>
        </p:nvSpPr>
        <p:spPr>
          <a:xfrm>
            <a:off x="8763000" y="381002"/>
            <a:ext cx="263652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533315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4503"/>
            <a:ext cx="9144000" cy="404948"/>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Internal actions in beams</a:t>
            </a:r>
            <a:br>
              <a:rPr lang="en-US" sz="3200" dirty="0"/>
            </a:br>
            <a:endParaRPr lang="en-US" sz="3200" b="1" dirty="0">
              <a:solidFill>
                <a:schemeClr val="tx1">
                  <a:lumMod val="75000"/>
                </a:schemeClr>
              </a:solidFill>
            </a:endParaRPr>
          </a:p>
        </p:txBody>
      </p:sp>
      <p:sp>
        <p:nvSpPr>
          <p:cNvPr id="7" name="Rectangle 6"/>
          <p:cNvSpPr/>
          <p:nvPr/>
        </p:nvSpPr>
        <p:spPr>
          <a:xfrm>
            <a:off x="4783279" y="509452"/>
            <a:ext cx="2095445" cy="461665"/>
          </a:xfrm>
          <a:prstGeom prst="rect">
            <a:avLst/>
          </a:prstGeom>
        </p:spPr>
        <p:txBody>
          <a:bodyPr wrap="none">
            <a:spAutoFit/>
          </a:bodyPr>
          <a:lstStyle/>
          <a:p>
            <a:pPr defTabSz="457200"/>
            <a:r>
              <a:rPr lang="en-US" sz="2400" b="1" dirty="0">
                <a:solidFill>
                  <a:srgbClr val="931909"/>
                </a:solidFill>
                <a:latin typeface="Segoe UI Black"/>
              </a:rPr>
              <a:t>Introduction</a:t>
            </a:r>
          </a:p>
        </p:txBody>
      </p:sp>
      <p:sp>
        <p:nvSpPr>
          <p:cNvPr id="15" name="Rectangle 14"/>
          <p:cNvSpPr/>
          <p:nvPr/>
        </p:nvSpPr>
        <p:spPr>
          <a:xfrm>
            <a:off x="1654630" y="971116"/>
            <a:ext cx="8692378" cy="3970318"/>
          </a:xfrm>
          <a:prstGeom prst="rect">
            <a:avLst/>
          </a:prstGeom>
          <a:solidFill>
            <a:schemeClr val="accent1">
              <a:lumMod val="75000"/>
            </a:schemeClr>
          </a:solidFill>
        </p:spPr>
        <p:txBody>
          <a:bodyPr wrap="square">
            <a:spAutoFit/>
          </a:bodyPr>
          <a:lstStyle/>
          <a:p>
            <a:pPr marL="285750" indent="-285750" defTabSz="457200">
              <a:buClr>
                <a:srgbClr val="00B050"/>
              </a:buClr>
              <a:buSzPct val="115000"/>
              <a:buFont typeface="Segoe UI Black" panose="020B0A02040204020203" pitchFamily="34" charset="0"/>
              <a:buChar char="͏"/>
            </a:pPr>
            <a:r>
              <a:rPr lang="en-US" b="1" dirty="0">
                <a:solidFill>
                  <a:srgbClr val="FFFF00"/>
                </a:solidFill>
                <a:latin typeface="Segoe UI Black"/>
              </a:rPr>
              <a:t>Beams are structural members which offer resistance to bending due to applied loads. Most beams are long prismatic bars, and the loads are usually applied normal to the axes of the bars.</a:t>
            </a:r>
          </a:p>
          <a:p>
            <a:pPr marL="285750" indent="-285750" defTabSz="457200">
              <a:buClr>
                <a:srgbClr val="00B050"/>
              </a:buClr>
              <a:buSzPct val="115000"/>
              <a:buFont typeface="Segoe UI Black" panose="020B0A02040204020203" pitchFamily="34" charset="0"/>
              <a:buChar char="͏"/>
            </a:pPr>
            <a:r>
              <a:rPr lang="en-US" b="1" dirty="0">
                <a:solidFill>
                  <a:srgbClr val="FFFF00"/>
                </a:solidFill>
                <a:latin typeface="Segoe UI Black"/>
              </a:rPr>
              <a:t>Beams are undoubtedly the most important of all structural members, so it is important to understand the basic theory underlying their design.</a:t>
            </a:r>
          </a:p>
          <a:p>
            <a:pPr marL="285750" indent="-285750" defTabSz="457200">
              <a:buClr>
                <a:srgbClr val="00B050"/>
              </a:buClr>
              <a:buSzPct val="115000"/>
              <a:buFont typeface="Segoe UI Black" panose="020B0A02040204020203" pitchFamily="34" charset="0"/>
              <a:buChar char="͏"/>
            </a:pPr>
            <a:r>
              <a:rPr lang="en-US" b="1" dirty="0">
                <a:solidFill>
                  <a:srgbClr val="FFFF00"/>
                </a:solidFill>
                <a:latin typeface="Segoe UI Black"/>
              </a:rPr>
              <a:t>To analyze the load-carrying capacities of a beam we must first establish the equilibrium requirements of the beam as a whole and any portion of it considered separately. </a:t>
            </a:r>
          </a:p>
          <a:p>
            <a:pPr marL="285750" indent="-285750" defTabSz="457200">
              <a:buClr>
                <a:srgbClr val="00B050"/>
              </a:buClr>
              <a:buSzPct val="115000"/>
              <a:buFont typeface="Segoe UI Black" panose="020B0A02040204020203" pitchFamily="34" charset="0"/>
              <a:buChar char="͏"/>
            </a:pPr>
            <a:r>
              <a:rPr lang="en-US" b="1" dirty="0">
                <a:solidFill>
                  <a:srgbClr val="FFFF00"/>
                </a:solidFill>
                <a:latin typeface="Segoe UI Black"/>
              </a:rPr>
              <a:t>Second, we must establish the relations between the resulting forces and the accompanying internal resistance of the beam to support these forces. The first part of this analysis requires the application of the principles of statics. The second part involves the strength characteristics of the material and is usually treated in studies of the mechanics of solids or the mechanics of materials(</a:t>
            </a:r>
            <a:r>
              <a:rPr lang="en-US" b="1" dirty="0" err="1">
                <a:solidFill>
                  <a:srgbClr val="FFFF00"/>
                </a:solidFill>
                <a:latin typeface="Segoe UI Black"/>
              </a:rPr>
              <a:t>i.e</a:t>
            </a:r>
            <a:r>
              <a:rPr lang="en-US" b="1" dirty="0">
                <a:solidFill>
                  <a:srgbClr val="FFFF00"/>
                </a:solidFill>
                <a:latin typeface="Segoe UI Black"/>
              </a:rPr>
              <a:t> an other course).</a:t>
            </a:r>
            <a:endParaRPr lang="en-US" sz="1600" i="1" dirty="0">
              <a:solidFill>
                <a:srgbClr val="FFFF00"/>
              </a:solidFill>
              <a:latin typeface="Segoe UI Black"/>
            </a:endParaRP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1</a:t>
            </a:fld>
            <a:endParaRPr lang="en-US" sz="2000" dirty="0">
              <a:solidFill>
                <a:srgbClr val="931909">
                  <a:lumMod val="50000"/>
                </a:srgbClr>
              </a:solidFill>
              <a:latin typeface="Segoe UI Black"/>
            </a:endParaRPr>
          </a:p>
        </p:txBody>
      </p:sp>
    </p:spTree>
    <p:extLst>
      <p:ext uri="{BB962C8B-B14F-4D97-AF65-F5344CB8AC3E}">
        <p14:creationId xmlns:p14="http://schemas.microsoft.com/office/powerpoint/2010/main" val="1592708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4503"/>
            <a:ext cx="9144000" cy="404948"/>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7" name="Rectangle 6"/>
          <p:cNvSpPr/>
          <p:nvPr/>
        </p:nvSpPr>
        <p:spPr>
          <a:xfrm>
            <a:off x="4783278" y="509452"/>
            <a:ext cx="2558714" cy="461665"/>
          </a:xfrm>
          <a:prstGeom prst="rect">
            <a:avLst/>
          </a:prstGeom>
        </p:spPr>
        <p:txBody>
          <a:bodyPr wrap="none">
            <a:spAutoFit/>
          </a:bodyPr>
          <a:lstStyle/>
          <a:p>
            <a:pPr defTabSz="457200"/>
            <a:r>
              <a:rPr lang="en-US" sz="2400" b="1" dirty="0">
                <a:solidFill>
                  <a:srgbClr val="931909"/>
                </a:solidFill>
                <a:latin typeface="Segoe UI Black"/>
              </a:rPr>
              <a:t>Types of beams</a:t>
            </a:r>
          </a:p>
        </p:txBody>
      </p:sp>
      <p:sp>
        <p:nvSpPr>
          <p:cNvPr id="15" name="Rectangle 14"/>
          <p:cNvSpPr/>
          <p:nvPr/>
        </p:nvSpPr>
        <p:spPr>
          <a:xfrm>
            <a:off x="1654630" y="971116"/>
            <a:ext cx="8791301" cy="1754326"/>
          </a:xfrm>
          <a:prstGeom prst="rect">
            <a:avLst/>
          </a:prstGeom>
          <a:solidFill>
            <a:schemeClr val="accent1">
              <a:lumMod val="75000"/>
            </a:schemeClr>
          </a:solidFill>
        </p:spPr>
        <p:txBody>
          <a:bodyPr wrap="square">
            <a:spAutoFit/>
          </a:bodyPr>
          <a:lstStyle/>
          <a:p>
            <a:pPr marL="285750" indent="-285750" defTabSz="457200">
              <a:buClr>
                <a:srgbClr val="00B050"/>
              </a:buClr>
              <a:buSzPct val="115000"/>
              <a:buFont typeface="Segoe UI Black" panose="020B0A02040204020203" pitchFamily="34" charset="0"/>
              <a:buChar char="͏"/>
            </a:pPr>
            <a:r>
              <a:rPr lang="en-US" b="1" dirty="0">
                <a:solidFill>
                  <a:srgbClr val="FFFF00"/>
                </a:solidFill>
                <a:latin typeface="Segoe UI Black"/>
              </a:rPr>
              <a:t>Beams supported so that their external support reactions can be calculated by the methods of statics alone are called statically determinate beams. A beam which has more supports than needed to provide equilibrium is statically indeterminate. To determine the support reactions for such a beam we must consider its load-deformation properties in addition to the equations of static equilibrium.</a:t>
            </a:r>
            <a:endParaRPr lang="en-US" sz="1600" i="1" dirty="0">
              <a:solidFill>
                <a:srgbClr val="FFFF00"/>
              </a:solidFill>
              <a:latin typeface="Segoe UI Black"/>
            </a:endParaRP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2</a:t>
            </a:fld>
            <a:endParaRPr lang="en-US" sz="2000" dirty="0">
              <a:solidFill>
                <a:srgbClr val="931909">
                  <a:lumMod val="50000"/>
                </a:srgbClr>
              </a:solidFill>
              <a:latin typeface="Segoe UI Black"/>
            </a:endParaRPr>
          </a:p>
        </p:txBody>
      </p:sp>
      <p:pic>
        <p:nvPicPr>
          <p:cNvPr id="2" name="Picture 1"/>
          <p:cNvPicPr>
            <a:picLocks noChangeAspect="1"/>
          </p:cNvPicPr>
          <p:nvPr/>
        </p:nvPicPr>
        <p:blipFill>
          <a:blip r:embed="rId3"/>
          <a:stretch>
            <a:fillRect/>
          </a:stretch>
        </p:blipFill>
        <p:spPr>
          <a:xfrm>
            <a:off x="4918005" y="2725443"/>
            <a:ext cx="5634659" cy="3824561"/>
          </a:xfrm>
          <a:prstGeom prst="rect">
            <a:avLst/>
          </a:prstGeom>
        </p:spPr>
      </p:pic>
      <p:sp>
        <p:nvSpPr>
          <p:cNvPr id="4" name="Rectangle 3"/>
          <p:cNvSpPr/>
          <p:nvPr/>
        </p:nvSpPr>
        <p:spPr>
          <a:xfrm>
            <a:off x="1710013" y="6438962"/>
            <a:ext cx="3021981" cy="307777"/>
          </a:xfrm>
          <a:prstGeom prst="rect">
            <a:avLst/>
          </a:prstGeom>
        </p:spPr>
        <p:txBody>
          <a:bodyPr wrap="none">
            <a:spAutoFit/>
          </a:bodyPr>
          <a:lstStyle/>
          <a:p>
            <a:pPr defTabSz="457200"/>
            <a:r>
              <a:rPr lang="en-US" sz="1400" dirty="0">
                <a:solidFill>
                  <a:srgbClr val="931909"/>
                </a:solidFill>
                <a:latin typeface="Segoe UI Black"/>
              </a:rPr>
              <a:t>Compound beam (one example)</a:t>
            </a:r>
          </a:p>
        </p:txBody>
      </p:sp>
      <p:pic>
        <p:nvPicPr>
          <p:cNvPr id="5" name="Picture 4"/>
          <p:cNvPicPr>
            <a:picLocks noChangeAspect="1"/>
          </p:cNvPicPr>
          <p:nvPr/>
        </p:nvPicPr>
        <p:blipFill>
          <a:blip r:embed="rId4"/>
          <a:stretch>
            <a:fillRect/>
          </a:stretch>
        </p:blipFill>
        <p:spPr>
          <a:xfrm>
            <a:off x="1773841" y="5647151"/>
            <a:ext cx="2677885" cy="791810"/>
          </a:xfrm>
          <a:prstGeom prst="rect">
            <a:avLst/>
          </a:prstGeom>
        </p:spPr>
      </p:pic>
      <p:sp>
        <p:nvSpPr>
          <p:cNvPr id="10" name="Rectangle 9"/>
          <p:cNvSpPr/>
          <p:nvPr/>
        </p:nvSpPr>
        <p:spPr>
          <a:xfrm>
            <a:off x="2023271" y="5251094"/>
            <a:ext cx="1867819" cy="307777"/>
          </a:xfrm>
          <a:prstGeom prst="rect">
            <a:avLst/>
          </a:prstGeom>
        </p:spPr>
        <p:txBody>
          <a:bodyPr wrap="none">
            <a:spAutoFit/>
          </a:bodyPr>
          <a:lstStyle/>
          <a:p>
            <a:pPr defTabSz="457200"/>
            <a:r>
              <a:rPr lang="en-US" sz="1400" dirty="0">
                <a:solidFill>
                  <a:srgbClr val="931909"/>
                </a:solidFill>
                <a:latin typeface="Segoe UI Black"/>
              </a:rPr>
              <a:t>Overhanging beam</a:t>
            </a:r>
          </a:p>
        </p:txBody>
      </p:sp>
      <p:pic>
        <p:nvPicPr>
          <p:cNvPr id="11" name="Picture 10"/>
          <p:cNvPicPr>
            <a:picLocks noChangeAspect="1"/>
          </p:cNvPicPr>
          <p:nvPr/>
        </p:nvPicPr>
        <p:blipFill>
          <a:blip r:embed="rId5"/>
          <a:stretch>
            <a:fillRect/>
          </a:stretch>
        </p:blipFill>
        <p:spPr>
          <a:xfrm>
            <a:off x="1710013" y="4478408"/>
            <a:ext cx="2847027" cy="823173"/>
          </a:xfrm>
          <a:prstGeom prst="rect">
            <a:avLst/>
          </a:prstGeom>
        </p:spPr>
      </p:pic>
      <p:pic>
        <p:nvPicPr>
          <p:cNvPr id="12" name="Picture 11"/>
          <p:cNvPicPr>
            <a:picLocks noChangeAspect="1"/>
          </p:cNvPicPr>
          <p:nvPr/>
        </p:nvPicPr>
        <p:blipFill>
          <a:blip r:embed="rId6"/>
          <a:stretch>
            <a:fillRect/>
          </a:stretch>
        </p:blipFill>
        <p:spPr>
          <a:xfrm>
            <a:off x="2086493" y="2793925"/>
            <a:ext cx="2315800" cy="1068899"/>
          </a:xfrm>
          <a:prstGeom prst="rect">
            <a:avLst/>
          </a:prstGeom>
        </p:spPr>
      </p:pic>
      <p:sp>
        <p:nvSpPr>
          <p:cNvPr id="13" name="Rectangle 12"/>
          <p:cNvSpPr/>
          <p:nvPr/>
        </p:nvSpPr>
        <p:spPr>
          <a:xfrm>
            <a:off x="1873377" y="3790984"/>
            <a:ext cx="2478811" cy="523220"/>
          </a:xfrm>
          <a:prstGeom prst="rect">
            <a:avLst/>
          </a:prstGeom>
        </p:spPr>
        <p:txBody>
          <a:bodyPr wrap="square">
            <a:spAutoFit/>
          </a:bodyPr>
          <a:lstStyle/>
          <a:p>
            <a:pPr defTabSz="457200"/>
            <a:r>
              <a:rPr lang="en-US" sz="1400" dirty="0">
                <a:solidFill>
                  <a:srgbClr val="931909"/>
                </a:solidFill>
                <a:latin typeface="Segoe UI Black"/>
              </a:rPr>
              <a:t>Simply supported beams</a:t>
            </a:r>
          </a:p>
          <a:p>
            <a:pPr defTabSz="457200"/>
            <a:r>
              <a:rPr lang="en-US" sz="1400" dirty="0">
                <a:solidFill>
                  <a:srgbClr val="931909"/>
                </a:solidFill>
                <a:latin typeface="Segoe UI Black"/>
              </a:rPr>
              <a:t>     (simple beams)</a:t>
            </a:r>
          </a:p>
        </p:txBody>
      </p:sp>
    </p:spTree>
    <p:extLst>
      <p:ext uri="{BB962C8B-B14F-4D97-AF65-F5344CB8AC3E}">
        <p14:creationId xmlns:p14="http://schemas.microsoft.com/office/powerpoint/2010/main" val="923521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4503"/>
            <a:ext cx="9144000" cy="404948"/>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15" name="Rectangle 14"/>
          <p:cNvSpPr/>
          <p:nvPr/>
        </p:nvSpPr>
        <p:spPr>
          <a:xfrm>
            <a:off x="1654630" y="971117"/>
            <a:ext cx="8791301" cy="646331"/>
          </a:xfrm>
          <a:prstGeom prst="rect">
            <a:avLst/>
          </a:prstGeom>
          <a:solidFill>
            <a:schemeClr val="accent1">
              <a:lumMod val="75000"/>
            </a:schemeClr>
          </a:solidFill>
        </p:spPr>
        <p:txBody>
          <a:bodyPr wrap="square">
            <a:spAutoFit/>
          </a:bodyPr>
          <a:lstStyle/>
          <a:p>
            <a:pPr marL="285750" indent="-285750" defTabSz="457200">
              <a:buClr>
                <a:srgbClr val="00B050"/>
              </a:buClr>
              <a:buSzPct val="115000"/>
              <a:buFont typeface="Segoe UI Black" panose="020B0A02040204020203" pitchFamily="34" charset="0"/>
              <a:buChar char="͏"/>
            </a:pPr>
            <a:r>
              <a:rPr lang="en-US" b="1" dirty="0">
                <a:solidFill>
                  <a:srgbClr val="FFFF00"/>
                </a:solidFill>
                <a:latin typeface="Segoe UI Black"/>
              </a:rPr>
              <a:t>Beams may also be identified by the type of external loading they support. </a:t>
            </a:r>
            <a:endParaRPr lang="en-US" sz="1600" i="1" dirty="0">
              <a:solidFill>
                <a:srgbClr val="FFFF00"/>
              </a:solidFill>
              <a:latin typeface="Segoe UI Black"/>
            </a:endParaRP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3</a:t>
            </a:fld>
            <a:endParaRPr lang="en-US" sz="2000" dirty="0">
              <a:solidFill>
                <a:srgbClr val="931909">
                  <a:lumMod val="50000"/>
                </a:srgbClr>
              </a:solidFill>
              <a:latin typeface="Segoe UI Black"/>
            </a:endParaRPr>
          </a:p>
        </p:txBody>
      </p:sp>
      <p:pic>
        <p:nvPicPr>
          <p:cNvPr id="4" name="Picture 3"/>
          <p:cNvPicPr>
            <a:picLocks noChangeAspect="1"/>
          </p:cNvPicPr>
          <p:nvPr/>
        </p:nvPicPr>
        <p:blipFill>
          <a:blip r:embed="rId3"/>
          <a:stretch>
            <a:fillRect/>
          </a:stretch>
        </p:blipFill>
        <p:spPr>
          <a:xfrm>
            <a:off x="4545470" y="1623190"/>
            <a:ext cx="2056989" cy="839937"/>
          </a:xfrm>
          <a:prstGeom prst="rect">
            <a:avLst/>
          </a:prstGeom>
        </p:spPr>
      </p:pic>
      <p:sp>
        <p:nvSpPr>
          <p:cNvPr id="5" name="Rectangle 4"/>
          <p:cNvSpPr/>
          <p:nvPr/>
        </p:nvSpPr>
        <p:spPr>
          <a:xfrm>
            <a:off x="1793435" y="2095633"/>
            <a:ext cx="4512774" cy="4185761"/>
          </a:xfrm>
          <a:prstGeom prst="rect">
            <a:avLst/>
          </a:prstGeom>
        </p:spPr>
        <p:txBody>
          <a:bodyPr wrap="none">
            <a:spAutoFit/>
          </a:bodyPr>
          <a:lstStyle/>
          <a:p>
            <a:pPr marL="285750" indent="-285750" defTabSz="457200">
              <a:buFont typeface="Arial" panose="020B0604020202020204" pitchFamily="34" charset="0"/>
              <a:buChar char="•"/>
            </a:pPr>
            <a:r>
              <a:rPr lang="en-US" dirty="0">
                <a:solidFill>
                  <a:srgbClr val="931909"/>
                </a:solidFill>
                <a:latin typeface="Segoe UI Black"/>
              </a:rPr>
              <a:t> Concentrated loads</a:t>
            </a:r>
          </a:p>
          <a:p>
            <a:pPr marL="285750" indent="-285750" defTabSz="457200">
              <a:buFont typeface="Wingdings" panose="05000000000000000000" pitchFamily="2" charset="2"/>
              <a:buChar char="ü"/>
            </a:pPr>
            <a:endParaRPr lang="en-US" dirty="0">
              <a:solidFill>
                <a:srgbClr val="931909"/>
              </a:solidFill>
              <a:latin typeface="Segoe UI Black"/>
            </a:endParaRPr>
          </a:p>
          <a:p>
            <a:pPr marL="285750" indent="-285750" defTabSz="457200">
              <a:buFont typeface="Wingdings" panose="05000000000000000000" pitchFamily="2" charset="2"/>
              <a:buChar char="ü"/>
            </a:pPr>
            <a:endParaRPr lang="en-US" dirty="0">
              <a:solidFill>
                <a:srgbClr val="931909"/>
              </a:solidFill>
              <a:latin typeface="Segoe UI Black"/>
            </a:endParaRPr>
          </a:p>
          <a:p>
            <a:pPr marL="285750" indent="-285750" defTabSz="457200">
              <a:buFont typeface="Arial" panose="020B0604020202020204" pitchFamily="34" charset="0"/>
              <a:buChar char="•"/>
            </a:pPr>
            <a:r>
              <a:rPr lang="en-US" dirty="0">
                <a:solidFill>
                  <a:srgbClr val="931909"/>
                </a:solidFill>
                <a:latin typeface="Segoe UI Black"/>
              </a:rPr>
              <a:t>Distributed loads</a:t>
            </a:r>
          </a:p>
          <a:p>
            <a:pPr marL="742950" lvl="1" indent="-285750" defTabSz="457200">
              <a:buFont typeface="Wingdings" panose="05000000000000000000" pitchFamily="2" charset="2"/>
              <a:buChar char="ü"/>
            </a:pPr>
            <a:r>
              <a:rPr lang="en-US" sz="1600" dirty="0">
                <a:solidFill>
                  <a:srgbClr val="931909"/>
                </a:solidFill>
                <a:latin typeface="Segoe UI Black"/>
              </a:rPr>
              <a:t>Uniform: constant load intensity, w</a:t>
            </a:r>
          </a:p>
          <a:p>
            <a:pPr marL="1200150" lvl="2" indent="-285750" defTabSz="457200">
              <a:buFont typeface="Wingdings" panose="05000000000000000000" pitchFamily="2" charset="2"/>
              <a:buChar char="ü"/>
            </a:pPr>
            <a:endParaRPr lang="en-US" dirty="0">
              <a:solidFill>
                <a:srgbClr val="931909"/>
              </a:solidFill>
              <a:latin typeface="Segoe UI Black"/>
            </a:endParaRPr>
          </a:p>
          <a:p>
            <a:pPr marL="1200150" lvl="2" indent="-285750" defTabSz="457200">
              <a:buFont typeface="Arial" panose="020B0604020202020204" pitchFamily="34" charset="0"/>
              <a:buChar char="•"/>
            </a:pPr>
            <a:endParaRPr lang="en-US" dirty="0">
              <a:solidFill>
                <a:srgbClr val="931909"/>
              </a:solidFill>
              <a:latin typeface="Segoe UI Black"/>
            </a:endParaRPr>
          </a:p>
          <a:p>
            <a:pPr marL="1200150" lvl="2" indent="-285750" defTabSz="457200">
              <a:buFont typeface="Arial" panose="020B0604020202020204" pitchFamily="34" charset="0"/>
              <a:buChar char="•"/>
            </a:pPr>
            <a:endParaRPr lang="en-US" dirty="0">
              <a:solidFill>
                <a:srgbClr val="931909"/>
              </a:solidFill>
              <a:latin typeface="Segoe UI Black"/>
            </a:endParaRPr>
          </a:p>
          <a:p>
            <a:pPr marL="1200150" lvl="2" indent="-285750" defTabSz="457200">
              <a:buFont typeface="Arial" panose="020B0604020202020204" pitchFamily="34" charset="0"/>
              <a:buChar char="•"/>
            </a:pPr>
            <a:endParaRPr lang="en-US" dirty="0">
              <a:solidFill>
                <a:srgbClr val="931909"/>
              </a:solidFill>
              <a:latin typeface="Segoe UI Black"/>
            </a:endParaRPr>
          </a:p>
          <a:p>
            <a:pPr marL="742950" lvl="1" indent="-285750" defTabSz="457200">
              <a:buFont typeface="Wingdings" panose="05000000000000000000" pitchFamily="2" charset="2"/>
              <a:buChar char="ü"/>
            </a:pPr>
            <a:r>
              <a:rPr lang="en-US" sz="1600" dirty="0">
                <a:solidFill>
                  <a:srgbClr val="931909"/>
                </a:solidFill>
                <a:latin typeface="Segoe UI Black"/>
              </a:rPr>
              <a:t>Linearly varying </a:t>
            </a:r>
          </a:p>
          <a:p>
            <a:pPr marL="1200150" lvl="2" indent="-285750" defTabSz="457200">
              <a:buFont typeface="Arial" panose="020B0604020202020204" pitchFamily="34" charset="0"/>
              <a:buChar char="•"/>
            </a:pPr>
            <a:endParaRPr lang="en-US" dirty="0">
              <a:solidFill>
                <a:srgbClr val="931909"/>
              </a:solidFill>
              <a:latin typeface="Segoe UI Black"/>
            </a:endParaRPr>
          </a:p>
          <a:p>
            <a:pPr marL="1200150" lvl="2" indent="-285750" defTabSz="457200">
              <a:buFont typeface="Arial" panose="020B0604020202020204" pitchFamily="34" charset="0"/>
              <a:buChar char="•"/>
            </a:pPr>
            <a:endParaRPr lang="en-US" dirty="0">
              <a:solidFill>
                <a:srgbClr val="931909"/>
              </a:solidFill>
              <a:latin typeface="Segoe UI Black"/>
            </a:endParaRPr>
          </a:p>
          <a:p>
            <a:pPr marL="1200150" lvl="2" indent="-285750" defTabSz="457200">
              <a:buFont typeface="Arial" panose="020B0604020202020204" pitchFamily="34" charset="0"/>
              <a:buChar char="•"/>
            </a:pPr>
            <a:endParaRPr lang="en-US" dirty="0">
              <a:solidFill>
                <a:srgbClr val="931909"/>
              </a:solidFill>
              <a:latin typeface="Segoe UI Black"/>
            </a:endParaRPr>
          </a:p>
          <a:p>
            <a:pPr lvl="2" defTabSz="457200"/>
            <a:endParaRPr lang="en-US" dirty="0">
              <a:solidFill>
                <a:srgbClr val="931909"/>
              </a:solidFill>
              <a:latin typeface="Segoe UI Black"/>
            </a:endParaRPr>
          </a:p>
          <a:p>
            <a:pPr marL="742950" lvl="1" indent="-285750" defTabSz="457200">
              <a:buFont typeface="Wingdings" panose="05000000000000000000" pitchFamily="2" charset="2"/>
              <a:buChar char="ü"/>
            </a:pPr>
            <a:r>
              <a:rPr lang="en-US" sz="1600" dirty="0">
                <a:solidFill>
                  <a:srgbClr val="931909"/>
                </a:solidFill>
                <a:latin typeface="Segoe UI Black"/>
              </a:rPr>
              <a:t>Trapezoidal</a:t>
            </a:r>
            <a:r>
              <a:rPr lang="en-US" dirty="0">
                <a:solidFill>
                  <a:srgbClr val="931909"/>
                </a:solidFill>
                <a:latin typeface="Segoe UI Black"/>
              </a:rPr>
              <a:t>………………….</a:t>
            </a:r>
          </a:p>
        </p:txBody>
      </p:sp>
      <p:sp>
        <p:nvSpPr>
          <p:cNvPr id="8" name="Rectangle 7"/>
          <p:cNvSpPr/>
          <p:nvPr/>
        </p:nvSpPr>
        <p:spPr>
          <a:xfrm>
            <a:off x="1670226" y="1748522"/>
            <a:ext cx="2319866" cy="369332"/>
          </a:xfrm>
          <a:prstGeom prst="rect">
            <a:avLst/>
          </a:prstGeom>
        </p:spPr>
        <p:txBody>
          <a:bodyPr wrap="none">
            <a:spAutoFit/>
          </a:bodyPr>
          <a:lstStyle/>
          <a:p>
            <a:pPr defTabSz="457200"/>
            <a:r>
              <a:rPr lang="en-US" dirty="0">
                <a:solidFill>
                  <a:srgbClr val="931909"/>
                </a:solidFill>
                <a:latin typeface="Segoe UI Black"/>
              </a:rPr>
              <a:t>Beams supporting </a:t>
            </a:r>
          </a:p>
        </p:txBody>
      </p:sp>
      <p:pic>
        <p:nvPicPr>
          <p:cNvPr id="9" name="Picture 8"/>
          <p:cNvPicPr>
            <a:picLocks noChangeAspect="1"/>
          </p:cNvPicPr>
          <p:nvPr/>
        </p:nvPicPr>
        <p:blipFill>
          <a:blip r:embed="rId4"/>
          <a:stretch>
            <a:fillRect/>
          </a:stretch>
        </p:blipFill>
        <p:spPr>
          <a:xfrm>
            <a:off x="6295874" y="2404928"/>
            <a:ext cx="1880740" cy="1617592"/>
          </a:xfrm>
          <a:prstGeom prst="rect">
            <a:avLst/>
          </a:prstGeom>
        </p:spPr>
      </p:pic>
      <p:pic>
        <p:nvPicPr>
          <p:cNvPr id="10" name="Picture 9"/>
          <p:cNvPicPr>
            <a:picLocks noChangeAspect="1"/>
          </p:cNvPicPr>
          <p:nvPr/>
        </p:nvPicPr>
        <p:blipFill>
          <a:blip r:embed="rId5"/>
          <a:stretch>
            <a:fillRect/>
          </a:stretch>
        </p:blipFill>
        <p:spPr>
          <a:xfrm>
            <a:off x="4318136" y="3561154"/>
            <a:ext cx="1929305" cy="1641962"/>
          </a:xfrm>
          <a:prstGeom prst="rect">
            <a:avLst/>
          </a:prstGeom>
        </p:spPr>
      </p:pic>
      <p:pic>
        <p:nvPicPr>
          <p:cNvPr id="11" name="Picture 10"/>
          <p:cNvPicPr>
            <a:picLocks noChangeAspect="1"/>
          </p:cNvPicPr>
          <p:nvPr/>
        </p:nvPicPr>
        <p:blipFill>
          <a:blip r:embed="rId6"/>
          <a:stretch>
            <a:fillRect/>
          </a:stretch>
        </p:blipFill>
        <p:spPr>
          <a:xfrm>
            <a:off x="6202970" y="4331816"/>
            <a:ext cx="2278044" cy="2476838"/>
          </a:xfrm>
          <a:prstGeom prst="rect">
            <a:avLst/>
          </a:prstGeom>
        </p:spPr>
      </p:pic>
      <p:sp>
        <p:nvSpPr>
          <p:cNvPr id="12" name="Rectangle 11"/>
          <p:cNvSpPr/>
          <p:nvPr/>
        </p:nvSpPr>
        <p:spPr>
          <a:xfrm>
            <a:off x="8126667" y="1991196"/>
            <a:ext cx="2455650" cy="2031325"/>
          </a:xfrm>
          <a:prstGeom prst="rect">
            <a:avLst/>
          </a:prstGeom>
        </p:spPr>
        <p:txBody>
          <a:bodyPr wrap="square">
            <a:spAutoFit/>
          </a:bodyPr>
          <a:lstStyle/>
          <a:p>
            <a:pPr defTabSz="457200"/>
            <a:r>
              <a:rPr lang="en-US" sz="1400" dirty="0">
                <a:solidFill>
                  <a:srgbClr val="931909"/>
                </a:solidFill>
                <a:latin typeface="Segoe UI Black"/>
              </a:rPr>
              <a:t>Resultant load R is represented by the area formed by the intensity w (force per unit length of</a:t>
            </a:r>
          </a:p>
          <a:p>
            <a:pPr defTabSz="457200"/>
            <a:r>
              <a:rPr lang="en-US" sz="1400" dirty="0">
                <a:solidFill>
                  <a:srgbClr val="931909"/>
                </a:solidFill>
                <a:latin typeface="Segoe UI Black"/>
              </a:rPr>
              <a:t>beam) and the length L over which the force is distributed. The resultant passes through the centroid of this area.</a:t>
            </a:r>
          </a:p>
        </p:txBody>
      </p:sp>
      <p:cxnSp>
        <p:nvCxnSpPr>
          <p:cNvPr id="14" name="Curved Connector 13"/>
          <p:cNvCxnSpPr/>
          <p:nvPr/>
        </p:nvCxnSpPr>
        <p:spPr>
          <a:xfrm flipV="1">
            <a:off x="7595899" y="2117855"/>
            <a:ext cx="530769" cy="455529"/>
          </a:xfrm>
          <a:prstGeom prst="curvedConnector3">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8562893" y="4554573"/>
            <a:ext cx="2094082" cy="2031325"/>
          </a:xfrm>
          <a:prstGeom prst="rect">
            <a:avLst/>
          </a:prstGeom>
        </p:spPr>
        <p:txBody>
          <a:bodyPr wrap="square">
            <a:spAutoFit/>
          </a:bodyPr>
          <a:lstStyle/>
          <a:p>
            <a:pPr defTabSz="457200"/>
            <a:r>
              <a:rPr lang="en-US" sz="1400" dirty="0">
                <a:solidFill>
                  <a:srgbClr val="931909"/>
                </a:solidFill>
                <a:latin typeface="Segoe UI Black"/>
              </a:rPr>
              <a:t>The trapezoidal area is broken into a rectangular and a triangular area, and the corresponding resultants R</a:t>
            </a:r>
            <a:r>
              <a:rPr lang="en-US" sz="1400" baseline="-25000" dirty="0">
                <a:solidFill>
                  <a:srgbClr val="931909"/>
                </a:solidFill>
                <a:latin typeface="Segoe UI Black"/>
              </a:rPr>
              <a:t>1</a:t>
            </a:r>
            <a:r>
              <a:rPr lang="en-US" sz="1400" dirty="0">
                <a:solidFill>
                  <a:srgbClr val="931909"/>
                </a:solidFill>
                <a:latin typeface="Segoe UI Black"/>
              </a:rPr>
              <a:t> and R</a:t>
            </a:r>
            <a:r>
              <a:rPr lang="en-US" baseline="-24000" dirty="0">
                <a:solidFill>
                  <a:srgbClr val="931909"/>
                </a:solidFill>
                <a:latin typeface="Segoe UI Black"/>
              </a:rPr>
              <a:t>2</a:t>
            </a:r>
            <a:r>
              <a:rPr lang="en-US" sz="1400" dirty="0">
                <a:solidFill>
                  <a:srgbClr val="931909"/>
                </a:solidFill>
                <a:latin typeface="Segoe UI Black"/>
              </a:rPr>
              <a:t> of these subareas are determined separately. </a:t>
            </a:r>
          </a:p>
        </p:txBody>
      </p:sp>
      <p:sp>
        <p:nvSpPr>
          <p:cNvPr id="18" name="Rectangle 17"/>
          <p:cNvSpPr/>
          <p:nvPr/>
        </p:nvSpPr>
        <p:spPr>
          <a:xfrm>
            <a:off x="4182388" y="494104"/>
            <a:ext cx="4562467" cy="461665"/>
          </a:xfrm>
          <a:prstGeom prst="rect">
            <a:avLst/>
          </a:prstGeom>
        </p:spPr>
        <p:txBody>
          <a:bodyPr wrap="none">
            <a:spAutoFit/>
          </a:bodyPr>
          <a:lstStyle/>
          <a:p>
            <a:pPr defTabSz="457200"/>
            <a:r>
              <a:rPr lang="en-US" sz="2400" b="1" dirty="0">
                <a:solidFill>
                  <a:srgbClr val="931909"/>
                </a:solidFill>
                <a:latin typeface="Segoe UI Black"/>
              </a:rPr>
              <a:t>Determining external effects</a:t>
            </a:r>
          </a:p>
        </p:txBody>
      </p:sp>
    </p:spTree>
    <p:extLst>
      <p:ext uri="{BB962C8B-B14F-4D97-AF65-F5344CB8AC3E}">
        <p14:creationId xmlns:p14="http://schemas.microsoft.com/office/powerpoint/2010/main" val="1405522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4503"/>
            <a:ext cx="9144000" cy="404948"/>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15" name="Rectangle 14"/>
          <p:cNvSpPr/>
          <p:nvPr/>
        </p:nvSpPr>
        <p:spPr>
          <a:xfrm>
            <a:off x="1654630" y="971116"/>
            <a:ext cx="8791301" cy="369332"/>
          </a:xfrm>
          <a:prstGeom prst="rect">
            <a:avLst/>
          </a:prstGeom>
          <a:solidFill>
            <a:schemeClr val="accent1">
              <a:lumMod val="75000"/>
            </a:schemeClr>
          </a:solidFill>
        </p:spPr>
        <p:txBody>
          <a:bodyPr wrap="square">
            <a:spAutoFit/>
          </a:bodyPr>
          <a:lstStyle/>
          <a:p>
            <a:pPr marL="285750" indent="-285750" defTabSz="457200">
              <a:buClr>
                <a:srgbClr val="00B050"/>
              </a:buClr>
              <a:buSzPct val="115000"/>
              <a:buFont typeface="Segoe UI Black" panose="020B0A02040204020203" pitchFamily="34" charset="0"/>
              <a:buChar char="͏"/>
            </a:pPr>
            <a:r>
              <a:rPr lang="en-US" b="1" dirty="0">
                <a:solidFill>
                  <a:srgbClr val="FFFF00"/>
                </a:solidFill>
                <a:latin typeface="Segoe UI Black"/>
              </a:rPr>
              <a:t>For a more general load distribution, </a:t>
            </a:r>
            <a:endParaRPr lang="en-US" sz="1600" i="1" dirty="0">
              <a:solidFill>
                <a:srgbClr val="FFFF00"/>
              </a:solidFill>
              <a:latin typeface="Segoe UI Black"/>
            </a:endParaRP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4</a:t>
            </a:fld>
            <a:endParaRPr lang="en-US" sz="2000" dirty="0">
              <a:solidFill>
                <a:srgbClr val="931909">
                  <a:lumMod val="50000"/>
                </a:srgbClr>
              </a:solidFill>
              <a:latin typeface="Segoe UI Black"/>
            </a:endParaRPr>
          </a:p>
        </p:txBody>
      </p:sp>
      <p:sp>
        <p:nvSpPr>
          <p:cNvPr id="2" name="Rectangle 1"/>
          <p:cNvSpPr/>
          <p:nvPr/>
        </p:nvSpPr>
        <p:spPr>
          <a:xfrm>
            <a:off x="1587988" y="1533648"/>
            <a:ext cx="5915110" cy="923330"/>
          </a:xfrm>
          <a:prstGeom prst="rect">
            <a:avLst/>
          </a:prstGeom>
        </p:spPr>
        <p:txBody>
          <a:bodyPr wrap="square">
            <a:spAutoFit/>
          </a:bodyPr>
          <a:lstStyle/>
          <a:p>
            <a:pPr marL="285750" indent="-285750" defTabSz="457200">
              <a:buFont typeface="Wingdings" panose="05000000000000000000" pitchFamily="2" charset="2"/>
              <a:buChar char="Ø"/>
            </a:pPr>
            <a:r>
              <a:rPr lang="en-US" dirty="0">
                <a:solidFill>
                  <a:srgbClr val="931909"/>
                </a:solidFill>
                <a:latin typeface="Segoe UI Black"/>
              </a:rPr>
              <a:t>we must start with a differential increment of force </a:t>
            </a:r>
            <a:r>
              <a:rPr lang="en-US" dirty="0" err="1">
                <a:solidFill>
                  <a:srgbClr val="931909"/>
                </a:solidFill>
                <a:latin typeface="Segoe UI Black"/>
              </a:rPr>
              <a:t>dR</a:t>
            </a:r>
            <a:r>
              <a:rPr lang="en-US" dirty="0">
                <a:solidFill>
                  <a:srgbClr val="931909"/>
                </a:solidFill>
                <a:latin typeface="Segoe UI Black"/>
              </a:rPr>
              <a:t> =w dx.  The total load R is then the sum of the differential forces, or</a:t>
            </a:r>
          </a:p>
        </p:txBody>
      </p:sp>
      <p:pic>
        <p:nvPicPr>
          <p:cNvPr id="3" name="Picture 2"/>
          <p:cNvPicPr>
            <a:picLocks noChangeAspect="1"/>
          </p:cNvPicPr>
          <p:nvPr/>
        </p:nvPicPr>
        <p:blipFill>
          <a:blip r:embed="rId3"/>
          <a:stretch>
            <a:fillRect/>
          </a:stretch>
        </p:blipFill>
        <p:spPr>
          <a:xfrm>
            <a:off x="7453139" y="1432781"/>
            <a:ext cx="3164903" cy="2246060"/>
          </a:xfrm>
          <a:prstGeom prst="rect">
            <a:avLst/>
          </a:prstGeom>
        </p:spPr>
      </p:pic>
      <p:pic>
        <p:nvPicPr>
          <p:cNvPr id="13" name="Picture 12"/>
          <p:cNvPicPr>
            <a:picLocks noChangeAspect="1"/>
          </p:cNvPicPr>
          <p:nvPr/>
        </p:nvPicPr>
        <p:blipFill>
          <a:blip r:embed="rId4"/>
          <a:stretch>
            <a:fillRect/>
          </a:stretch>
        </p:blipFill>
        <p:spPr>
          <a:xfrm>
            <a:off x="3657903" y="2407898"/>
            <a:ext cx="1366943" cy="653755"/>
          </a:xfrm>
          <a:prstGeom prst="rect">
            <a:avLst/>
          </a:prstGeom>
        </p:spPr>
      </p:pic>
      <p:sp>
        <p:nvSpPr>
          <p:cNvPr id="17" name="Rectangle 16"/>
          <p:cNvSpPr/>
          <p:nvPr/>
        </p:nvSpPr>
        <p:spPr>
          <a:xfrm>
            <a:off x="1602897" y="3098609"/>
            <a:ext cx="5795698" cy="1200329"/>
          </a:xfrm>
          <a:prstGeom prst="rect">
            <a:avLst/>
          </a:prstGeom>
        </p:spPr>
        <p:txBody>
          <a:bodyPr wrap="square">
            <a:spAutoFit/>
          </a:bodyPr>
          <a:lstStyle/>
          <a:p>
            <a:pPr marL="285750" indent="-285750" defTabSz="457200">
              <a:buFont typeface="Wingdings" panose="05000000000000000000" pitchFamily="2" charset="2"/>
              <a:buChar char="Ø"/>
            </a:pPr>
            <a:r>
              <a:rPr lang="en-US" dirty="0">
                <a:solidFill>
                  <a:srgbClr val="931909"/>
                </a:solidFill>
                <a:latin typeface="Segoe UI Black"/>
              </a:rPr>
              <a:t>The resultant R is located at the centroid of the area under consideration. The x-coordinate of this centroid is found by the </a:t>
            </a:r>
            <a:r>
              <a:rPr lang="en-US" dirty="0" err="1">
                <a:solidFill>
                  <a:srgbClr val="931909"/>
                </a:solidFill>
                <a:latin typeface="Segoe UI Black"/>
              </a:rPr>
              <a:t>principleof</a:t>
            </a:r>
            <a:r>
              <a:rPr lang="en-US" dirty="0">
                <a:solidFill>
                  <a:srgbClr val="931909"/>
                </a:solidFill>
                <a:latin typeface="Segoe UI Black"/>
              </a:rPr>
              <a:t> moments</a:t>
            </a:r>
          </a:p>
        </p:txBody>
      </p:sp>
      <p:pic>
        <p:nvPicPr>
          <p:cNvPr id="18" name="Picture 17"/>
          <p:cNvPicPr>
            <a:picLocks noChangeAspect="1"/>
          </p:cNvPicPr>
          <p:nvPr/>
        </p:nvPicPr>
        <p:blipFill>
          <a:blip r:embed="rId5"/>
          <a:stretch>
            <a:fillRect/>
          </a:stretch>
        </p:blipFill>
        <p:spPr>
          <a:xfrm>
            <a:off x="3642029" y="4213741"/>
            <a:ext cx="1382817" cy="894764"/>
          </a:xfrm>
          <a:prstGeom prst="rect">
            <a:avLst/>
          </a:prstGeom>
        </p:spPr>
      </p:pic>
      <p:sp>
        <p:nvSpPr>
          <p:cNvPr id="19" name="Rectangle 18"/>
          <p:cNvSpPr/>
          <p:nvPr/>
        </p:nvSpPr>
        <p:spPr>
          <a:xfrm>
            <a:off x="1587988" y="5203180"/>
            <a:ext cx="8132292" cy="923330"/>
          </a:xfrm>
          <a:prstGeom prst="rect">
            <a:avLst/>
          </a:prstGeom>
        </p:spPr>
        <p:txBody>
          <a:bodyPr wrap="square">
            <a:spAutoFit/>
          </a:bodyPr>
          <a:lstStyle/>
          <a:p>
            <a:pPr marL="285750" indent="-285750" defTabSz="457200">
              <a:buFont typeface="Wingdings" panose="05000000000000000000" pitchFamily="2" charset="2"/>
              <a:buChar char="ü"/>
            </a:pPr>
            <a:r>
              <a:rPr lang="en-US" dirty="0">
                <a:solidFill>
                  <a:srgbClr val="931909"/>
                </a:solidFill>
                <a:latin typeface="Segoe UI Black"/>
              </a:rPr>
              <a:t>Once the distributed loads have been reduced to their equivalent concentrated loads, the external reactions acting on the beam may be found by a straightforward static analysis</a:t>
            </a:r>
          </a:p>
        </p:txBody>
      </p:sp>
      <p:sp>
        <p:nvSpPr>
          <p:cNvPr id="22" name="Rectangle 21"/>
          <p:cNvSpPr/>
          <p:nvPr/>
        </p:nvSpPr>
        <p:spPr>
          <a:xfrm>
            <a:off x="4046036" y="509452"/>
            <a:ext cx="4855816" cy="461665"/>
          </a:xfrm>
          <a:prstGeom prst="rect">
            <a:avLst/>
          </a:prstGeom>
        </p:spPr>
        <p:txBody>
          <a:bodyPr wrap="none">
            <a:spAutoFit/>
          </a:bodyPr>
          <a:lstStyle/>
          <a:p>
            <a:pPr defTabSz="457200"/>
            <a:r>
              <a:rPr lang="en-US" sz="2400" b="1" dirty="0">
                <a:solidFill>
                  <a:srgbClr val="931909"/>
                </a:solidFill>
                <a:latin typeface="Segoe UI Black"/>
              </a:rPr>
              <a:t>Determining external effects…</a:t>
            </a:r>
          </a:p>
        </p:txBody>
      </p:sp>
    </p:spTree>
    <p:extLst>
      <p:ext uri="{BB962C8B-B14F-4D97-AF65-F5344CB8AC3E}">
        <p14:creationId xmlns:p14="http://schemas.microsoft.com/office/powerpoint/2010/main" val="3903653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4503"/>
            <a:ext cx="9144000" cy="404948"/>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7" name="Rectangle 6"/>
          <p:cNvSpPr/>
          <p:nvPr/>
        </p:nvSpPr>
        <p:spPr>
          <a:xfrm>
            <a:off x="4143198" y="509452"/>
            <a:ext cx="4953600" cy="461665"/>
          </a:xfrm>
          <a:prstGeom prst="rect">
            <a:avLst/>
          </a:prstGeom>
        </p:spPr>
        <p:txBody>
          <a:bodyPr wrap="none">
            <a:spAutoFit/>
          </a:bodyPr>
          <a:lstStyle/>
          <a:p>
            <a:pPr defTabSz="457200"/>
            <a:r>
              <a:rPr lang="en-US" sz="2400" b="1" dirty="0">
                <a:solidFill>
                  <a:srgbClr val="931909"/>
                </a:solidFill>
                <a:latin typeface="Segoe UI Black"/>
              </a:rPr>
              <a:t>Determining external effects...</a:t>
            </a:r>
          </a:p>
        </p:txBody>
      </p:sp>
      <p:sp>
        <p:nvSpPr>
          <p:cNvPr id="15" name="Rectangle 14"/>
          <p:cNvSpPr/>
          <p:nvPr/>
        </p:nvSpPr>
        <p:spPr>
          <a:xfrm>
            <a:off x="1654630" y="971117"/>
            <a:ext cx="8692378" cy="954107"/>
          </a:xfrm>
          <a:prstGeom prst="rect">
            <a:avLst/>
          </a:prstGeom>
          <a:solidFill>
            <a:schemeClr val="accent1">
              <a:lumMod val="75000"/>
            </a:schemeClr>
          </a:solidFill>
        </p:spPr>
        <p:txBody>
          <a:bodyPr wrap="square">
            <a:spAutoFit/>
          </a:bodyPr>
          <a:lstStyle/>
          <a:p>
            <a:pPr defTabSz="457200">
              <a:buClr>
                <a:srgbClr val="00B050"/>
              </a:buClr>
              <a:buSzPct val="115000"/>
            </a:pPr>
            <a:r>
              <a:rPr lang="en-US" sz="2000" b="1" dirty="0">
                <a:solidFill>
                  <a:srgbClr val="FFFFFF"/>
                </a:solidFill>
                <a:latin typeface="Segoe UI Black"/>
              </a:rPr>
              <a:t>Example</a:t>
            </a:r>
          </a:p>
          <a:p>
            <a:pPr marL="285750" indent="-285750" defTabSz="457200">
              <a:buClr>
                <a:srgbClr val="00B050"/>
              </a:buClr>
              <a:buSzPct val="115000"/>
              <a:buFont typeface="Segoe UI Black" panose="020B0A02040204020203" pitchFamily="34" charset="0"/>
              <a:buChar char="͏"/>
            </a:pPr>
            <a:r>
              <a:rPr lang="en-US" b="1" dirty="0">
                <a:solidFill>
                  <a:srgbClr val="FFFF00"/>
                </a:solidFill>
                <a:latin typeface="Segoe UI Black"/>
              </a:rPr>
              <a:t>Determine the reactions at A and B for the beam subjected to a combination of distributed and point loads.</a:t>
            </a: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5</a:t>
            </a:fld>
            <a:endParaRPr lang="en-US" sz="2000" dirty="0">
              <a:solidFill>
                <a:srgbClr val="931909">
                  <a:lumMod val="50000"/>
                </a:srgbClr>
              </a:solidFill>
              <a:latin typeface="Segoe UI Black"/>
            </a:endParaRPr>
          </a:p>
        </p:txBody>
      </p:sp>
      <p:pic>
        <p:nvPicPr>
          <p:cNvPr id="3" name="Picture 2"/>
          <p:cNvPicPr>
            <a:picLocks noChangeAspect="1"/>
          </p:cNvPicPr>
          <p:nvPr/>
        </p:nvPicPr>
        <p:blipFill>
          <a:blip r:embed="rId3"/>
          <a:stretch>
            <a:fillRect/>
          </a:stretch>
        </p:blipFill>
        <p:spPr>
          <a:xfrm>
            <a:off x="1616654" y="2027307"/>
            <a:ext cx="5003345" cy="2453253"/>
          </a:xfrm>
          <a:prstGeom prst="rect">
            <a:avLst/>
          </a:prstGeom>
        </p:spPr>
      </p:pic>
      <p:pic>
        <p:nvPicPr>
          <p:cNvPr id="4" name="Picture 3"/>
          <p:cNvPicPr>
            <a:picLocks noChangeAspect="1"/>
          </p:cNvPicPr>
          <p:nvPr/>
        </p:nvPicPr>
        <p:blipFill>
          <a:blip r:embed="rId4"/>
          <a:stretch>
            <a:fillRect/>
          </a:stretch>
        </p:blipFill>
        <p:spPr>
          <a:xfrm>
            <a:off x="6754994" y="3344092"/>
            <a:ext cx="3670531" cy="191997"/>
          </a:xfrm>
          <a:prstGeom prst="rect">
            <a:avLst/>
          </a:prstGeom>
        </p:spPr>
      </p:pic>
      <p:cxnSp>
        <p:nvCxnSpPr>
          <p:cNvPr id="10" name="Straight Arrow Connector 9"/>
          <p:cNvCxnSpPr/>
          <p:nvPr/>
        </p:nvCxnSpPr>
        <p:spPr>
          <a:xfrm flipV="1">
            <a:off x="7491661" y="3511993"/>
            <a:ext cx="0" cy="4572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6941448" y="3440090"/>
            <a:ext cx="500792"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10303836" y="3501713"/>
            <a:ext cx="0" cy="4572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9600805" y="2978025"/>
            <a:ext cx="184" cy="45289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0264946" y="3752976"/>
            <a:ext cx="377026" cy="307777"/>
          </a:xfrm>
          <a:prstGeom prst="rect">
            <a:avLst/>
          </a:prstGeom>
          <a:noFill/>
        </p:spPr>
        <p:txBody>
          <a:bodyPr wrap="none" rtlCol="0">
            <a:spAutoFit/>
          </a:bodyPr>
          <a:lstStyle/>
          <a:p>
            <a:pPr defTabSz="457200"/>
            <a:r>
              <a:rPr lang="en-US" sz="1400" dirty="0">
                <a:solidFill>
                  <a:srgbClr val="931909"/>
                </a:solidFill>
                <a:latin typeface="Segoe UI Black"/>
              </a:rPr>
              <a:t>B</a:t>
            </a:r>
            <a:r>
              <a:rPr lang="en-US" sz="1400" baseline="-25000" dirty="0">
                <a:solidFill>
                  <a:srgbClr val="931909"/>
                </a:solidFill>
                <a:latin typeface="Segoe UI Black"/>
              </a:rPr>
              <a:t>y</a:t>
            </a:r>
          </a:p>
        </p:txBody>
      </p:sp>
      <p:sp>
        <p:nvSpPr>
          <p:cNvPr id="19" name="TextBox 18"/>
          <p:cNvSpPr txBox="1"/>
          <p:nvPr/>
        </p:nvSpPr>
        <p:spPr>
          <a:xfrm>
            <a:off x="6859828" y="3470868"/>
            <a:ext cx="402674" cy="307777"/>
          </a:xfrm>
          <a:prstGeom prst="rect">
            <a:avLst/>
          </a:prstGeom>
          <a:noFill/>
        </p:spPr>
        <p:txBody>
          <a:bodyPr wrap="none" rtlCol="0">
            <a:spAutoFit/>
          </a:bodyPr>
          <a:lstStyle/>
          <a:p>
            <a:pPr defTabSz="457200"/>
            <a:r>
              <a:rPr lang="en-US" sz="1400" dirty="0">
                <a:solidFill>
                  <a:srgbClr val="931909"/>
                </a:solidFill>
                <a:latin typeface="Segoe UI Black"/>
              </a:rPr>
              <a:t>A</a:t>
            </a:r>
            <a:r>
              <a:rPr lang="en-US" sz="1400" baseline="-25000" dirty="0">
                <a:solidFill>
                  <a:srgbClr val="931909"/>
                </a:solidFill>
                <a:latin typeface="Segoe UI Black"/>
              </a:rPr>
              <a:t>X</a:t>
            </a:r>
          </a:p>
        </p:txBody>
      </p:sp>
      <p:sp>
        <p:nvSpPr>
          <p:cNvPr id="20" name="TextBox 19"/>
          <p:cNvSpPr txBox="1"/>
          <p:nvPr/>
        </p:nvSpPr>
        <p:spPr>
          <a:xfrm>
            <a:off x="7471689" y="3778644"/>
            <a:ext cx="388248" cy="307777"/>
          </a:xfrm>
          <a:prstGeom prst="rect">
            <a:avLst/>
          </a:prstGeom>
          <a:noFill/>
        </p:spPr>
        <p:txBody>
          <a:bodyPr wrap="none" rtlCol="0">
            <a:spAutoFit/>
          </a:bodyPr>
          <a:lstStyle/>
          <a:p>
            <a:pPr defTabSz="457200"/>
            <a:r>
              <a:rPr lang="en-US" sz="1400" dirty="0">
                <a:solidFill>
                  <a:srgbClr val="931909"/>
                </a:solidFill>
                <a:latin typeface="Segoe UI Black"/>
              </a:rPr>
              <a:t>A</a:t>
            </a:r>
            <a:r>
              <a:rPr lang="en-US" sz="1400" baseline="-25000" dirty="0">
                <a:solidFill>
                  <a:srgbClr val="931909"/>
                </a:solidFill>
                <a:latin typeface="Segoe UI Black"/>
              </a:rPr>
              <a:t>y</a:t>
            </a:r>
          </a:p>
        </p:txBody>
      </p:sp>
      <p:cxnSp>
        <p:nvCxnSpPr>
          <p:cNvPr id="22" name="Straight Arrow Connector 21"/>
          <p:cNvCxnSpPr/>
          <p:nvPr/>
        </p:nvCxnSpPr>
        <p:spPr>
          <a:xfrm flipH="1">
            <a:off x="9228618" y="3455414"/>
            <a:ext cx="326381" cy="673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9554998" y="2771221"/>
            <a:ext cx="580608" cy="261610"/>
          </a:xfrm>
          <a:prstGeom prst="rect">
            <a:avLst/>
          </a:prstGeom>
          <a:noFill/>
        </p:spPr>
        <p:txBody>
          <a:bodyPr wrap="none" rtlCol="0">
            <a:spAutoFit/>
          </a:bodyPr>
          <a:lstStyle/>
          <a:p>
            <a:pPr defTabSz="457200"/>
            <a:r>
              <a:rPr lang="en-US" sz="1100" dirty="0">
                <a:solidFill>
                  <a:srgbClr val="931909"/>
                </a:solidFill>
                <a:latin typeface="Segoe UI Black"/>
              </a:rPr>
              <a:t>1.3kN</a:t>
            </a:r>
            <a:endParaRPr lang="en-US" sz="1100" baseline="-25000" dirty="0">
              <a:solidFill>
                <a:srgbClr val="931909"/>
              </a:solidFill>
              <a:latin typeface="Segoe UI Black"/>
            </a:endParaRPr>
          </a:p>
        </p:txBody>
      </p:sp>
      <p:sp>
        <p:nvSpPr>
          <p:cNvPr id="30" name="TextBox 29"/>
          <p:cNvSpPr txBox="1"/>
          <p:nvPr/>
        </p:nvSpPr>
        <p:spPr>
          <a:xfrm>
            <a:off x="8785405" y="3150387"/>
            <a:ext cx="681597" cy="261610"/>
          </a:xfrm>
          <a:prstGeom prst="rect">
            <a:avLst/>
          </a:prstGeom>
          <a:noFill/>
        </p:spPr>
        <p:txBody>
          <a:bodyPr wrap="none" rtlCol="0">
            <a:spAutoFit/>
          </a:bodyPr>
          <a:lstStyle/>
          <a:p>
            <a:pPr defTabSz="457200"/>
            <a:r>
              <a:rPr lang="en-US" sz="1100" dirty="0">
                <a:solidFill>
                  <a:srgbClr val="931909"/>
                </a:solidFill>
                <a:latin typeface="Segoe UI Black"/>
              </a:rPr>
              <a:t>0.75kN</a:t>
            </a:r>
            <a:endParaRPr lang="en-US" sz="1100" baseline="-25000" dirty="0">
              <a:solidFill>
                <a:srgbClr val="931909"/>
              </a:solidFill>
              <a:latin typeface="Segoe UI Black"/>
            </a:endParaRPr>
          </a:p>
        </p:txBody>
      </p:sp>
      <p:cxnSp>
        <p:nvCxnSpPr>
          <p:cNvPr id="33" name="Straight Arrow Connector 32"/>
          <p:cNvCxnSpPr/>
          <p:nvPr/>
        </p:nvCxnSpPr>
        <p:spPr>
          <a:xfrm>
            <a:off x="7487255" y="2712615"/>
            <a:ext cx="7484" cy="58061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941448" y="1904701"/>
            <a:ext cx="2284600" cy="276999"/>
          </a:xfrm>
          <a:prstGeom prst="rect">
            <a:avLst/>
          </a:prstGeom>
          <a:noFill/>
        </p:spPr>
        <p:txBody>
          <a:bodyPr wrap="none" rtlCol="0">
            <a:spAutoFit/>
          </a:bodyPr>
          <a:lstStyle/>
          <a:p>
            <a:pPr defTabSz="457200"/>
            <a:r>
              <a:rPr lang="en-US" sz="1200" i="1" dirty="0">
                <a:solidFill>
                  <a:srgbClr val="931909"/>
                </a:solidFill>
                <a:latin typeface="Segoe UI Black"/>
              </a:rPr>
              <a:t>R</a:t>
            </a:r>
            <a:r>
              <a:rPr lang="en-US" sz="1200" i="1" baseline="-25000" dirty="0">
                <a:solidFill>
                  <a:srgbClr val="931909"/>
                </a:solidFill>
                <a:latin typeface="Segoe UI Black"/>
              </a:rPr>
              <a:t>1</a:t>
            </a:r>
            <a:r>
              <a:rPr lang="en-US" sz="1200" i="1" dirty="0">
                <a:solidFill>
                  <a:srgbClr val="931909"/>
                </a:solidFill>
                <a:latin typeface="Segoe UI Black"/>
              </a:rPr>
              <a:t>=(2kN/m)*1.8m/2= 1.8kN</a:t>
            </a:r>
            <a:endParaRPr lang="en-US" sz="1200" i="1" baseline="-25000" dirty="0">
              <a:solidFill>
                <a:srgbClr val="931909"/>
              </a:solidFill>
              <a:latin typeface="Segoe UI Black"/>
            </a:endParaRPr>
          </a:p>
        </p:txBody>
      </p:sp>
      <p:sp>
        <p:nvSpPr>
          <p:cNvPr id="35" name="TextBox 34"/>
          <p:cNvSpPr txBox="1"/>
          <p:nvPr/>
        </p:nvSpPr>
        <p:spPr>
          <a:xfrm>
            <a:off x="6941449" y="2147257"/>
            <a:ext cx="2276585" cy="276999"/>
          </a:xfrm>
          <a:prstGeom prst="rect">
            <a:avLst/>
          </a:prstGeom>
          <a:noFill/>
        </p:spPr>
        <p:txBody>
          <a:bodyPr wrap="none" rtlCol="0">
            <a:spAutoFit/>
          </a:bodyPr>
          <a:lstStyle/>
          <a:p>
            <a:pPr defTabSz="457200"/>
            <a:r>
              <a:rPr lang="en-US" sz="1200" i="1" dirty="0">
                <a:solidFill>
                  <a:srgbClr val="931909"/>
                </a:solidFill>
                <a:latin typeface="Segoe UI Black"/>
              </a:rPr>
              <a:t>R</a:t>
            </a:r>
            <a:r>
              <a:rPr lang="en-US" sz="1200" i="1" baseline="-25000" dirty="0">
                <a:solidFill>
                  <a:srgbClr val="931909"/>
                </a:solidFill>
                <a:latin typeface="Segoe UI Black"/>
              </a:rPr>
              <a:t>2</a:t>
            </a:r>
            <a:r>
              <a:rPr lang="en-US" sz="1200" i="1" dirty="0">
                <a:solidFill>
                  <a:srgbClr val="931909"/>
                </a:solidFill>
                <a:latin typeface="Segoe UI Black"/>
              </a:rPr>
              <a:t>=(2kN/m)*1.2m/2= 1.2kN</a:t>
            </a:r>
            <a:endParaRPr lang="en-US" sz="1200" i="1" baseline="-25000" dirty="0">
              <a:solidFill>
                <a:srgbClr val="931909"/>
              </a:solidFill>
              <a:latin typeface="Segoe UI Black"/>
            </a:endParaRPr>
          </a:p>
        </p:txBody>
      </p:sp>
      <p:sp>
        <p:nvSpPr>
          <p:cNvPr id="36" name="Rectangle 35"/>
          <p:cNvSpPr/>
          <p:nvPr/>
        </p:nvSpPr>
        <p:spPr>
          <a:xfrm>
            <a:off x="7303902" y="2465403"/>
            <a:ext cx="580608" cy="261610"/>
          </a:xfrm>
          <a:prstGeom prst="rect">
            <a:avLst/>
          </a:prstGeom>
        </p:spPr>
        <p:txBody>
          <a:bodyPr wrap="none">
            <a:spAutoFit/>
          </a:bodyPr>
          <a:lstStyle/>
          <a:p>
            <a:pPr defTabSz="457200"/>
            <a:r>
              <a:rPr lang="en-US" sz="1100" dirty="0">
                <a:solidFill>
                  <a:srgbClr val="931909"/>
                </a:solidFill>
                <a:latin typeface="Segoe UI Black"/>
              </a:rPr>
              <a:t>1.8kN</a:t>
            </a:r>
            <a:endParaRPr lang="en-US" sz="1100" baseline="-25000" dirty="0">
              <a:solidFill>
                <a:srgbClr val="931909"/>
              </a:solidFill>
              <a:latin typeface="Segoe UI Black"/>
            </a:endParaRPr>
          </a:p>
        </p:txBody>
      </p:sp>
      <p:cxnSp>
        <p:nvCxnSpPr>
          <p:cNvPr id="37" name="Straight Arrow Connector 36"/>
          <p:cNvCxnSpPr/>
          <p:nvPr/>
        </p:nvCxnSpPr>
        <p:spPr>
          <a:xfrm flipH="1">
            <a:off x="7877723" y="2985753"/>
            <a:ext cx="10788" cy="38896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7780283" y="2742802"/>
            <a:ext cx="579946" cy="261610"/>
          </a:xfrm>
          <a:prstGeom prst="rect">
            <a:avLst/>
          </a:prstGeom>
        </p:spPr>
        <p:txBody>
          <a:bodyPr wrap="square">
            <a:spAutoFit/>
          </a:bodyPr>
          <a:lstStyle/>
          <a:p>
            <a:pPr defTabSz="457200"/>
            <a:r>
              <a:rPr lang="en-US" sz="1100" dirty="0">
                <a:solidFill>
                  <a:srgbClr val="931909"/>
                </a:solidFill>
                <a:latin typeface="Segoe UI Black"/>
              </a:rPr>
              <a:t>1.2kN</a:t>
            </a:r>
            <a:endParaRPr lang="en-US" sz="1100" baseline="-25000" dirty="0">
              <a:solidFill>
                <a:srgbClr val="931909"/>
              </a:solidFill>
              <a:latin typeface="Segoe UI Black"/>
            </a:endParaRPr>
          </a:p>
        </p:txBody>
      </p:sp>
      <p:cxnSp>
        <p:nvCxnSpPr>
          <p:cNvPr id="44" name="Straight Connector 43"/>
          <p:cNvCxnSpPr/>
          <p:nvPr/>
        </p:nvCxnSpPr>
        <p:spPr>
          <a:xfrm flipH="1">
            <a:off x="7251282" y="3151085"/>
            <a:ext cx="3135086"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H="1">
            <a:off x="10232274" y="3054379"/>
            <a:ext cx="114735" cy="18798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H="1">
            <a:off x="9531741" y="3084380"/>
            <a:ext cx="138128" cy="140824"/>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H="1">
            <a:off x="7827926" y="3089287"/>
            <a:ext cx="138128" cy="140824"/>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H="1">
            <a:off x="7553832" y="3084380"/>
            <a:ext cx="138128" cy="140824"/>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7474283" y="2792920"/>
            <a:ext cx="34759" cy="866460"/>
          </a:xfrm>
          <a:prstGeom prst="line">
            <a:avLst/>
          </a:prstGeom>
          <a:ln w="19050">
            <a:solidFill>
              <a:schemeClr val="accent5">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10269411" y="2787569"/>
            <a:ext cx="34759" cy="866460"/>
          </a:xfrm>
          <a:prstGeom prst="line">
            <a:avLst/>
          </a:prstGeom>
          <a:ln w="19050">
            <a:solidFill>
              <a:schemeClr val="accent5">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9685390" y="2985979"/>
            <a:ext cx="523372" cy="261610"/>
          </a:xfrm>
          <a:prstGeom prst="rect">
            <a:avLst/>
          </a:prstGeom>
          <a:noFill/>
        </p:spPr>
        <p:txBody>
          <a:bodyPr wrap="square" rtlCol="0">
            <a:spAutoFit/>
          </a:bodyPr>
          <a:lstStyle/>
          <a:p>
            <a:pPr defTabSz="457200"/>
            <a:r>
              <a:rPr lang="en-US" sz="1100" dirty="0">
                <a:solidFill>
                  <a:srgbClr val="931909"/>
                </a:solidFill>
                <a:latin typeface="Segoe UI Black"/>
              </a:rPr>
              <a:t>1.2m</a:t>
            </a:r>
            <a:endParaRPr lang="en-US" sz="1100" baseline="-25000" dirty="0">
              <a:solidFill>
                <a:srgbClr val="931909"/>
              </a:solidFill>
              <a:latin typeface="Segoe UI Black"/>
            </a:endParaRPr>
          </a:p>
        </p:txBody>
      </p:sp>
      <p:sp>
        <p:nvSpPr>
          <p:cNvPr id="62" name="TextBox 61"/>
          <p:cNvSpPr txBox="1"/>
          <p:nvPr/>
        </p:nvSpPr>
        <p:spPr>
          <a:xfrm>
            <a:off x="8346135" y="2949170"/>
            <a:ext cx="597029" cy="261610"/>
          </a:xfrm>
          <a:prstGeom prst="rect">
            <a:avLst/>
          </a:prstGeom>
          <a:solidFill>
            <a:schemeClr val="bg1"/>
          </a:solidFill>
        </p:spPr>
        <p:txBody>
          <a:bodyPr wrap="square" rtlCol="0">
            <a:spAutoFit/>
          </a:bodyPr>
          <a:lstStyle/>
          <a:p>
            <a:pPr defTabSz="457200"/>
            <a:r>
              <a:rPr lang="en-US" sz="1100" dirty="0">
                <a:solidFill>
                  <a:srgbClr val="931909"/>
                </a:solidFill>
                <a:latin typeface="Segoe UI Black"/>
              </a:rPr>
              <a:t>2.6m</a:t>
            </a:r>
            <a:endParaRPr lang="en-US" sz="1100" baseline="-25000" dirty="0">
              <a:solidFill>
                <a:srgbClr val="931909"/>
              </a:solidFill>
              <a:latin typeface="Segoe UI Black"/>
            </a:endParaRPr>
          </a:p>
        </p:txBody>
      </p:sp>
      <p:sp>
        <p:nvSpPr>
          <p:cNvPr id="90" name="TextBox 89"/>
          <p:cNvSpPr txBox="1"/>
          <p:nvPr/>
        </p:nvSpPr>
        <p:spPr>
          <a:xfrm>
            <a:off x="6612317" y="4139208"/>
            <a:ext cx="3286477" cy="523220"/>
          </a:xfrm>
          <a:prstGeom prst="rect">
            <a:avLst/>
          </a:prstGeom>
          <a:noFill/>
        </p:spPr>
        <p:txBody>
          <a:bodyPr wrap="none" rtlCol="0">
            <a:spAutoFit/>
          </a:bodyPr>
          <a:lstStyle/>
          <a:p>
            <a:pPr defTabSz="457200"/>
            <a:r>
              <a:rPr lang="el-GR" sz="1400" b="1" dirty="0">
                <a:solidFill>
                  <a:srgbClr val="931909"/>
                </a:solidFill>
                <a:latin typeface="Segoe UI Black"/>
              </a:rPr>
              <a:t>Σ</a:t>
            </a:r>
            <a:r>
              <a:rPr lang="en-US" sz="1400" b="1" dirty="0">
                <a:solidFill>
                  <a:srgbClr val="931909"/>
                </a:solidFill>
                <a:latin typeface="Segoe UI Black"/>
              </a:rPr>
              <a:t>M</a:t>
            </a:r>
            <a:r>
              <a:rPr lang="en-US" sz="1400" i="1" baseline="-25000" dirty="0">
                <a:solidFill>
                  <a:srgbClr val="931909"/>
                </a:solidFill>
                <a:latin typeface="Segoe UI Black"/>
              </a:rPr>
              <a:t>A</a:t>
            </a:r>
            <a:r>
              <a:rPr lang="en-US" sz="1400" dirty="0">
                <a:solidFill>
                  <a:srgbClr val="931909"/>
                </a:solidFill>
                <a:latin typeface="Segoe UI Black"/>
              </a:rPr>
              <a:t>=0, By*4.8 – 1.3*3.6 - 1.2*1 =0 ;</a:t>
            </a:r>
          </a:p>
          <a:p>
            <a:pPr defTabSz="457200"/>
            <a:r>
              <a:rPr lang="en-US" sz="1400" dirty="0">
                <a:solidFill>
                  <a:srgbClr val="931909"/>
                </a:solidFill>
                <a:latin typeface="Segoe UI Black"/>
              </a:rPr>
              <a:t>              By=1.23 kN </a:t>
            </a:r>
            <a:endParaRPr lang="en-US" sz="1100" i="1" baseline="-25000" dirty="0">
              <a:solidFill>
                <a:srgbClr val="931909"/>
              </a:solidFill>
              <a:latin typeface="Segoe UI Black"/>
            </a:endParaRPr>
          </a:p>
        </p:txBody>
      </p:sp>
      <p:sp>
        <p:nvSpPr>
          <p:cNvPr id="91" name="TextBox 90"/>
          <p:cNvSpPr txBox="1"/>
          <p:nvPr/>
        </p:nvSpPr>
        <p:spPr>
          <a:xfrm>
            <a:off x="6643877" y="4534763"/>
            <a:ext cx="1968809" cy="523220"/>
          </a:xfrm>
          <a:prstGeom prst="rect">
            <a:avLst/>
          </a:prstGeom>
          <a:noFill/>
        </p:spPr>
        <p:txBody>
          <a:bodyPr wrap="none" rtlCol="0">
            <a:spAutoFit/>
          </a:bodyPr>
          <a:lstStyle/>
          <a:p>
            <a:pPr defTabSz="457200"/>
            <a:r>
              <a:rPr lang="el-GR" sz="1400" b="1" dirty="0">
                <a:solidFill>
                  <a:srgbClr val="931909"/>
                </a:solidFill>
                <a:latin typeface="Segoe UI Black"/>
              </a:rPr>
              <a:t>Σ</a:t>
            </a:r>
            <a:r>
              <a:rPr lang="en-US" sz="1400" b="1" dirty="0" err="1">
                <a:solidFill>
                  <a:srgbClr val="931909"/>
                </a:solidFill>
                <a:latin typeface="Segoe UI Black"/>
              </a:rPr>
              <a:t>F</a:t>
            </a:r>
            <a:r>
              <a:rPr lang="en-US" sz="1400" i="1" baseline="-25000" dirty="0" err="1">
                <a:solidFill>
                  <a:srgbClr val="931909"/>
                </a:solidFill>
                <a:latin typeface="Segoe UI Black"/>
              </a:rPr>
              <a:t>x</a:t>
            </a:r>
            <a:r>
              <a:rPr lang="en-US" sz="1400" dirty="0">
                <a:solidFill>
                  <a:srgbClr val="931909"/>
                </a:solidFill>
                <a:latin typeface="Segoe UI Black"/>
              </a:rPr>
              <a:t>=0, Ax – 0.75=0; </a:t>
            </a:r>
          </a:p>
          <a:p>
            <a:pPr defTabSz="457200"/>
            <a:r>
              <a:rPr lang="en-US" sz="1400" dirty="0">
                <a:solidFill>
                  <a:srgbClr val="931909"/>
                </a:solidFill>
                <a:latin typeface="Segoe UI Black"/>
              </a:rPr>
              <a:t>             Ax=0.75kN </a:t>
            </a:r>
            <a:endParaRPr lang="en-US" sz="1100" i="1" baseline="-25000" dirty="0">
              <a:solidFill>
                <a:srgbClr val="931909"/>
              </a:solidFill>
              <a:latin typeface="Segoe UI Black"/>
            </a:endParaRPr>
          </a:p>
        </p:txBody>
      </p:sp>
      <p:sp>
        <p:nvSpPr>
          <p:cNvPr id="92" name="TextBox 91"/>
          <p:cNvSpPr txBox="1"/>
          <p:nvPr/>
        </p:nvSpPr>
        <p:spPr>
          <a:xfrm>
            <a:off x="6550963" y="5052139"/>
            <a:ext cx="3102131" cy="523220"/>
          </a:xfrm>
          <a:prstGeom prst="rect">
            <a:avLst/>
          </a:prstGeom>
          <a:noFill/>
        </p:spPr>
        <p:txBody>
          <a:bodyPr wrap="none" rtlCol="0">
            <a:spAutoFit/>
          </a:bodyPr>
          <a:lstStyle/>
          <a:p>
            <a:pPr defTabSz="457200"/>
            <a:r>
              <a:rPr lang="el-GR" sz="1400" b="1" dirty="0">
                <a:solidFill>
                  <a:srgbClr val="931909"/>
                </a:solidFill>
                <a:latin typeface="Segoe UI Black"/>
              </a:rPr>
              <a:t>Σ</a:t>
            </a:r>
            <a:r>
              <a:rPr lang="en-US" sz="1400" b="1" dirty="0" err="1">
                <a:solidFill>
                  <a:srgbClr val="931909"/>
                </a:solidFill>
                <a:latin typeface="Segoe UI Black"/>
              </a:rPr>
              <a:t>F</a:t>
            </a:r>
            <a:r>
              <a:rPr lang="en-US" sz="1400" i="1" baseline="-25000" dirty="0" err="1">
                <a:solidFill>
                  <a:srgbClr val="931909"/>
                </a:solidFill>
                <a:latin typeface="Segoe UI Black"/>
              </a:rPr>
              <a:t>y</a:t>
            </a:r>
            <a:r>
              <a:rPr lang="en-US" sz="1400" dirty="0">
                <a:solidFill>
                  <a:srgbClr val="931909"/>
                </a:solidFill>
                <a:latin typeface="Segoe UI Black"/>
              </a:rPr>
              <a:t>=0, Ay + 1.23- 2 - 1.2 -1.3=0 ;  </a:t>
            </a:r>
          </a:p>
          <a:p>
            <a:pPr defTabSz="457200"/>
            <a:r>
              <a:rPr lang="en-US" sz="1400" dirty="0">
                <a:solidFill>
                  <a:srgbClr val="931909"/>
                </a:solidFill>
                <a:latin typeface="Segoe UI Black"/>
              </a:rPr>
              <a:t>             Ay=3.07 KN</a:t>
            </a:r>
            <a:endParaRPr lang="en-US" sz="1100" i="1" baseline="-25000" dirty="0">
              <a:solidFill>
                <a:srgbClr val="931909"/>
              </a:solidFill>
              <a:latin typeface="Segoe UI Black"/>
            </a:endParaRPr>
          </a:p>
        </p:txBody>
      </p:sp>
      <p:sp>
        <p:nvSpPr>
          <p:cNvPr id="38" name="TextBox 37"/>
          <p:cNvSpPr txBox="1"/>
          <p:nvPr/>
        </p:nvSpPr>
        <p:spPr>
          <a:xfrm>
            <a:off x="7423078" y="2806029"/>
            <a:ext cx="518091" cy="261610"/>
          </a:xfrm>
          <a:prstGeom prst="rect">
            <a:avLst/>
          </a:prstGeom>
          <a:noFill/>
        </p:spPr>
        <p:txBody>
          <a:bodyPr wrap="none" rtlCol="0">
            <a:spAutoFit/>
          </a:bodyPr>
          <a:lstStyle/>
          <a:p>
            <a:pPr defTabSz="457200"/>
            <a:r>
              <a:rPr lang="en-US" sz="1100" dirty="0">
                <a:solidFill>
                  <a:srgbClr val="931909"/>
                </a:solidFill>
                <a:latin typeface="Segoe UI Black"/>
              </a:rPr>
              <a:t>1.0m</a:t>
            </a:r>
            <a:endParaRPr lang="en-US" sz="1100" baseline="-25000" dirty="0">
              <a:solidFill>
                <a:srgbClr val="931909"/>
              </a:solidFill>
              <a:latin typeface="Segoe UI Black"/>
            </a:endParaRPr>
          </a:p>
        </p:txBody>
      </p:sp>
    </p:spTree>
    <p:extLst>
      <p:ext uri="{BB962C8B-B14F-4D97-AF65-F5344CB8AC3E}">
        <p14:creationId xmlns:p14="http://schemas.microsoft.com/office/powerpoint/2010/main" val="1287057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4503"/>
            <a:ext cx="9144000" cy="404948"/>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15" name="Rectangle 14"/>
          <p:cNvSpPr/>
          <p:nvPr/>
        </p:nvSpPr>
        <p:spPr>
          <a:xfrm>
            <a:off x="1654631" y="971116"/>
            <a:ext cx="1280159" cy="400110"/>
          </a:xfrm>
          <a:prstGeom prst="rect">
            <a:avLst/>
          </a:prstGeom>
          <a:solidFill>
            <a:schemeClr val="accent1">
              <a:lumMod val="75000"/>
            </a:schemeClr>
          </a:solidFill>
        </p:spPr>
        <p:txBody>
          <a:bodyPr wrap="square">
            <a:spAutoFit/>
          </a:bodyPr>
          <a:lstStyle/>
          <a:p>
            <a:pPr defTabSz="457200">
              <a:buClr>
                <a:srgbClr val="00B050"/>
              </a:buClr>
              <a:buSzPct val="115000"/>
            </a:pPr>
            <a:r>
              <a:rPr lang="en-US" sz="2000" b="1" u="sng">
                <a:solidFill>
                  <a:srgbClr val="FFFF00"/>
                </a:solidFill>
                <a:latin typeface="Segoe UI Black"/>
              </a:rPr>
              <a:t>Exercise</a:t>
            </a:r>
            <a:endParaRPr lang="en-US" sz="2000" b="1" u="sng" dirty="0">
              <a:solidFill>
                <a:srgbClr val="FFFF00"/>
              </a:solidFill>
              <a:latin typeface="Segoe UI Black"/>
            </a:endParaRP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6</a:t>
            </a:fld>
            <a:endParaRPr lang="en-US" sz="2000" dirty="0">
              <a:solidFill>
                <a:srgbClr val="931909">
                  <a:lumMod val="50000"/>
                </a:srgbClr>
              </a:solidFill>
              <a:latin typeface="Segoe UI Black"/>
            </a:endParaRPr>
          </a:p>
        </p:txBody>
      </p:sp>
      <p:pic>
        <p:nvPicPr>
          <p:cNvPr id="2" name="Picture 1"/>
          <p:cNvPicPr>
            <a:picLocks noChangeAspect="1"/>
          </p:cNvPicPr>
          <p:nvPr/>
        </p:nvPicPr>
        <p:blipFill>
          <a:blip r:embed="rId3"/>
          <a:stretch>
            <a:fillRect/>
          </a:stretch>
        </p:blipFill>
        <p:spPr>
          <a:xfrm>
            <a:off x="5529722" y="1432782"/>
            <a:ext cx="5020713" cy="2466315"/>
          </a:xfrm>
          <a:prstGeom prst="rect">
            <a:avLst/>
          </a:prstGeom>
        </p:spPr>
      </p:pic>
      <p:pic>
        <p:nvPicPr>
          <p:cNvPr id="4" name="Picture 3"/>
          <p:cNvPicPr>
            <a:picLocks noChangeAspect="1"/>
          </p:cNvPicPr>
          <p:nvPr/>
        </p:nvPicPr>
        <p:blipFill>
          <a:blip r:embed="rId4"/>
          <a:stretch>
            <a:fillRect/>
          </a:stretch>
        </p:blipFill>
        <p:spPr>
          <a:xfrm>
            <a:off x="5870257" y="4514372"/>
            <a:ext cx="4476750" cy="2171700"/>
          </a:xfrm>
          <a:prstGeom prst="rect">
            <a:avLst/>
          </a:prstGeom>
        </p:spPr>
      </p:pic>
      <p:sp>
        <p:nvSpPr>
          <p:cNvPr id="5" name="Rectangle 4"/>
          <p:cNvSpPr/>
          <p:nvPr/>
        </p:nvSpPr>
        <p:spPr>
          <a:xfrm>
            <a:off x="1524001" y="1607759"/>
            <a:ext cx="4193177" cy="4801314"/>
          </a:xfrm>
          <a:prstGeom prst="rect">
            <a:avLst/>
          </a:prstGeom>
        </p:spPr>
        <p:txBody>
          <a:bodyPr wrap="square">
            <a:spAutoFit/>
          </a:bodyPr>
          <a:lstStyle/>
          <a:p>
            <a:pPr defTabSz="457200"/>
            <a:r>
              <a:rPr lang="en-US" dirty="0">
                <a:solidFill>
                  <a:srgbClr val="931909"/>
                </a:solidFill>
                <a:latin typeface="Segoe UI Black"/>
              </a:rPr>
              <a:t>1. Calculate the support reactions at A and B for the beam subjected to the two linearly varying load distributions</a:t>
            </a:r>
          </a:p>
          <a:p>
            <a:pPr defTabSz="457200"/>
            <a:endParaRPr lang="en-US" dirty="0">
              <a:solidFill>
                <a:srgbClr val="931909"/>
              </a:solidFill>
              <a:latin typeface="Segoe UI Black"/>
            </a:endParaRPr>
          </a:p>
          <a:p>
            <a:pPr defTabSz="457200"/>
            <a:endParaRPr lang="en-US" dirty="0">
              <a:solidFill>
                <a:srgbClr val="931909"/>
              </a:solidFill>
              <a:latin typeface="Segoe UI Black"/>
            </a:endParaRPr>
          </a:p>
          <a:p>
            <a:pPr defTabSz="457200"/>
            <a:endParaRPr lang="en-US" dirty="0">
              <a:solidFill>
                <a:srgbClr val="931909"/>
              </a:solidFill>
              <a:latin typeface="Segoe UI Black"/>
            </a:endParaRPr>
          </a:p>
          <a:p>
            <a:pPr defTabSz="457200"/>
            <a:endParaRPr lang="en-US" dirty="0">
              <a:solidFill>
                <a:srgbClr val="931909"/>
              </a:solidFill>
              <a:latin typeface="Segoe UI Black"/>
            </a:endParaRPr>
          </a:p>
          <a:p>
            <a:pPr defTabSz="457200"/>
            <a:endParaRPr lang="en-US" dirty="0">
              <a:solidFill>
                <a:srgbClr val="931909"/>
              </a:solidFill>
              <a:latin typeface="Segoe UI Black"/>
            </a:endParaRPr>
          </a:p>
          <a:p>
            <a:pPr defTabSz="457200"/>
            <a:endParaRPr lang="en-US" dirty="0">
              <a:solidFill>
                <a:srgbClr val="931909"/>
              </a:solidFill>
              <a:latin typeface="Segoe UI Black"/>
            </a:endParaRPr>
          </a:p>
          <a:p>
            <a:pPr defTabSz="457200"/>
            <a:endParaRPr lang="en-US" dirty="0">
              <a:solidFill>
                <a:srgbClr val="931909"/>
              </a:solidFill>
              <a:latin typeface="Segoe UI Black"/>
            </a:endParaRPr>
          </a:p>
          <a:p>
            <a:pPr defTabSz="457200"/>
            <a:endParaRPr lang="en-US" dirty="0">
              <a:solidFill>
                <a:srgbClr val="931909"/>
              </a:solidFill>
              <a:latin typeface="Segoe UI Black"/>
            </a:endParaRPr>
          </a:p>
          <a:p>
            <a:pPr defTabSz="457200"/>
            <a:endParaRPr lang="en-US" dirty="0">
              <a:solidFill>
                <a:srgbClr val="931909"/>
              </a:solidFill>
              <a:latin typeface="Segoe UI Black"/>
            </a:endParaRPr>
          </a:p>
          <a:p>
            <a:pPr defTabSz="457200"/>
            <a:r>
              <a:rPr lang="en-US" dirty="0">
                <a:solidFill>
                  <a:srgbClr val="931909"/>
                </a:solidFill>
                <a:latin typeface="Segoe UI Black"/>
              </a:rPr>
              <a:t>2. A cantilever beam supports the variable load shown. Calculate the supporting force R</a:t>
            </a:r>
            <a:r>
              <a:rPr lang="en-US" baseline="-25000" dirty="0">
                <a:solidFill>
                  <a:srgbClr val="931909"/>
                </a:solidFill>
                <a:latin typeface="Segoe UI Black"/>
              </a:rPr>
              <a:t>A</a:t>
            </a:r>
            <a:r>
              <a:rPr lang="en-US" dirty="0">
                <a:solidFill>
                  <a:srgbClr val="931909"/>
                </a:solidFill>
                <a:latin typeface="Segoe UI Black"/>
              </a:rPr>
              <a:t> and moment M</a:t>
            </a:r>
            <a:r>
              <a:rPr lang="en-US" baseline="-25000" dirty="0">
                <a:solidFill>
                  <a:srgbClr val="931909"/>
                </a:solidFill>
                <a:latin typeface="Segoe UI Black"/>
              </a:rPr>
              <a:t>A</a:t>
            </a:r>
            <a:r>
              <a:rPr lang="en-US" dirty="0">
                <a:solidFill>
                  <a:srgbClr val="931909"/>
                </a:solidFill>
                <a:latin typeface="Segoe UI Black"/>
              </a:rPr>
              <a:t> at A</a:t>
            </a:r>
          </a:p>
        </p:txBody>
      </p:sp>
      <p:sp>
        <p:nvSpPr>
          <p:cNvPr id="10" name="Rectangle 9"/>
          <p:cNvSpPr/>
          <p:nvPr/>
        </p:nvSpPr>
        <p:spPr>
          <a:xfrm>
            <a:off x="4195449" y="509452"/>
            <a:ext cx="4855816" cy="461665"/>
          </a:xfrm>
          <a:prstGeom prst="rect">
            <a:avLst/>
          </a:prstGeom>
        </p:spPr>
        <p:txBody>
          <a:bodyPr wrap="none">
            <a:spAutoFit/>
          </a:bodyPr>
          <a:lstStyle/>
          <a:p>
            <a:pPr defTabSz="457200"/>
            <a:r>
              <a:rPr lang="en-US" sz="2400" b="1" dirty="0">
                <a:solidFill>
                  <a:srgbClr val="931909"/>
                </a:solidFill>
                <a:latin typeface="Segoe UI Black"/>
              </a:rPr>
              <a:t>Determining external effects…</a:t>
            </a:r>
          </a:p>
        </p:txBody>
      </p:sp>
    </p:spTree>
    <p:extLst>
      <p:ext uri="{BB962C8B-B14F-4D97-AF65-F5344CB8AC3E}">
        <p14:creationId xmlns:p14="http://schemas.microsoft.com/office/powerpoint/2010/main" val="1497533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6735"/>
            <a:ext cx="9144000" cy="464790"/>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7" name="Rectangle 6"/>
          <p:cNvSpPr/>
          <p:nvPr/>
        </p:nvSpPr>
        <p:spPr>
          <a:xfrm>
            <a:off x="4143199" y="509452"/>
            <a:ext cx="4485523" cy="461665"/>
          </a:xfrm>
          <a:prstGeom prst="rect">
            <a:avLst/>
          </a:prstGeom>
        </p:spPr>
        <p:txBody>
          <a:bodyPr wrap="none">
            <a:spAutoFit/>
          </a:bodyPr>
          <a:lstStyle/>
          <a:p>
            <a:pPr defTabSz="457200"/>
            <a:r>
              <a:rPr lang="en-US" sz="2400" b="1" dirty="0">
                <a:solidFill>
                  <a:srgbClr val="931909"/>
                </a:solidFill>
                <a:latin typeface="Segoe UI Black"/>
              </a:rPr>
              <a:t>Determining internal effects</a:t>
            </a:r>
          </a:p>
        </p:txBody>
      </p:sp>
      <p:sp>
        <p:nvSpPr>
          <p:cNvPr id="15" name="Rectangle 14"/>
          <p:cNvSpPr/>
          <p:nvPr/>
        </p:nvSpPr>
        <p:spPr>
          <a:xfrm>
            <a:off x="1654629" y="1060324"/>
            <a:ext cx="8692378" cy="1015663"/>
          </a:xfrm>
          <a:prstGeom prst="rect">
            <a:avLst/>
          </a:prstGeom>
          <a:solidFill>
            <a:schemeClr val="accent1">
              <a:lumMod val="75000"/>
            </a:schemeClr>
          </a:solidFill>
        </p:spPr>
        <p:txBody>
          <a:bodyPr wrap="square">
            <a:spAutoFit/>
          </a:bodyPr>
          <a:lstStyle/>
          <a:p>
            <a:pPr marL="342900" indent="-342900" defTabSz="457200">
              <a:buClr>
                <a:srgbClr val="00B050"/>
              </a:buClr>
              <a:buSzPct val="115000"/>
              <a:buFont typeface="Arial" panose="020B0604020202020204" pitchFamily="34" charset="0"/>
              <a:buChar char="•"/>
            </a:pPr>
            <a:r>
              <a:rPr lang="en-US" sz="2000" b="1" dirty="0">
                <a:solidFill>
                  <a:srgbClr val="FFFF00"/>
                </a:solidFill>
                <a:latin typeface="Segoe UI Black"/>
              </a:rPr>
              <a:t>In this article we introduce internal beam effects and apply principles of statics to calculate the internal shear force and bending moment as functions of location along the beam.</a:t>
            </a:r>
            <a:endParaRPr lang="en-US" b="1" dirty="0">
              <a:solidFill>
                <a:srgbClr val="FFFF00"/>
              </a:solidFill>
              <a:latin typeface="Segoe UI Black"/>
            </a:endParaRP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7</a:t>
            </a:fld>
            <a:endParaRPr lang="en-US" sz="2000" dirty="0">
              <a:solidFill>
                <a:srgbClr val="931909">
                  <a:lumMod val="50000"/>
                </a:srgbClr>
              </a:solidFill>
              <a:latin typeface="Segoe UI Black"/>
            </a:endParaRPr>
          </a:p>
        </p:txBody>
      </p:sp>
      <p:sp>
        <p:nvSpPr>
          <p:cNvPr id="2" name="Rectangle 1"/>
          <p:cNvSpPr/>
          <p:nvPr/>
        </p:nvSpPr>
        <p:spPr>
          <a:xfrm>
            <a:off x="1654629" y="2075986"/>
            <a:ext cx="3748142" cy="400110"/>
          </a:xfrm>
          <a:prstGeom prst="rect">
            <a:avLst/>
          </a:prstGeom>
        </p:spPr>
        <p:txBody>
          <a:bodyPr wrap="none">
            <a:spAutoFit/>
          </a:bodyPr>
          <a:lstStyle/>
          <a:p>
            <a:pPr defTabSz="457200"/>
            <a:r>
              <a:rPr lang="en-US" sz="2000" dirty="0">
                <a:solidFill>
                  <a:srgbClr val="931909">
                    <a:lumMod val="50000"/>
                  </a:srgbClr>
                </a:solidFill>
                <a:latin typeface="Segoe UI Black"/>
              </a:rPr>
              <a:t>Shear, Bending, and Torsion</a:t>
            </a:r>
          </a:p>
        </p:txBody>
      </p:sp>
      <p:sp>
        <p:nvSpPr>
          <p:cNvPr id="4" name="Rectangle 3"/>
          <p:cNvSpPr/>
          <p:nvPr/>
        </p:nvSpPr>
        <p:spPr>
          <a:xfrm>
            <a:off x="1770012" y="2476097"/>
            <a:ext cx="8706919" cy="2246769"/>
          </a:xfrm>
          <a:prstGeom prst="rect">
            <a:avLst/>
          </a:prstGeom>
        </p:spPr>
        <p:txBody>
          <a:bodyPr wrap="square">
            <a:spAutoFit/>
          </a:bodyPr>
          <a:lstStyle/>
          <a:p>
            <a:pPr defTabSz="457200"/>
            <a:r>
              <a:rPr lang="en-US" sz="2000" dirty="0">
                <a:solidFill>
                  <a:srgbClr val="931909"/>
                </a:solidFill>
                <a:latin typeface="Segoe UI Black"/>
              </a:rPr>
              <a:t>In addition to supporting tension or compression, a beam can resist</a:t>
            </a:r>
          </a:p>
          <a:p>
            <a:pPr defTabSz="457200"/>
            <a:r>
              <a:rPr lang="en-US" sz="2000" dirty="0">
                <a:solidFill>
                  <a:srgbClr val="931909"/>
                </a:solidFill>
                <a:latin typeface="Segoe UI Black"/>
              </a:rPr>
              <a:t>shear, bending, and torsion. These three effects are illustrated in Figures below. The force V is called the shear force, the couple M is called the bending moment, and the couple T is called a torsional moment. These effects represent the vector components of the resultant of the forces acting on a transverse section of the beam as shown in the right figure.</a:t>
            </a:r>
          </a:p>
        </p:txBody>
      </p:sp>
      <p:pic>
        <p:nvPicPr>
          <p:cNvPr id="5" name="Picture 4"/>
          <p:cNvPicPr>
            <a:picLocks noChangeAspect="1"/>
          </p:cNvPicPr>
          <p:nvPr/>
        </p:nvPicPr>
        <p:blipFill>
          <a:blip r:embed="rId3"/>
          <a:stretch>
            <a:fillRect/>
          </a:stretch>
        </p:blipFill>
        <p:spPr>
          <a:xfrm>
            <a:off x="1599274" y="4781542"/>
            <a:ext cx="1495425" cy="1657350"/>
          </a:xfrm>
          <a:prstGeom prst="rect">
            <a:avLst/>
          </a:prstGeom>
        </p:spPr>
      </p:pic>
      <p:pic>
        <p:nvPicPr>
          <p:cNvPr id="8" name="Picture 7"/>
          <p:cNvPicPr>
            <a:picLocks noChangeAspect="1"/>
          </p:cNvPicPr>
          <p:nvPr/>
        </p:nvPicPr>
        <p:blipFill>
          <a:blip r:embed="rId4"/>
          <a:stretch>
            <a:fillRect/>
          </a:stretch>
        </p:blipFill>
        <p:spPr>
          <a:xfrm>
            <a:off x="8629650" y="4643430"/>
            <a:ext cx="2038350" cy="1933575"/>
          </a:xfrm>
          <a:prstGeom prst="rect">
            <a:avLst/>
          </a:prstGeom>
        </p:spPr>
      </p:pic>
      <p:pic>
        <p:nvPicPr>
          <p:cNvPr id="9" name="Picture 8"/>
          <p:cNvPicPr>
            <a:picLocks noChangeAspect="1"/>
          </p:cNvPicPr>
          <p:nvPr/>
        </p:nvPicPr>
        <p:blipFill>
          <a:blip r:embed="rId5"/>
          <a:stretch>
            <a:fillRect/>
          </a:stretch>
        </p:blipFill>
        <p:spPr>
          <a:xfrm>
            <a:off x="3094698" y="4907532"/>
            <a:ext cx="2608988" cy="1383339"/>
          </a:xfrm>
          <a:prstGeom prst="rect">
            <a:avLst/>
          </a:prstGeom>
        </p:spPr>
      </p:pic>
      <p:pic>
        <p:nvPicPr>
          <p:cNvPr id="10" name="Picture 9"/>
          <p:cNvPicPr>
            <a:picLocks noChangeAspect="1"/>
          </p:cNvPicPr>
          <p:nvPr/>
        </p:nvPicPr>
        <p:blipFill>
          <a:blip r:embed="rId6"/>
          <a:stretch>
            <a:fillRect/>
          </a:stretch>
        </p:blipFill>
        <p:spPr>
          <a:xfrm>
            <a:off x="5763830" y="5071914"/>
            <a:ext cx="2805676" cy="1076604"/>
          </a:xfrm>
          <a:prstGeom prst="rect">
            <a:avLst/>
          </a:prstGeom>
        </p:spPr>
      </p:pic>
    </p:spTree>
    <p:extLst>
      <p:ext uri="{BB962C8B-B14F-4D97-AF65-F5344CB8AC3E}">
        <p14:creationId xmlns:p14="http://schemas.microsoft.com/office/powerpoint/2010/main" val="2290450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6735"/>
            <a:ext cx="9144000" cy="464790"/>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7" name="Rectangle 6"/>
          <p:cNvSpPr/>
          <p:nvPr/>
        </p:nvSpPr>
        <p:spPr>
          <a:xfrm>
            <a:off x="4143198" y="509452"/>
            <a:ext cx="4892686" cy="461665"/>
          </a:xfrm>
          <a:prstGeom prst="rect">
            <a:avLst/>
          </a:prstGeom>
        </p:spPr>
        <p:txBody>
          <a:bodyPr wrap="none">
            <a:spAutoFit/>
          </a:bodyPr>
          <a:lstStyle/>
          <a:p>
            <a:pPr defTabSz="457200"/>
            <a:r>
              <a:rPr lang="en-US" sz="2400" b="1" dirty="0">
                <a:solidFill>
                  <a:srgbClr val="931909"/>
                </a:solidFill>
                <a:latin typeface="Segoe UI Black"/>
              </a:rPr>
              <a:t>Determining internal effects …</a:t>
            </a:r>
          </a:p>
        </p:txBody>
      </p:sp>
      <p:sp>
        <p:nvSpPr>
          <p:cNvPr id="15" name="Rectangle 14"/>
          <p:cNvSpPr/>
          <p:nvPr/>
        </p:nvSpPr>
        <p:spPr>
          <a:xfrm>
            <a:off x="1654629" y="1060323"/>
            <a:ext cx="8692378" cy="3785652"/>
          </a:xfrm>
          <a:prstGeom prst="rect">
            <a:avLst/>
          </a:prstGeom>
          <a:solidFill>
            <a:schemeClr val="accent1">
              <a:lumMod val="75000"/>
            </a:schemeClr>
          </a:solidFill>
        </p:spPr>
        <p:txBody>
          <a:bodyPr wrap="square">
            <a:spAutoFit/>
          </a:bodyPr>
          <a:lstStyle/>
          <a:p>
            <a:pPr marL="342900" indent="-342900" defTabSz="457200">
              <a:buClr>
                <a:srgbClr val="00B050"/>
              </a:buClr>
              <a:buSzPct val="115000"/>
              <a:buFont typeface="Arial" panose="020B0604020202020204" pitchFamily="34" charset="0"/>
              <a:buChar char="•"/>
            </a:pPr>
            <a:r>
              <a:rPr lang="en-US" sz="2000" b="1" dirty="0">
                <a:solidFill>
                  <a:srgbClr val="FFFF00"/>
                </a:solidFill>
                <a:latin typeface="Segoe UI Black"/>
              </a:rPr>
              <a:t>Consider the shear force V and bending moment M caused by forces applied to the beam in a single plane. The conventions for positive values of shear V and bending moment M shown in Figure below are the ones generally used.</a:t>
            </a:r>
          </a:p>
          <a:p>
            <a:pPr marL="342900" indent="-342900" defTabSz="457200">
              <a:buClr>
                <a:srgbClr val="00B050"/>
              </a:buClr>
              <a:buSzPct val="115000"/>
              <a:buFont typeface="Arial" panose="020B0604020202020204" pitchFamily="34" charset="0"/>
              <a:buChar char="•"/>
            </a:pPr>
            <a:r>
              <a:rPr lang="en-US" sz="2000" b="1" dirty="0">
                <a:solidFill>
                  <a:srgbClr val="FFFF00"/>
                </a:solidFill>
                <a:latin typeface="Segoe UI Black"/>
              </a:rPr>
              <a:t> From the principle of action and reaction we can see that the directions of V and M are reversed on the two sections. It is frequently impossible to tell without calculation whether the shear and moment at a particular section are positive or negative. For this reason it is advisable to represent V and M in their positive directions on the free-body diagrams and let the algebraic signs of the calculated values indicate the proper directions.</a:t>
            </a:r>
            <a:endParaRPr lang="en-US" b="1" dirty="0">
              <a:solidFill>
                <a:srgbClr val="FFFF00"/>
              </a:solidFill>
              <a:latin typeface="Segoe UI Black"/>
            </a:endParaRP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8</a:t>
            </a:fld>
            <a:endParaRPr lang="en-US" sz="2000" dirty="0">
              <a:solidFill>
                <a:srgbClr val="931909">
                  <a:lumMod val="50000"/>
                </a:srgbClr>
              </a:solidFill>
              <a:latin typeface="Segoe UI Black"/>
            </a:endParaRPr>
          </a:p>
        </p:txBody>
      </p:sp>
      <p:pic>
        <p:nvPicPr>
          <p:cNvPr id="3" name="Picture 2"/>
          <p:cNvPicPr>
            <a:picLocks noChangeAspect="1"/>
          </p:cNvPicPr>
          <p:nvPr/>
        </p:nvPicPr>
        <p:blipFill>
          <a:blip r:embed="rId3"/>
          <a:stretch>
            <a:fillRect/>
          </a:stretch>
        </p:blipFill>
        <p:spPr>
          <a:xfrm>
            <a:off x="3976261" y="4935183"/>
            <a:ext cx="3038475" cy="1838325"/>
          </a:xfrm>
          <a:prstGeom prst="rect">
            <a:avLst/>
          </a:prstGeom>
        </p:spPr>
      </p:pic>
    </p:spTree>
    <p:extLst>
      <p:ext uri="{BB962C8B-B14F-4D97-AF65-F5344CB8AC3E}">
        <p14:creationId xmlns:p14="http://schemas.microsoft.com/office/powerpoint/2010/main" val="4293708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6735"/>
            <a:ext cx="9144000" cy="464790"/>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7" name="Rectangle 6"/>
          <p:cNvSpPr/>
          <p:nvPr/>
        </p:nvSpPr>
        <p:spPr>
          <a:xfrm>
            <a:off x="4143198" y="509452"/>
            <a:ext cx="4892686" cy="461665"/>
          </a:xfrm>
          <a:prstGeom prst="rect">
            <a:avLst/>
          </a:prstGeom>
        </p:spPr>
        <p:txBody>
          <a:bodyPr wrap="none">
            <a:spAutoFit/>
          </a:bodyPr>
          <a:lstStyle/>
          <a:p>
            <a:pPr defTabSz="457200"/>
            <a:r>
              <a:rPr lang="en-US" sz="2400" b="1" dirty="0">
                <a:solidFill>
                  <a:srgbClr val="931909"/>
                </a:solidFill>
                <a:latin typeface="Segoe UI Black"/>
              </a:rPr>
              <a:t>Determining internal effects …</a:t>
            </a:r>
          </a:p>
        </p:txBody>
      </p:sp>
      <p:sp>
        <p:nvSpPr>
          <p:cNvPr id="15" name="Rectangle 14"/>
          <p:cNvSpPr/>
          <p:nvPr/>
        </p:nvSpPr>
        <p:spPr>
          <a:xfrm>
            <a:off x="1654629" y="999811"/>
            <a:ext cx="8692378" cy="1015663"/>
          </a:xfrm>
          <a:prstGeom prst="rect">
            <a:avLst/>
          </a:prstGeom>
          <a:solidFill>
            <a:schemeClr val="accent1">
              <a:lumMod val="75000"/>
            </a:schemeClr>
          </a:solidFill>
        </p:spPr>
        <p:txBody>
          <a:bodyPr wrap="square">
            <a:spAutoFit/>
          </a:bodyPr>
          <a:lstStyle/>
          <a:p>
            <a:pPr defTabSz="457200">
              <a:buClr>
                <a:srgbClr val="00B050"/>
              </a:buClr>
              <a:buSzPct val="115000"/>
            </a:pPr>
            <a:r>
              <a:rPr lang="en-US" sz="2000" b="1" dirty="0">
                <a:solidFill>
                  <a:srgbClr val="FFFFFF"/>
                </a:solidFill>
                <a:latin typeface="Segoe UI Black"/>
              </a:rPr>
              <a:t>Example</a:t>
            </a:r>
          </a:p>
          <a:p>
            <a:pPr marL="342900" indent="-342900" defTabSz="457200">
              <a:buClr>
                <a:srgbClr val="00B050"/>
              </a:buClr>
              <a:buSzPct val="115000"/>
              <a:buFont typeface="Arial" panose="020B0604020202020204" pitchFamily="34" charset="0"/>
              <a:buChar char="•"/>
            </a:pPr>
            <a:r>
              <a:rPr lang="en-US" sz="2000" b="1" dirty="0">
                <a:solidFill>
                  <a:srgbClr val="FFFF00"/>
                </a:solidFill>
                <a:latin typeface="Segoe UI Black"/>
              </a:rPr>
              <a:t> Determine the shear and moment distributions produced in the simple beam by the 4-kN concentrated load.</a:t>
            </a:r>
            <a:endParaRPr lang="en-US" b="1" dirty="0">
              <a:solidFill>
                <a:srgbClr val="FFFF00"/>
              </a:solidFill>
              <a:latin typeface="Segoe UI Black"/>
            </a:endParaRP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9</a:t>
            </a:fld>
            <a:endParaRPr lang="en-US" sz="2000" dirty="0">
              <a:solidFill>
                <a:srgbClr val="931909">
                  <a:lumMod val="50000"/>
                </a:srgbClr>
              </a:solidFill>
              <a:latin typeface="Segoe UI Black"/>
            </a:endParaRPr>
          </a:p>
        </p:txBody>
      </p:sp>
      <p:pic>
        <p:nvPicPr>
          <p:cNvPr id="2" name="Picture 1"/>
          <p:cNvPicPr>
            <a:picLocks noChangeAspect="1"/>
          </p:cNvPicPr>
          <p:nvPr/>
        </p:nvPicPr>
        <p:blipFill>
          <a:blip r:embed="rId3"/>
          <a:stretch>
            <a:fillRect/>
          </a:stretch>
        </p:blipFill>
        <p:spPr>
          <a:xfrm>
            <a:off x="1654630" y="2044167"/>
            <a:ext cx="3038475" cy="1371600"/>
          </a:xfrm>
          <a:prstGeom prst="rect">
            <a:avLst/>
          </a:prstGeom>
        </p:spPr>
      </p:pic>
      <p:pic>
        <p:nvPicPr>
          <p:cNvPr id="4" name="Picture 3"/>
          <p:cNvPicPr>
            <a:picLocks noChangeAspect="1"/>
          </p:cNvPicPr>
          <p:nvPr/>
        </p:nvPicPr>
        <p:blipFill>
          <a:blip r:embed="rId4"/>
          <a:stretch>
            <a:fillRect/>
          </a:stretch>
        </p:blipFill>
        <p:spPr>
          <a:xfrm>
            <a:off x="6599874" y="2693590"/>
            <a:ext cx="3047871" cy="1414386"/>
          </a:xfrm>
          <a:prstGeom prst="rect">
            <a:avLst/>
          </a:prstGeom>
        </p:spPr>
      </p:pic>
      <p:sp>
        <p:nvSpPr>
          <p:cNvPr id="5" name="Rectangle 4"/>
          <p:cNvSpPr/>
          <p:nvPr/>
        </p:nvSpPr>
        <p:spPr>
          <a:xfrm>
            <a:off x="5329079" y="2044168"/>
            <a:ext cx="4693464" cy="646331"/>
          </a:xfrm>
          <a:prstGeom prst="rect">
            <a:avLst/>
          </a:prstGeom>
        </p:spPr>
        <p:txBody>
          <a:bodyPr wrap="none">
            <a:spAutoFit/>
          </a:bodyPr>
          <a:lstStyle/>
          <a:p>
            <a:pPr defTabSz="457200"/>
            <a:r>
              <a:rPr lang="en-US" b="1" i="1" dirty="0">
                <a:solidFill>
                  <a:srgbClr val="931909"/>
                </a:solidFill>
                <a:latin typeface="Segoe UI Black"/>
              </a:rPr>
              <a:t>Solution: 1</a:t>
            </a:r>
            <a:r>
              <a:rPr lang="en-US" b="1" i="1" baseline="30000" dirty="0">
                <a:solidFill>
                  <a:srgbClr val="931909"/>
                </a:solidFill>
                <a:latin typeface="Segoe UI Black"/>
              </a:rPr>
              <a:t>st</a:t>
            </a:r>
            <a:r>
              <a:rPr lang="en-US" b="1" i="1" dirty="0">
                <a:solidFill>
                  <a:srgbClr val="931909"/>
                </a:solidFill>
                <a:latin typeface="Segoe UI Black"/>
              </a:rPr>
              <a:t> using FBD of entire system</a:t>
            </a:r>
          </a:p>
          <a:p>
            <a:pPr defTabSz="457200"/>
            <a:r>
              <a:rPr lang="en-US" b="1" i="1" dirty="0">
                <a:solidFill>
                  <a:srgbClr val="931909"/>
                </a:solidFill>
                <a:latin typeface="Segoe UI Black"/>
              </a:rPr>
              <a:t>determine external or support reactions</a:t>
            </a:r>
          </a:p>
        </p:txBody>
      </p:sp>
      <p:sp>
        <p:nvSpPr>
          <p:cNvPr id="9" name="Rectangle 8"/>
          <p:cNvSpPr/>
          <p:nvPr/>
        </p:nvSpPr>
        <p:spPr>
          <a:xfrm>
            <a:off x="1524001" y="3815472"/>
            <a:ext cx="5075872" cy="1077218"/>
          </a:xfrm>
          <a:prstGeom prst="rect">
            <a:avLst/>
          </a:prstGeom>
        </p:spPr>
        <p:txBody>
          <a:bodyPr wrap="square">
            <a:spAutoFit/>
          </a:bodyPr>
          <a:lstStyle/>
          <a:p>
            <a:pPr defTabSz="457200"/>
            <a:r>
              <a:rPr lang="en-US" sz="1600" dirty="0">
                <a:solidFill>
                  <a:srgbClr val="931909"/>
                </a:solidFill>
                <a:latin typeface="Segoe UI Black"/>
              </a:rPr>
              <a:t>A section of the beam of length x is next isolated with its FBD on which we show the shear V and the bending moment M in their positive directions. Equilibrium gives</a:t>
            </a:r>
          </a:p>
        </p:txBody>
      </p:sp>
      <p:pic>
        <p:nvPicPr>
          <p:cNvPr id="10" name="Picture 9"/>
          <p:cNvPicPr>
            <a:picLocks noChangeAspect="1"/>
          </p:cNvPicPr>
          <p:nvPr/>
        </p:nvPicPr>
        <p:blipFill>
          <a:blip r:embed="rId5"/>
          <a:stretch>
            <a:fillRect/>
          </a:stretch>
        </p:blipFill>
        <p:spPr>
          <a:xfrm>
            <a:off x="6776471" y="4220345"/>
            <a:ext cx="2694677" cy="1344690"/>
          </a:xfrm>
          <a:prstGeom prst="rect">
            <a:avLst/>
          </a:prstGeom>
        </p:spPr>
      </p:pic>
      <p:pic>
        <p:nvPicPr>
          <p:cNvPr id="11" name="Picture 10"/>
          <p:cNvPicPr>
            <a:picLocks noChangeAspect="1"/>
          </p:cNvPicPr>
          <p:nvPr/>
        </p:nvPicPr>
        <p:blipFill>
          <a:blip r:embed="rId6"/>
          <a:stretch>
            <a:fillRect/>
          </a:stretch>
        </p:blipFill>
        <p:spPr>
          <a:xfrm>
            <a:off x="1868891" y="4979875"/>
            <a:ext cx="952500" cy="771525"/>
          </a:xfrm>
          <a:prstGeom prst="rect">
            <a:avLst/>
          </a:prstGeom>
        </p:spPr>
      </p:pic>
      <p:pic>
        <p:nvPicPr>
          <p:cNvPr id="12" name="Picture 11"/>
          <p:cNvPicPr>
            <a:picLocks noChangeAspect="1"/>
          </p:cNvPicPr>
          <p:nvPr/>
        </p:nvPicPr>
        <p:blipFill>
          <a:blip r:embed="rId7"/>
          <a:stretch>
            <a:fillRect/>
          </a:stretch>
        </p:blipFill>
        <p:spPr>
          <a:xfrm>
            <a:off x="2947050" y="4979875"/>
            <a:ext cx="1924050" cy="733425"/>
          </a:xfrm>
          <a:prstGeom prst="rect">
            <a:avLst/>
          </a:prstGeom>
        </p:spPr>
      </p:pic>
      <p:pic>
        <p:nvPicPr>
          <p:cNvPr id="13" name="Picture 12"/>
          <p:cNvPicPr>
            <a:picLocks noChangeAspect="1"/>
          </p:cNvPicPr>
          <p:nvPr/>
        </p:nvPicPr>
        <p:blipFill>
          <a:blip r:embed="rId8"/>
          <a:stretch>
            <a:fillRect/>
          </a:stretch>
        </p:blipFill>
        <p:spPr>
          <a:xfrm>
            <a:off x="5024407" y="4962404"/>
            <a:ext cx="1333500" cy="733425"/>
          </a:xfrm>
          <a:prstGeom prst="rect">
            <a:avLst/>
          </a:prstGeom>
        </p:spPr>
      </p:pic>
      <p:sp>
        <p:nvSpPr>
          <p:cNvPr id="14" name="Rectangle 13"/>
          <p:cNvSpPr/>
          <p:nvPr/>
        </p:nvSpPr>
        <p:spPr>
          <a:xfrm>
            <a:off x="1654630" y="5775074"/>
            <a:ext cx="9013370" cy="1077218"/>
          </a:xfrm>
          <a:prstGeom prst="rect">
            <a:avLst/>
          </a:prstGeom>
        </p:spPr>
        <p:txBody>
          <a:bodyPr wrap="square">
            <a:spAutoFit/>
          </a:bodyPr>
          <a:lstStyle/>
          <a:p>
            <a:pPr defTabSz="457200"/>
            <a:r>
              <a:rPr lang="en-US" sz="1600" dirty="0">
                <a:solidFill>
                  <a:srgbClr val="931909"/>
                </a:solidFill>
                <a:latin typeface="Segoe UI Black"/>
              </a:rPr>
              <a:t>These values of V and M apply to all sections of the beam to the left of the 4-kN load. A section of the beam to the right of the 4-kN load is next isolated with its</a:t>
            </a:r>
          </a:p>
          <a:p>
            <a:pPr defTabSz="457200"/>
            <a:r>
              <a:rPr lang="en-US" sz="1600" dirty="0">
                <a:solidFill>
                  <a:srgbClr val="931909"/>
                </a:solidFill>
                <a:latin typeface="Segoe UI Black"/>
              </a:rPr>
              <a:t>free-body diagram on which V and M are shown in their positive directions.</a:t>
            </a:r>
          </a:p>
          <a:p>
            <a:pPr defTabSz="457200"/>
            <a:r>
              <a:rPr lang="en-US" sz="1600" dirty="0">
                <a:solidFill>
                  <a:srgbClr val="931909"/>
                </a:solidFill>
                <a:latin typeface="Segoe UI Black"/>
              </a:rPr>
              <a:t>Equilibrium requires</a:t>
            </a:r>
          </a:p>
        </p:txBody>
      </p:sp>
    </p:spTree>
    <p:extLst>
      <p:ext uri="{BB962C8B-B14F-4D97-AF65-F5344CB8AC3E}">
        <p14:creationId xmlns:p14="http://schemas.microsoft.com/office/powerpoint/2010/main" val="470477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6735"/>
            <a:ext cx="9144000" cy="464790"/>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7" name="Rectangle 6"/>
          <p:cNvSpPr/>
          <p:nvPr/>
        </p:nvSpPr>
        <p:spPr>
          <a:xfrm>
            <a:off x="4143199" y="509452"/>
            <a:ext cx="4533613" cy="461665"/>
          </a:xfrm>
          <a:prstGeom prst="rect">
            <a:avLst/>
          </a:prstGeom>
        </p:spPr>
        <p:txBody>
          <a:bodyPr wrap="none">
            <a:spAutoFit/>
          </a:bodyPr>
          <a:lstStyle/>
          <a:p>
            <a:pPr defTabSz="457200"/>
            <a:r>
              <a:rPr lang="en-US" sz="2400" b="1" dirty="0">
                <a:solidFill>
                  <a:srgbClr val="931909"/>
                </a:solidFill>
                <a:latin typeface="Segoe UI Black"/>
              </a:rPr>
              <a:t>Shear and moment diagrams</a:t>
            </a:r>
          </a:p>
        </p:txBody>
      </p:sp>
      <p:sp>
        <p:nvSpPr>
          <p:cNvPr id="15" name="Rectangle 14"/>
          <p:cNvSpPr/>
          <p:nvPr/>
        </p:nvSpPr>
        <p:spPr>
          <a:xfrm>
            <a:off x="1654630" y="999811"/>
            <a:ext cx="5581219" cy="1200329"/>
          </a:xfrm>
          <a:prstGeom prst="rect">
            <a:avLst/>
          </a:prstGeom>
          <a:solidFill>
            <a:schemeClr val="accent1">
              <a:lumMod val="75000"/>
            </a:schemeClr>
          </a:solidFill>
        </p:spPr>
        <p:txBody>
          <a:bodyPr wrap="square">
            <a:spAutoFit/>
          </a:bodyPr>
          <a:lstStyle/>
          <a:p>
            <a:pPr defTabSz="457200">
              <a:buClr>
                <a:srgbClr val="00B050"/>
              </a:buClr>
              <a:buSzPct val="115000"/>
            </a:pPr>
            <a:r>
              <a:rPr lang="en-US" b="1" dirty="0">
                <a:solidFill>
                  <a:srgbClr val="FFFFFF"/>
                </a:solidFill>
                <a:latin typeface="Segoe UI Black"/>
              </a:rPr>
              <a:t>Example</a:t>
            </a:r>
          </a:p>
          <a:p>
            <a:pPr marL="342900" indent="-342900" defTabSz="457200">
              <a:buClr>
                <a:srgbClr val="00B050"/>
              </a:buClr>
              <a:buSzPct val="115000"/>
              <a:buFont typeface="Arial" panose="020B0604020202020204" pitchFamily="34" charset="0"/>
              <a:buChar char="•"/>
            </a:pPr>
            <a:r>
              <a:rPr lang="en-US" b="1" dirty="0">
                <a:solidFill>
                  <a:srgbClr val="FFFF00"/>
                </a:solidFill>
                <a:latin typeface="Segoe UI Black"/>
              </a:rPr>
              <a:t> Determine the shear and moment distributions produced in the simple beam by the 4-kN concentrated load.</a:t>
            </a:r>
            <a:endParaRPr lang="en-US" sz="1600" b="1" dirty="0">
              <a:solidFill>
                <a:srgbClr val="FFFF00"/>
              </a:solidFill>
              <a:latin typeface="Segoe UI Black"/>
            </a:endParaRP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10</a:t>
            </a:fld>
            <a:endParaRPr lang="en-US" sz="2000" dirty="0">
              <a:solidFill>
                <a:srgbClr val="931909">
                  <a:lumMod val="50000"/>
                </a:srgbClr>
              </a:solidFill>
              <a:latin typeface="Segoe UI Black"/>
            </a:endParaRPr>
          </a:p>
        </p:txBody>
      </p:sp>
      <p:pic>
        <p:nvPicPr>
          <p:cNvPr id="2" name="Picture 1"/>
          <p:cNvPicPr>
            <a:picLocks noChangeAspect="1"/>
          </p:cNvPicPr>
          <p:nvPr/>
        </p:nvPicPr>
        <p:blipFill>
          <a:blip r:embed="rId3"/>
          <a:stretch>
            <a:fillRect/>
          </a:stretch>
        </p:blipFill>
        <p:spPr>
          <a:xfrm>
            <a:off x="7437439" y="987361"/>
            <a:ext cx="3196890" cy="1443110"/>
          </a:xfrm>
          <a:prstGeom prst="rect">
            <a:avLst/>
          </a:prstGeom>
        </p:spPr>
      </p:pic>
      <p:pic>
        <p:nvPicPr>
          <p:cNvPr id="4" name="Picture 3"/>
          <p:cNvPicPr>
            <a:picLocks noChangeAspect="1"/>
          </p:cNvPicPr>
          <p:nvPr/>
        </p:nvPicPr>
        <p:blipFill>
          <a:blip r:embed="rId4"/>
          <a:stretch>
            <a:fillRect/>
          </a:stretch>
        </p:blipFill>
        <p:spPr>
          <a:xfrm>
            <a:off x="1735189" y="2912384"/>
            <a:ext cx="3047871" cy="1414386"/>
          </a:xfrm>
          <a:prstGeom prst="rect">
            <a:avLst/>
          </a:prstGeom>
        </p:spPr>
      </p:pic>
      <p:sp>
        <p:nvSpPr>
          <p:cNvPr id="5" name="Rectangle 4"/>
          <p:cNvSpPr/>
          <p:nvPr/>
        </p:nvSpPr>
        <p:spPr>
          <a:xfrm>
            <a:off x="1737750" y="2235276"/>
            <a:ext cx="8847130" cy="677108"/>
          </a:xfrm>
          <a:prstGeom prst="rect">
            <a:avLst/>
          </a:prstGeom>
        </p:spPr>
        <p:txBody>
          <a:bodyPr wrap="square">
            <a:spAutoFit/>
          </a:bodyPr>
          <a:lstStyle/>
          <a:p>
            <a:pPr defTabSz="457200"/>
            <a:r>
              <a:rPr lang="en-US" sz="2000" b="1" i="1" u="sng" dirty="0">
                <a:solidFill>
                  <a:srgbClr val="931909"/>
                </a:solidFill>
                <a:latin typeface="Segoe UI Black"/>
              </a:rPr>
              <a:t>Solution: </a:t>
            </a:r>
          </a:p>
          <a:p>
            <a:pPr defTabSz="457200"/>
            <a:r>
              <a:rPr lang="en-US" b="1" i="1" dirty="0">
                <a:solidFill>
                  <a:srgbClr val="931909"/>
                </a:solidFill>
                <a:latin typeface="Segoe UI Black"/>
              </a:rPr>
              <a:t>1</a:t>
            </a:r>
            <a:r>
              <a:rPr lang="en-US" b="1" i="1" baseline="30000" dirty="0">
                <a:solidFill>
                  <a:srgbClr val="931909"/>
                </a:solidFill>
                <a:latin typeface="Segoe UI Black"/>
              </a:rPr>
              <a:t>st</a:t>
            </a:r>
            <a:r>
              <a:rPr lang="en-US" b="1" i="1" dirty="0">
                <a:solidFill>
                  <a:srgbClr val="931909"/>
                </a:solidFill>
                <a:latin typeface="Segoe UI Black"/>
              </a:rPr>
              <a:t> using FBD of entire system determine external or support reactions</a:t>
            </a:r>
          </a:p>
        </p:txBody>
      </p:sp>
      <p:sp>
        <p:nvSpPr>
          <p:cNvPr id="9" name="Rectangle 8"/>
          <p:cNvSpPr/>
          <p:nvPr/>
        </p:nvSpPr>
        <p:spPr>
          <a:xfrm>
            <a:off x="3508786" y="4432777"/>
            <a:ext cx="7076094" cy="830997"/>
          </a:xfrm>
          <a:prstGeom prst="rect">
            <a:avLst/>
          </a:prstGeom>
        </p:spPr>
        <p:txBody>
          <a:bodyPr wrap="square">
            <a:spAutoFit/>
          </a:bodyPr>
          <a:lstStyle/>
          <a:p>
            <a:pPr defTabSz="457200"/>
            <a:r>
              <a:rPr lang="en-US" sz="1600" dirty="0">
                <a:solidFill>
                  <a:srgbClr val="931909"/>
                </a:solidFill>
                <a:latin typeface="Segoe UI Black"/>
              </a:rPr>
              <a:t>A section of the beam of length x is next isolated with its FBD on which we show the shear V and the bending moment M in their positive directions. Equilibrium gives</a:t>
            </a:r>
          </a:p>
        </p:txBody>
      </p:sp>
      <p:sp>
        <p:nvSpPr>
          <p:cNvPr id="14" name="Rectangle 13"/>
          <p:cNvSpPr/>
          <p:nvPr/>
        </p:nvSpPr>
        <p:spPr>
          <a:xfrm>
            <a:off x="1620959" y="6516949"/>
            <a:ext cx="9013370" cy="338554"/>
          </a:xfrm>
          <a:prstGeom prst="rect">
            <a:avLst/>
          </a:prstGeom>
        </p:spPr>
        <p:txBody>
          <a:bodyPr wrap="square">
            <a:spAutoFit/>
          </a:bodyPr>
          <a:lstStyle/>
          <a:p>
            <a:pPr defTabSz="457200"/>
            <a:r>
              <a:rPr lang="en-US" sz="1600" dirty="0">
                <a:solidFill>
                  <a:srgbClr val="931909"/>
                </a:solidFill>
                <a:latin typeface="Segoe UI Black"/>
              </a:rPr>
              <a:t>These values of V and M apply to all sections of the beam to the left of the 4-kN load. </a:t>
            </a:r>
          </a:p>
        </p:txBody>
      </p:sp>
      <p:pic>
        <p:nvPicPr>
          <p:cNvPr id="3" name="Picture 2"/>
          <p:cNvPicPr>
            <a:picLocks noChangeAspect="1"/>
          </p:cNvPicPr>
          <p:nvPr/>
        </p:nvPicPr>
        <p:blipFill>
          <a:blip r:embed="rId5"/>
          <a:stretch>
            <a:fillRect/>
          </a:stretch>
        </p:blipFill>
        <p:spPr>
          <a:xfrm>
            <a:off x="1735189" y="4888336"/>
            <a:ext cx="1486807" cy="1525051"/>
          </a:xfrm>
          <a:prstGeom prst="rect">
            <a:avLst/>
          </a:prstGeom>
        </p:spPr>
      </p:pic>
      <p:pic>
        <p:nvPicPr>
          <p:cNvPr id="16" name="Picture 15"/>
          <p:cNvPicPr>
            <a:picLocks noChangeAspect="1"/>
          </p:cNvPicPr>
          <p:nvPr/>
        </p:nvPicPr>
        <p:blipFill>
          <a:blip r:embed="rId6"/>
          <a:stretch>
            <a:fillRect/>
          </a:stretch>
        </p:blipFill>
        <p:spPr>
          <a:xfrm>
            <a:off x="5974537" y="5226701"/>
            <a:ext cx="1172885" cy="929018"/>
          </a:xfrm>
          <a:prstGeom prst="rect">
            <a:avLst/>
          </a:prstGeom>
        </p:spPr>
      </p:pic>
      <p:pic>
        <p:nvPicPr>
          <p:cNvPr id="17" name="Picture 16"/>
          <p:cNvPicPr>
            <a:picLocks noChangeAspect="1"/>
          </p:cNvPicPr>
          <p:nvPr/>
        </p:nvPicPr>
        <p:blipFill>
          <a:blip r:embed="rId7"/>
          <a:stretch>
            <a:fillRect/>
          </a:stretch>
        </p:blipFill>
        <p:spPr>
          <a:xfrm>
            <a:off x="7266179" y="5280746"/>
            <a:ext cx="2789072" cy="870896"/>
          </a:xfrm>
          <a:prstGeom prst="rect">
            <a:avLst/>
          </a:prstGeom>
        </p:spPr>
      </p:pic>
      <p:pic>
        <p:nvPicPr>
          <p:cNvPr id="19" name="Picture 18"/>
          <p:cNvPicPr>
            <a:picLocks noChangeAspect="1"/>
          </p:cNvPicPr>
          <p:nvPr/>
        </p:nvPicPr>
        <p:blipFill>
          <a:blip r:embed="rId4"/>
          <a:stretch>
            <a:fillRect/>
          </a:stretch>
        </p:blipFill>
        <p:spPr>
          <a:xfrm>
            <a:off x="5711913" y="2938831"/>
            <a:ext cx="3047871" cy="1414386"/>
          </a:xfrm>
          <a:prstGeom prst="rect">
            <a:avLst/>
          </a:prstGeom>
        </p:spPr>
      </p:pic>
      <p:cxnSp>
        <p:nvCxnSpPr>
          <p:cNvPr id="20" name="Straight Arrow Connector 19"/>
          <p:cNvCxnSpPr/>
          <p:nvPr/>
        </p:nvCxnSpPr>
        <p:spPr>
          <a:xfrm flipV="1">
            <a:off x="6146782" y="3853948"/>
            <a:ext cx="885518" cy="1364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6146782" y="4029101"/>
            <a:ext cx="1818076"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6458623" y="3589123"/>
            <a:ext cx="204715" cy="369332"/>
          </a:xfrm>
          <a:prstGeom prst="rect">
            <a:avLst/>
          </a:prstGeom>
          <a:noFill/>
          <a:ln>
            <a:noFill/>
          </a:ln>
        </p:spPr>
        <p:txBody>
          <a:bodyPr wrap="square" rtlCol="0">
            <a:spAutoFit/>
          </a:bodyPr>
          <a:lstStyle/>
          <a:p>
            <a:pPr defTabSz="457200"/>
            <a:r>
              <a:rPr lang="en-US" dirty="0">
                <a:solidFill>
                  <a:srgbClr val="931909">
                    <a:lumMod val="60000"/>
                    <a:lumOff val="40000"/>
                  </a:srgbClr>
                </a:solidFill>
                <a:latin typeface="Times New Roman" panose="02020603050405020304" pitchFamily="18" charset="0"/>
                <a:cs typeface="Times New Roman" panose="02020603050405020304" pitchFamily="18" charset="0"/>
              </a:rPr>
              <a:t>x</a:t>
            </a:r>
          </a:p>
        </p:txBody>
      </p:sp>
      <p:sp>
        <p:nvSpPr>
          <p:cNvPr id="33" name="TextBox 32"/>
          <p:cNvSpPr txBox="1"/>
          <p:nvPr/>
        </p:nvSpPr>
        <p:spPr>
          <a:xfrm>
            <a:off x="7506846" y="3799219"/>
            <a:ext cx="204715" cy="369332"/>
          </a:xfrm>
          <a:prstGeom prst="rect">
            <a:avLst/>
          </a:prstGeom>
          <a:noFill/>
          <a:ln>
            <a:noFill/>
          </a:ln>
        </p:spPr>
        <p:txBody>
          <a:bodyPr wrap="square" rtlCol="0">
            <a:spAutoFit/>
          </a:bodyPr>
          <a:lstStyle/>
          <a:p>
            <a:pPr defTabSz="457200"/>
            <a:r>
              <a:rPr lang="en-US" dirty="0">
                <a:solidFill>
                  <a:srgbClr val="931909">
                    <a:lumMod val="60000"/>
                    <a:lumOff val="40000"/>
                  </a:srgbClr>
                </a:solidFill>
                <a:latin typeface="Times New Roman" panose="02020603050405020304" pitchFamily="18" charset="0"/>
                <a:cs typeface="Times New Roman" panose="02020603050405020304" pitchFamily="18" charset="0"/>
              </a:rPr>
              <a:t>x</a:t>
            </a:r>
          </a:p>
        </p:txBody>
      </p:sp>
      <p:cxnSp>
        <p:nvCxnSpPr>
          <p:cNvPr id="35" name="Curved Connector 34"/>
          <p:cNvCxnSpPr/>
          <p:nvPr/>
        </p:nvCxnSpPr>
        <p:spPr>
          <a:xfrm rot="16200000" flipH="1">
            <a:off x="7505467" y="3717154"/>
            <a:ext cx="915076" cy="3705"/>
          </a:xfrm>
          <a:prstGeom prst="curvedConnector3">
            <a:avLst/>
          </a:prstGeom>
        </p:spPr>
        <p:style>
          <a:lnRef idx="1">
            <a:schemeClr val="accent1"/>
          </a:lnRef>
          <a:fillRef idx="0">
            <a:schemeClr val="accent1"/>
          </a:fillRef>
          <a:effectRef idx="0">
            <a:schemeClr val="accent1"/>
          </a:effectRef>
          <a:fontRef idx="minor">
            <a:schemeClr val="tx1"/>
          </a:fontRef>
        </p:style>
      </p:cxnSp>
      <p:cxnSp>
        <p:nvCxnSpPr>
          <p:cNvPr id="37" name="Curved Connector 36"/>
          <p:cNvCxnSpPr/>
          <p:nvPr/>
        </p:nvCxnSpPr>
        <p:spPr>
          <a:xfrm rot="16200000" flipH="1">
            <a:off x="6688568" y="3575013"/>
            <a:ext cx="687404" cy="59"/>
          </a:xfrm>
          <a:prstGeom prst="curvedConnector3">
            <a:avLst/>
          </a:prstGeom>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6904314" y="2959778"/>
            <a:ext cx="255853" cy="307777"/>
          </a:xfrm>
          <a:prstGeom prst="rect">
            <a:avLst/>
          </a:prstGeom>
          <a:noFill/>
          <a:ln>
            <a:solidFill>
              <a:srgbClr val="00B050"/>
            </a:solidFill>
          </a:ln>
        </p:spPr>
        <p:txBody>
          <a:bodyPr wrap="square" rtlCol="0">
            <a:spAutoFit/>
          </a:bodyPr>
          <a:lstStyle/>
          <a:p>
            <a:pPr defTabSz="457200"/>
            <a:r>
              <a:rPr lang="en-US" sz="1400" dirty="0">
                <a:solidFill>
                  <a:srgbClr val="931909"/>
                </a:solidFill>
                <a:latin typeface="Segoe UI Black"/>
              </a:rPr>
              <a:t>1</a:t>
            </a:r>
          </a:p>
        </p:txBody>
      </p:sp>
      <p:sp>
        <p:nvSpPr>
          <p:cNvPr id="41" name="TextBox 40"/>
          <p:cNvSpPr txBox="1"/>
          <p:nvPr/>
        </p:nvSpPr>
        <p:spPr>
          <a:xfrm>
            <a:off x="7833226" y="2990555"/>
            <a:ext cx="255853" cy="307777"/>
          </a:xfrm>
          <a:prstGeom prst="rect">
            <a:avLst/>
          </a:prstGeom>
          <a:noFill/>
          <a:ln>
            <a:solidFill>
              <a:srgbClr val="00B050"/>
            </a:solidFill>
          </a:ln>
        </p:spPr>
        <p:txBody>
          <a:bodyPr wrap="square" rtlCol="0">
            <a:spAutoFit/>
          </a:bodyPr>
          <a:lstStyle/>
          <a:p>
            <a:pPr defTabSz="457200"/>
            <a:r>
              <a:rPr lang="en-US" sz="1400" dirty="0">
                <a:solidFill>
                  <a:srgbClr val="931909"/>
                </a:solidFill>
                <a:latin typeface="Segoe UI Black"/>
              </a:rPr>
              <a:t>2</a:t>
            </a:r>
          </a:p>
        </p:txBody>
      </p:sp>
      <p:sp>
        <p:nvSpPr>
          <p:cNvPr id="42" name="TextBox 41"/>
          <p:cNvSpPr txBox="1"/>
          <p:nvPr/>
        </p:nvSpPr>
        <p:spPr>
          <a:xfrm>
            <a:off x="1610356" y="4580559"/>
            <a:ext cx="1736470" cy="307777"/>
          </a:xfrm>
          <a:prstGeom prst="rect">
            <a:avLst/>
          </a:prstGeom>
          <a:noFill/>
          <a:ln>
            <a:noFill/>
          </a:ln>
        </p:spPr>
        <p:txBody>
          <a:bodyPr wrap="square" rtlCol="0">
            <a:spAutoFit/>
          </a:bodyPr>
          <a:lstStyle/>
          <a:p>
            <a:pPr defTabSz="457200"/>
            <a:r>
              <a:rPr lang="en-US" sz="1400" i="1" dirty="0">
                <a:solidFill>
                  <a:srgbClr val="931909"/>
                </a:solidFill>
                <a:latin typeface="Segoe UI Black"/>
              </a:rPr>
              <a:t>FBD of Section 1</a:t>
            </a:r>
          </a:p>
        </p:txBody>
      </p:sp>
    </p:spTree>
    <p:extLst>
      <p:ext uri="{BB962C8B-B14F-4D97-AF65-F5344CB8AC3E}">
        <p14:creationId xmlns:p14="http://schemas.microsoft.com/office/powerpoint/2010/main" val="1634342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4503"/>
            <a:ext cx="9144000" cy="404948"/>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7" name="Rectangle 6"/>
          <p:cNvSpPr/>
          <p:nvPr/>
        </p:nvSpPr>
        <p:spPr>
          <a:xfrm>
            <a:off x="4783278" y="509452"/>
            <a:ext cx="4826962" cy="461665"/>
          </a:xfrm>
          <a:prstGeom prst="rect">
            <a:avLst/>
          </a:prstGeom>
        </p:spPr>
        <p:txBody>
          <a:bodyPr wrap="none">
            <a:spAutoFit/>
          </a:bodyPr>
          <a:lstStyle/>
          <a:p>
            <a:pPr defTabSz="457200"/>
            <a:r>
              <a:rPr lang="en-US" sz="2400" b="1" dirty="0">
                <a:solidFill>
                  <a:srgbClr val="931909"/>
                </a:solidFill>
                <a:latin typeface="Segoe UI Black"/>
              </a:rPr>
              <a:t>Shear and moment diagrams…</a:t>
            </a:r>
          </a:p>
        </p:txBody>
      </p:sp>
      <p:sp>
        <p:nvSpPr>
          <p:cNvPr id="15" name="Rectangle 14"/>
          <p:cNvSpPr/>
          <p:nvPr/>
        </p:nvSpPr>
        <p:spPr>
          <a:xfrm>
            <a:off x="1563650" y="971116"/>
            <a:ext cx="8692378" cy="369332"/>
          </a:xfrm>
          <a:prstGeom prst="rect">
            <a:avLst/>
          </a:prstGeom>
          <a:solidFill>
            <a:schemeClr val="accent1">
              <a:lumMod val="75000"/>
            </a:schemeClr>
          </a:solidFill>
        </p:spPr>
        <p:txBody>
          <a:bodyPr wrap="square">
            <a:spAutoFit/>
          </a:bodyPr>
          <a:lstStyle/>
          <a:p>
            <a:pPr defTabSz="457200">
              <a:buClr>
                <a:srgbClr val="00B050"/>
              </a:buClr>
              <a:buSzPct val="115000"/>
            </a:pPr>
            <a:r>
              <a:rPr lang="en-US" b="1" dirty="0">
                <a:solidFill>
                  <a:srgbClr val="FFFFFF"/>
                </a:solidFill>
                <a:latin typeface="Segoe UI Black"/>
              </a:rPr>
              <a:t>Solution: </a:t>
            </a:r>
            <a:r>
              <a:rPr lang="en-US" sz="1600" b="1" i="1" dirty="0">
                <a:solidFill>
                  <a:srgbClr val="FFFFFF"/>
                </a:solidFill>
                <a:latin typeface="Segoe UI Black"/>
              </a:rPr>
              <a:t>continued…</a:t>
            </a:r>
            <a:endParaRPr lang="en-US" sz="1400" i="1" dirty="0">
              <a:solidFill>
                <a:srgbClr val="FFFF00"/>
              </a:solidFill>
              <a:latin typeface="Segoe UI Black"/>
            </a:endParaRP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11</a:t>
            </a:fld>
            <a:endParaRPr lang="en-US" sz="2000" dirty="0">
              <a:solidFill>
                <a:srgbClr val="931909">
                  <a:lumMod val="50000"/>
                </a:srgbClr>
              </a:solidFill>
              <a:latin typeface="Segoe UI Black"/>
            </a:endParaRPr>
          </a:p>
        </p:txBody>
      </p:sp>
      <p:sp>
        <p:nvSpPr>
          <p:cNvPr id="2" name="Rectangle 1"/>
          <p:cNvSpPr/>
          <p:nvPr/>
        </p:nvSpPr>
        <p:spPr>
          <a:xfrm>
            <a:off x="1638679" y="1386615"/>
            <a:ext cx="8384643" cy="830997"/>
          </a:xfrm>
          <a:prstGeom prst="rect">
            <a:avLst/>
          </a:prstGeom>
        </p:spPr>
        <p:txBody>
          <a:bodyPr wrap="square">
            <a:spAutoFit/>
          </a:bodyPr>
          <a:lstStyle/>
          <a:p>
            <a:pPr defTabSz="457200"/>
            <a:r>
              <a:rPr lang="en-US" sz="1600" dirty="0">
                <a:solidFill>
                  <a:srgbClr val="931909"/>
                </a:solidFill>
                <a:latin typeface="Segoe UI Black"/>
              </a:rPr>
              <a:t>A section of the beam to the right of the 4-kN load is next isolated with its free-body diagram on which V and M are shown in their positive directions. Equilibrium requires</a:t>
            </a:r>
          </a:p>
        </p:txBody>
      </p:sp>
      <p:pic>
        <p:nvPicPr>
          <p:cNvPr id="8" name="Picture 7"/>
          <p:cNvPicPr>
            <a:picLocks noChangeAspect="1"/>
          </p:cNvPicPr>
          <p:nvPr/>
        </p:nvPicPr>
        <p:blipFill>
          <a:blip r:embed="rId3"/>
          <a:stretch>
            <a:fillRect/>
          </a:stretch>
        </p:blipFill>
        <p:spPr>
          <a:xfrm>
            <a:off x="4093737" y="1929021"/>
            <a:ext cx="1078674" cy="873726"/>
          </a:xfrm>
          <a:prstGeom prst="rect">
            <a:avLst/>
          </a:prstGeom>
        </p:spPr>
      </p:pic>
      <p:pic>
        <p:nvPicPr>
          <p:cNvPr id="9" name="Picture 8"/>
          <p:cNvPicPr>
            <a:picLocks noChangeAspect="1"/>
          </p:cNvPicPr>
          <p:nvPr/>
        </p:nvPicPr>
        <p:blipFill>
          <a:blip r:embed="rId4"/>
          <a:stretch>
            <a:fillRect/>
          </a:stretch>
        </p:blipFill>
        <p:spPr>
          <a:xfrm>
            <a:off x="5346795" y="1929021"/>
            <a:ext cx="2178921" cy="830579"/>
          </a:xfrm>
          <a:prstGeom prst="rect">
            <a:avLst/>
          </a:prstGeom>
        </p:spPr>
      </p:pic>
      <p:pic>
        <p:nvPicPr>
          <p:cNvPr id="10" name="Picture 9"/>
          <p:cNvPicPr>
            <a:picLocks noChangeAspect="1"/>
          </p:cNvPicPr>
          <p:nvPr/>
        </p:nvPicPr>
        <p:blipFill>
          <a:blip r:embed="rId5"/>
          <a:stretch>
            <a:fillRect/>
          </a:stretch>
        </p:blipFill>
        <p:spPr>
          <a:xfrm>
            <a:off x="7649511" y="1929022"/>
            <a:ext cx="1510144" cy="830579"/>
          </a:xfrm>
          <a:prstGeom prst="rect">
            <a:avLst/>
          </a:prstGeom>
        </p:spPr>
      </p:pic>
      <p:pic>
        <p:nvPicPr>
          <p:cNvPr id="3" name="Picture 2"/>
          <p:cNvPicPr>
            <a:picLocks noChangeAspect="1"/>
          </p:cNvPicPr>
          <p:nvPr/>
        </p:nvPicPr>
        <p:blipFill>
          <a:blip r:embed="rId6"/>
          <a:stretch>
            <a:fillRect/>
          </a:stretch>
        </p:blipFill>
        <p:spPr>
          <a:xfrm>
            <a:off x="2107431" y="2217611"/>
            <a:ext cx="1238250" cy="1752600"/>
          </a:xfrm>
          <a:prstGeom prst="rect">
            <a:avLst/>
          </a:prstGeom>
        </p:spPr>
      </p:pic>
      <p:sp>
        <p:nvSpPr>
          <p:cNvPr id="11" name="TextBox 10"/>
          <p:cNvSpPr txBox="1"/>
          <p:nvPr/>
        </p:nvSpPr>
        <p:spPr>
          <a:xfrm>
            <a:off x="1858321" y="3970212"/>
            <a:ext cx="1736470" cy="307777"/>
          </a:xfrm>
          <a:prstGeom prst="rect">
            <a:avLst/>
          </a:prstGeom>
          <a:noFill/>
          <a:ln>
            <a:noFill/>
          </a:ln>
        </p:spPr>
        <p:txBody>
          <a:bodyPr wrap="square" rtlCol="0">
            <a:spAutoFit/>
          </a:bodyPr>
          <a:lstStyle/>
          <a:p>
            <a:pPr defTabSz="457200"/>
            <a:r>
              <a:rPr lang="en-US" sz="1400" i="1" dirty="0">
                <a:solidFill>
                  <a:srgbClr val="931909"/>
                </a:solidFill>
                <a:latin typeface="Segoe UI Black"/>
              </a:rPr>
              <a:t>FBD of Section 2</a:t>
            </a:r>
          </a:p>
        </p:txBody>
      </p:sp>
      <p:sp>
        <p:nvSpPr>
          <p:cNvPr id="4" name="Rectangle 3"/>
          <p:cNvSpPr/>
          <p:nvPr/>
        </p:nvSpPr>
        <p:spPr>
          <a:xfrm>
            <a:off x="3823025" y="2869482"/>
            <a:ext cx="6523982" cy="584775"/>
          </a:xfrm>
          <a:prstGeom prst="rect">
            <a:avLst/>
          </a:prstGeom>
        </p:spPr>
        <p:txBody>
          <a:bodyPr wrap="square">
            <a:spAutoFit/>
          </a:bodyPr>
          <a:lstStyle/>
          <a:p>
            <a:pPr defTabSz="457200"/>
            <a:r>
              <a:rPr lang="en-US" sz="1600" dirty="0">
                <a:solidFill>
                  <a:srgbClr val="931909"/>
                </a:solidFill>
                <a:latin typeface="Segoe UI Black"/>
              </a:rPr>
              <a:t>These results apply only to sections of the beam to the right of the 4-kN load. The values of V and M are plotted as shown.</a:t>
            </a:r>
          </a:p>
        </p:txBody>
      </p:sp>
      <p:sp>
        <p:nvSpPr>
          <p:cNvPr id="12" name="Rectangle 11"/>
          <p:cNvSpPr/>
          <p:nvPr/>
        </p:nvSpPr>
        <p:spPr>
          <a:xfrm>
            <a:off x="2000732" y="4523541"/>
            <a:ext cx="4435522" cy="1569660"/>
          </a:xfrm>
          <a:prstGeom prst="rect">
            <a:avLst/>
          </a:prstGeom>
        </p:spPr>
        <p:txBody>
          <a:bodyPr wrap="square">
            <a:spAutoFit/>
          </a:bodyPr>
          <a:lstStyle/>
          <a:p>
            <a:pPr defTabSz="457200"/>
            <a:r>
              <a:rPr lang="en-US" sz="1600" dirty="0">
                <a:solidFill>
                  <a:srgbClr val="931909"/>
                </a:solidFill>
                <a:latin typeface="Segoe UI Black"/>
              </a:rPr>
              <a:t>The maximum bending moment occurs where the shear changes direction. As we move in the positive x-direction starting with x = 0, we see that the moment M is merely the accumulated area under the shear diagram.</a:t>
            </a:r>
          </a:p>
        </p:txBody>
      </p:sp>
      <p:pic>
        <p:nvPicPr>
          <p:cNvPr id="13" name="Picture 12"/>
          <p:cNvPicPr>
            <a:picLocks noChangeAspect="1"/>
          </p:cNvPicPr>
          <p:nvPr/>
        </p:nvPicPr>
        <p:blipFill>
          <a:blip r:embed="rId7"/>
          <a:stretch>
            <a:fillRect/>
          </a:stretch>
        </p:blipFill>
        <p:spPr>
          <a:xfrm>
            <a:off x="6436254" y="3486838"/>
            <a:ext cx="4149428" cy="3294501"/>
          </a:xfrm>
          <a:prstGeom prst="rect">
            <a:avLst/>
          </a:prstGeom>
        </p:spPr>
      </p:pic>
    </p:spTree>
    <p:extLst>
      <p:ext uri="{BB962C8B-B14F-4D97-AF65-F5344CB8AC3E}">
        <p14:creationId xmlns:p14="http://schemas.microsoft.com/office/powerpoint/2010/main" val="1247122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6735"/>
            <a:ext cx="9144000" cy="464790"/>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7" name="Rectangle 6"/>
          <p:cNvSpPr/>
          <p:nvPr/>
        </p:nvSpPr>
        <p:spPr>
          <a:xfrm>
            <a:off x="4143198" y="509452"/>
            <a:ext cx="4826962" cy="461665"/>
          </a:xfrm>
          <a:prstGeom prst="rect">
            <a:avLst/>
          </a:prstGeom>
        </p:spPr>
        <p:txBody>
          <a:bodyPr wrap="none">
            <a:spAutoFit/>
          </a:bodyPr>
          <a:lstStyle/>
          <a:p>
            <a:pPr defTabSz="457200"/>
            <a:r>
              <a:rPr lang="en-US" sz="2400" b="1" dirty="0">
                <a:solidFill>
                  <a:srgbClr val="931909"/>
                </a:solidFill>
                <a:latin typeface="Segoe UI Black"/>
              </a:rPr>
              <a:t>Shear and moment diagrams…</a:t>
            </a:r>
          </a:p>
        </p:txBody>
      </p:sp>
      <p:sp>
        <p:nvSpPr>
          <p:cNvPr id="15" name="Rectangle 14"/>
          <p:cNvSpPr/>
          <p:nvPr/>
        </p:nvSpPr>
        <p:spPr>
          <a:xfrm>
            <a:off x="1654629" y="999811"/>
            <a:ext cx="8692378" cy="646331"/>
          </a:xfrm>
          <a:prstGeom prst="rect">
            <a:avLst/>
          </a:prstGeom>
          <a:solidFill>
            <a:schemeClr val="accent1">
              <a:lumMod val="75000"/>
            </a:schemeClr>
          </a:solidFill>
        </p:spPr>
        <p:txBody>
          <a:bodyPr wrap="square">
            <a:spAutoFit/>
          </a:bodyPr>
          <a:lstStyle/>
          <a:p>
            <a:pPr defTabSz="457200">
              <a:buClr>
                <a:srgbClr val="00B050"/>
              </a:buClr>
              <a:buSzPct val="115000"/>
            </a:pPr>
            <a:r>
              <a:rPr lang="en-US" b="1" dirty="0">
                <a:solidFill>
                  <a:srgbClr val="FFFFFF"/>
                </a:solidFill>
                <a:latin typeface="Segoe UI Black"/>
              </a:rPr>
              <a:t>Example 2: Construct the shear and moment diagrams for the beam loaded as shown </a:t>
            </a: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12</a:t>
            </a:fld>
            <a:endParaRPr lang="en-US" sz="2000" dirty="0">
              <a:solidFill>
                <a:srgbClr val="931909">
                  <a:lumMod val="50000"/>
                </a:srgbClr>
              </a:solidFill>
              <a:latin typeface="Segoe UI Black"/>
            </a:endParaRPr>
          </a:p>
        </p:txBody>
      </p:sp>
      <p:sp>
        <p:nvSpPr>
          <p:cNvPr id="2" name="Rectangle 1"/>
          <p:cNvSpPr/>
          <p:nvPr/>
        </p:nvSpPr>
        <p:spPr>
          <a:xfrm>
            <a:off x="2281646" y="2165194"/>
            <a:ext cx="7333841" cy="14745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sp>
        <p:nvSpPr>
          <p:cNvPr id="3" name="Isosceles Triangle 2"/>
          <p:cNvSpPr/>
          <p:nvPr/>
        </p:nvSpPr>
        <p:spPr>
          <a:xfrm>
            <a:off x="2193471" y="2309670"/>
            <a:ext cx="284117" cy="18779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sp>
        <p:nvSpPr>
          <p:cNvPr id="4" name="Oval 3"/>
          <p:cNvSpPr/>
          <p:nvPr/>
        </p:nvSpPr>
        <p:spPr>
          <a:xfrm>
            <a:off x="9427030" y="2309671"/>
            <a:ext cx="169815" cy="1303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cxnSp>
        <p:nvCxnSpPr>
          <p:cNvPr id="9" name="Straight Connector 8"/>
          <p:cNvCxnSpPr/>
          <p:nvPr/>
        </p:nvCxnSpPr>
        <p:spPr>
          <a:xfrm>
            <a:off x="2102031" y="2495004"/>
            <a:ext cx="447403"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2175509" y="2493687"/>
            <a:ext cx="106136" cy="791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092234" y="2492029"/>
            <a:ext cx="133893" cy="887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320834" y="2491215"/>
            <a:ext cx="83274" cy="8164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2264228" y="2497595"/>
            <a:ext cx="85998" cy="8315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2395942" y="2502371"/>
            <a:ext cx="62869" cy="7837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2449823" y="2502371"/>
            <a:ext cx="54702" cy="7837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503303" y="2491215"/>
            <a:ext cx="54702" cy="7837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9302934" y="2443965"/>
            <a:ext cx="447403"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9376412" y="2442648"/>
            <a:ext cx="106136" cy="791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9293137" y="2440990"/>
            <a:ext cx="133893" cy="887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9521737" y="2440176"/>
            <a:ext cx="83274" cy="8164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9465131" y="2446556"/>
            <a:ext cx="85998" cy="8315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9596845" y="2451332"/>
            <a:ext cx="62869" cy="7837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9650726" y="2451332"/>
            <a:ext cx="54702" cy="7837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9704207" y="2440176"/>
            <a:ext cx="45173" cy="969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V="1">
            <a:off x="7746443" y="2607969"/>
            <a:ext cx="1822854" cy="9552"/>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5862976" y="2617521"/>
            <a:ext cx="1860543" cy="9552"/>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V="1">
            <a:off x="4072311" y="2623694"/>
            <a:ext cx="1790665" cy="9552"/>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V="1">
            <a:off x="2281646" y="2633246"/>
            <a:ext cx="1790665" cy="9552"/>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H="1">
            <a:off x="4042410" y="2536390"/>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a:off x="2271032" y="2577148"/>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H="1">
            <a:off x="5777593" y="2550881"/>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H="1">
            <a:off x="9519832" y="2522701"/>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7695758" y="2539932"/>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H="1">
            <a:off x="6757051" y="2530380"/>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7719203" y="1828205"/>
            <a:ext cx="28434" cy="1010762"/>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a:off x="7718623" y="1828206"/>
            <a:ext cx="13331" cy="33698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5794606" y="2010831"/>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6778291" y="2049908"/>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4073073" y="2088264"/>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flipV="1">
            <a:off x="2298973" y="1909916"/>
            <a:ext cx="1783872" cy="24748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a:off x="4065024" y="1918752"/>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a:off x="4145102" y="1922618"/>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a:off x="4236609" y="1926064"/>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a:off x="4328116" y="1921785"/>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p:nvPr/>
        </p:nvCxnSpPr>
        <p:spPr>
          <a:xfrm>
            <a:off x="4419623" y="1929056"/>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p:nvPr/>
        </p:nvCxnSpPr>
        <p:spPr>
          <a:xfrm>
            <a:off x="4519458" y="1929056"/>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a:off x="4619293" y="1933264"/>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a:off x="4707791" y="1923397"/>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p:nvPr/>
        </p:nvCxnSpPr>
        <p:spPr>
          <a:xfrm>
            <a:off x="4787869" y="1927263"/>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p:nvPr/>
        </p:nvCxnSpPr>
        <p:spPr>
          <a:xfrm>
            <a:off x="4879376" y="1930709"/>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p:nvPr/>
        </p:nvCxnSpPr>
        <p:spPr>
          <a:xfrm>
            <a:off x="4970883" y="1926430"/>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a:off x="5062390" y="1918752"/>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p:nvPr/>
        </p:nvCxnSpPr>
        <p:spPr>
          <a:xfrm>
            <a:off x="5162141" y="1918752"/>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a:off x="5246407" y="1926064"/>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p:nvPr/>
        </p:nvCxnSpPr>
        <p:spPr>
          <a:xfrm>
            <a:off x="5329072" y="1923397"/>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a:off x="5409150" y="1927263"/>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5500657" y="1930709"/>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p:nvPr/>
        </p:nvCxnSpPr>
        <p:spPr>
          <a:xfrm>
            <a:off x="5592164" y="1926430"/>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5682095" y="1921785"/>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5784670" y="1917506"/>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3979854" y="1941451"/>
            <a:ext cx="7569" cy="226396"/>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p:nvPr/>
        </p:nvCxnSpPr>
        <p:spPr>
          <a:xfrm>
            <a:off x="3899476" y="1947461"/>
            <a:ext cx="2776" cy="225956"/>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p:nvPr/>
        </p:nvCxnSpPr>
        <p:spPr>
          <a:xfrm>
            <a:off x="3795176" y="1958351"/>
            <a:ext cx="3010" cy="19904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p:nvPr/>
        </p:nvCxnSpPr>
        <p:spPr>
          <a:xfrm>
            <a:off x="3683283" y="1982836"/>
            <a:ext cx="7244" cy="18235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p:nvPr/>
        </p:nvCxnSpPr>
        <p:spPr>
          <a:xfrm>
            <a:off x="3574810" y="1999009"/>
            <a:ext cx="0" cy="15838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p:cNvCxnSpPr/>
          <p:nvPr/>
        </p:nvCxnSpPr>
        <p:spPr>
          <a:xfrm flipH="1">
            <a:off x="3478531" y="2010832"/>
            <a:ext cx="779" cy="154363"/>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p:nvPr/>
        </p:nvCxnSpPr>
        <p:spPr>
          <a:xfrm>
            <a:off x="3366453" y="2022072"/>
            <a:ext cx="3451" cy="143122"/>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p:nvPr/>
        </p:nvCxnSpPr>
        <p:spPr>
          <a:xfrm>
            <a:off x="3252336" y="2042597"/>
            <a:ext cx="4049" cy="130821"/>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p:cNvCxnSpPr/>
          <p:nvPr/>
        </p:nvCxnSpPr>
        <p:spPr>
          <a:xfrm>
            <a:off x="3138417" y="2056563"/>
            <a:ext cx="5483" cy="11685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p:nvPr/>
        </p:nvCxnSpPr>
        <p:spPr>
          <a:xfrm>
            <a:off x="3043733" y="2066080"/>
            <a:ext cx="114" cy="10177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p:nvPr/>
        </p:nvCxnSpPr>
        <p:spPr>
          <a:xfrm>
            <a:off x="2947976" y="2081128"/>
            <a:ext cx="2374" cy="91039"/>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p:nvPr/>
        </p:nvCxnSpPr>
        <p:spPr>
          <a:xfrm>
            <a:off x="2833118" y="2081126"/>
            <a:ext cx="5124" cy="99826"/>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p:cNvCxnSpPr/>
          <p:nvPr/>
        </p:nvCxnSpPr>
        <p:spPr>
          <a:xfrm flipH="1">
            <a:off x="2706353" y="2092904"/>
            <a:ext cx="2803" cy="88048"/>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a:off x="4086109" y="1909696"/>
            <a:ext cx="1716069" cy="1146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45" name="Curved Down Arrow 144"/>
          <p:cNvSpPr/>
          <p:nvPr/>
        </p:nvSpPr>
        <p:spPr>
          <a:xfrm>
            <a:off x="6670061" y="2105384"/>
            <a:ext cx="251347" cy="175314"/>
          </a:xfrm>
          <a:prstGeom prst="curvedDownArrow">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sp>
        <p:nvSpPr>
          <p:cNvPr id="146" name="TextBox 145"/>
          <p:cNvSpPr txBox="1"/>
          <p:nvPr/>
        </p:nvSpPr>
        <p:spPr>
          <a:xfrm>
            <a:off x="5728851" y="1788653"/>
            <a:ext cx="686216" cy="253916"/>
          </a:xfrm>
          <a:prstGeom prst="rect">
            <a:avLst/>
          </a:prstGeom>
          <a:noFill/>
        </p:spPr>
        <p:txBody>
          <a:bodyPr wrap="square" rtlCol="0">
            <a:spAutoFit/>
          </a:bodyPr>
          <a:lstStyle/>
          <a:p>
            <a:pPr defTabSz="457200"/>
            <a:r>
              <a:rPr lang="en-US" sz="1050" dirty="0">
                <a:solidFill>
                  <a:srgbClr val="002060"/>
                </a:solidFill>
                <a:latin typeface="Segoe UI Black"/>
              </a:rPr>
              <a:t>1 kN/m</a:t>
            </a:r>
          </a:p>
        </p:txBody>
      </p:sp>
      <p:sp>
        <p:nvSpPr>
          <p:cNvPr id="147" name="TextBox 146"/>
          <p:cNvSpPr txBox="1"/>
          <p:nvPr/>
        </p:nvSpPr>
        <p:spPr>
          <a:xfrm>
            <a:off x="6562876" y="1895754"/>
            <a:ext cx="686216" cy="253916"/>
          </a:xfrm>
          <a:prstGeom prst="rect">
            <a:avLst/>
          </a:prstGeom>
          <a:noFill/>
        </p:spPr>
        <p:txBody>
          <a:bodyPr wrap="square" rtlCol="0">
            <a:spAutoFit/>
          </a:bodyPr>
          <a:lstStyle/>
          <a:p>
            <a:pPr defTabSz="457200"/>
            <a:r>
              <a:rPr lang="en-US" sz="1050" dirty="0">
                <a:solidFill>
                  <a:srgbClr val="002060"/>
                </a:solidFill>
                <a:latin typeface="Segoe UI Black"/>
              </a:rPr>
              <a:t>2 </a:t>
            </a:r>
            <a:r>
              <a:rPr lang="en-US" sz="1050" dirty="0" err="1">
                <a:solidFill>
                  <a:srgbClr val="002060"/>
                </a:solidFill>
                <a:latin typeface="Segoe UI Black"/>
              </a:rPr>
              <a:t>kNm</a:t>
            </a:r>
            <a:endParaRPr lang="en-US" sz="1050" dirty="0">
              <a:solidFill>
                <a:srgbClr val="002060"/>
              </a:solidFill>
              <a:latin typeface="Segoe UI Black"/>
            </a:endParaRPr>
          </a:p>
        </p:txBody>
      </p:sp>
      <p:sp>
        <p:nvSpPr>
          <p:cNvPr id="148" name="TextBox 147"/>
          <p:cNvSpPr txBox="1"/>
          <p:nvPr/>
        </p:nvSpPr>
        <p:spPr>
          <a:xfrm>
            <a:off x="7505087" y="1640210"/>
            <a:ext cx="526122" cy="253916"/>
          </a:xfrm>
          <a:prstGeom prst="rect">
            <a:avLst/>
          </a:prstGeom>
          <a:noFill/>
        </p:spPr>
        <p:txBody>
          <a:bodyPr wrap="square" rtlCol="0">
            <a:spAutoFit/>
          </a:bodyPr>
          <a:lstStyle/>
          <a:p>
            <a:pPr defTabSz="457200"/>
            <a:r>
              <a:rPr lang="en-US" sz="1050" dirty="0">
                <a:solidFill>
                  <a:srgbClr val="002060"/>
                </a:solidFill>
                <a:latin typeface="Segoe UI Black"/>
              </a:rPr>
              <a:t>2 kN</a:t>
            </a:r>
          </a:p>
        </p:txBody>
      </p:sp>
      <p:sp>
        <p:nvSpPr>
          <p:cNvPr id="149" name="TextBox 148"/>
          <p:cNvSpPr txBox="1"/>
          <p:nvPr/>
        </p:nvSpPr>
        <p:spPr>
          <a:xfrm>
            <a:off x="9453634" y="2558484"/>
            <a:ext cx="277177" cy="276999"/>
          </a:xfrm>
          <a:prstGeom prst="rect">
            <a:avLst/>
          </a:prstGeom>
          <a:noFill/>
        </p:spPr>
        <p:txBody>
          <a:bodyPr wrap="square" rtlCol="0">
            <a:spAutoFit/>
          </a:bodyPr>
          <a:lstStyle/>
          <a:p>
            <a:pPr defTabSz="457200"/>
            <a:r>
              <a:rPr lang="en-US" sz="1200" dirty="0">
                <a:solidFill>
                  <a:srgbClr val="002060"/>
                </a:solidFill>
                <a:latin typeface="Segoe UI Black"/>
              </a:rPr>
              <a:t>B</a:t>
            </a:r>
          </a:p>
        </p:txBody>
      </p:sp>
      <p:sp>
        <p:nvSpPr>
          <p:cNvPr id="150" name="TextBox 149"/>
          <p:cNvSpPr txBox="1"/>
          <p:nvPr/>
        </p:nvSpPr>
        <p:spPr>
          <a:xfrm>
            <a:off x="2065841" y="2531361"/>
            <a:ext cx="277177" cy="276999"/>
          </a:xfrm>
          <a:prstGeom prst="rect">
            <a:avLst/>
          </a:prstGeom>
          <a:noFill/>
        </p:spPr>
        <p:txBody>
          <a:bodyPr wrap="square" rtlCol="0">
            <a:spAutoFit/>
          </a:bodyPr>
          <a:lstStyle/>
          <a:p>
            <a:pPr defTabSz="457200"/>
            <a:r>
              <a:rPr lang="en-US" sz="1200">
                <a:solidFill>
                  <a:srgbClr val="002060"/>
                </a:solidFill>
                <a:latin typeface="Segoe UI Black"/>
              </a:rPr>
              <a:t>A</a:t>
            </a:r>
            <a:endParaRPr lang="en-US" sz="1200" dirty="0">
              <a:solidFill>
                <a:srgbClr val="002060"/>
              </a:solidFill>
              <a:latin typeface="Segoe UI Black"/>
            </a:endParaRPr>
          </a:p>
        </p:txBody>
      </p:sp>
      <p:sp>
        <p:nvSpPr>
          <p:cNvPr id="151" name="TextBox 150"/>
          <p:cNvSpPr txBox="1"/>
          <p:nvPr/>
        </p:nvSpPr>
        <p:spPr>
          <a:xfrm>
            <a:off x="6027359" y="2474561"/>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1 m</a:t>
            </a:r>
          </a:p>
        </p:txBody>
      </p:sp>
      <p:sp>
        <p:nvSpPr>
          <p:cNvPr id="152" name="TextBox 151"/>
          <p:cNvSpPr txBox="1"/>
          <p:nvPr/>
        </p:nvSpPr>
        <p:spPr>
          <a:xfrm>
            <a:off x="7038027" y="2500114"/>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1 m</a:t>
            </a:r>
          </a:p>
        </p:txBody>
      </p:sp>
      <p:sp>
        <p:nvSpPr>
          <p:cNvPr id="153" name="TextBox 152"/>
          <p:cNvSpPr txBox="1"/>
          <p:nvPr/>
        </p:nvSpPr>
        <p:spPr>
          <a:xfrm>
            <a:off x="4837329" y="2506066"/>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 m</a:t>
            </a:r>
          </a:p>
        </p:txBody>
      </p:sp>
      <p:sp>
        <p:nvSpPr>
          <p:cNvPr id="154" name="TextBox 153"/>
          <p:cNvSpPr txBox="1"/>
          <p:nvPr/>
        </p:nvSpPr>
        <p:spPr>
          <a:xfrm>
            <a:off x="8329991" y="2502371"/>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 m</a:t>
            </a:r>
          </a:p>
        </p:txBody>
      </p:sp>
      <p:sp>
        <p:nvSpPr>
          <p:cNvPr id="155" name="TextBox 154"/>
          <p:cNvSpPr txBox="1"/>
          <p:nvPr/>
        </p:nvSpPr>
        <p:spPr>
          <a:xfrm>
            <a:off x="3050138" y="2488133"/>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 m</a:t>
            </a:r>
          </a:p>
        </p:txBody>
      </p:sp>
      <p:sp>
        <p:nvSpPr>
          <p:cNvPr id="156" name="Rectangle 155"/>
          <p:cNvSpPr/>
          <p:nvPr/>
        </p:nvSpPr>
        <p:spPr>
          <a:xfrm>
            <a:off x="2325873" y="3857722"/>
            <a:ext cx="7333841" cy="147452"/>
          </a:xfrm>
          <a:prstGeom prst="rect">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cxnSp>
        <p:nvCxnSpPr>
          <p:cNvPr id="175" name="Straight Connector 174"/>
          <p:cNvCxnSpPr/>
          <p:nvPr/>
        </p:nvCxnSpPr>
        <p:spPr>
          <a:xfrm flipV="1">
            <a:off x="7790670" y="4300497"/>
            <a:ext cx="1822854" cy="9552"/>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flipV="1">
            <a:off x="5894211" y="4310050"/>
            <a:ext cx="1873535" cy="6009"/>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flipV="1">
            <a:off x="4116538" y="4316222"/>
            <a:ext cx="1790665" cy="9552"/>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flipV="1">
            <a:off x="2325873" y="4325774"/>
            <a:ext cx="1790665" cy="9552"/>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flipH="1">
            <a:off x="4086637" y="4228918"/>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H="1">
            <a:off x="2315259" y="4269676"/>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flipH="1">
            <a:off x="5821820" y="4243409"/>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H="1">
            <a:off x="9564059" y="4215229"/>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flipH="1">
            <a:off x="7739985" y="4232460"/>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flipH="1">
            <a:off x="6801278" y="4222908"/>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7763430" y="3520733"/>
            <a:ext cx="28434" cy="1010762"/>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86" name="Straight Arrow Connector 185"/>
          <p:cNvCxnSpPr/>
          <p:nvPr/>
        </p:nvCxnSpPr>
        <p:spPr>
          <a:xfrm>
            <a:off x="7762850" y="3520734"/>
            <a:ext cx="13331" cy="33698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5838833" y="3703359"/>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6822518" y="3742436"/>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4117300" y="3780792"/>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flipV="1">
            <a:off x="2343200" y="3620730"/>
            <a:ext cx="1776516" cy="229195"/>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p:nvPr/>
        </p:nvCxnSpPr>
        <p:spPr>
          <a:xfrm>
            <a:off x="4109251" y="3611280"/>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Straight Arrow Connector 191"/>
          <p:cNvCxnSpPr/>
          <p:nvPr/>
        </p:nvCxnSpPr>
        <p:spPr>
          <a:xfrm>
            <a:off x="4189329" y="3615146"/>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3" name="Straight Arrow Connector 192"/>
          <p:cNvCxnSpPr/>
          <p:nvPr/>
        </p:nvCxnSpPr>
        <p:spPr>
          <a:xfrm>
            <a:off x="4280836" y="3618592"/>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p:cNvCxnSpPr/>
          <p:nvPr/>
        </p:nvCxnSpPr>
        <p:spPr>
          <a:xfrm>
            <a:off x="4372343" y="3614313"/>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Straight Arrow Connector 194"/>
          <p:cNvCxnSpPr/>
          <p:nvPr/>
        </p:nvCxnSpPr>
        <p:spPr>
          <a:xfrm>
            <a:off x="4463850" y="3621584"/>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p:cNvCxnSpPr/>
          <p:nvPr/>
        </p:nvCxnSpPr>
        <p:spPr>
          <a:xfrm>
            <a:off x="4563685" y="3621584"/>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p:cNvCxnSpPr/>
          <p:nvPr/>
        </p:nvCxnSpPr>
        <p:spPr>
          <a:xfrm>
            <a:off x="4663520" y="3625792"/>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Straight Arrow Connector 197"/>
          <p:cNvCxnSpPr/>
          <p:nvPr/>
        </p:nvCxnSpPr>
        <p:spPr>
          <a:xfrm>
            <a:off x="4752018" y="3615925"/>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p:cNvCxnSpPr/>
          <p:nvPr/>
        </p:nvCxnSpPr>
        <p:spPr>
          <a:xfrm>
            <a:off x="4832096" y="3619791"/>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p:cNvCxnSpPr/>
          <p:nvPr/>
        </p:nvCxnSpPr>
        <p:spPr>
          <a:xfrm>
            <a:off x="4923603" y="3623237"/>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Straight Arrow Connector 200"/>
          <p:cNvCxnSpPr/>
          <p:nvPr/>
        </p:nvCxnSpPr>
        <p:spPr>
          <a:xfrm>
            <a:off x="5015110" y="3618958"/>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Straight Arrow Connector 201"/>
          <p:cNvCxnSpPr/>
          <p:nvPr/>
        </p:nvCxnSpPr>
        <p:spPr>
          <a:xfrm>
            <a:off x="5106617" y="3611280"/>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Straight Arrow Connector 202"/>
          <p:cNvCxnSpPr/>
          <p:nvPr/>
        </p:nvCxnSpPr>
        <p:spPr>
          <a:xfrm>
            <a:off x="5206368" y="3611280"/>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Straight Arrow Connector 203"/>
          <p:cNvCxnSpPr/>
          <p:nvPr/>
        </p:nvCxnSpPr>
        <p:spPr>
          <a:xfrm>
            <a:off x="5290634" y="3618592"/>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Straight Arrow Connector 204"/>
          <p:cNvCxnSpPr/>
          <p:nvPr/>
        </p:nvCxnSpPr>
        <p:spPr>
          <a:xfrm>
            <a:off x="5373299" y="3615925"/>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Straight Arrow Connector 205"/>
          <p:cNvCxnSpPr/>
          <p:nvPr/>
        </p:nvCxnSpPr>
        <p:spPr>
          <a:xfrm>
            <a:off x="5453377" y="3619791"/>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p:cNvCxnSpPr/>
          <p:nvPr/>
        </p:nvCxnSpPr>
        <p:spPr>
          <a:xfrm>
            <a:off x="5544884" y="3623237"/>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p:cNvCxnSpPr/>
          <p:nvPr/>
        </p:nvCxnSpPr>
        <p:spPr>
          <a:xfrm>
            <a:off x="5636391" y="3618958"/>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9" name="Straight Arrow Connector 208"/>
          <p:cNvCxnSpPr/>
          <p:nvPr/>
        </p:nvCxnSpPr>
        <p:spPr>
          <a:xfrm>
            <a:off x="5726322" y="3614313"/>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0" name="Straight Arrow Connector 209"/>
          <p:cNvCxnSpPr/>
          <p:nvPr/>
        </p:nvCxnSpPr>
        <p:spPr>
          <a:xfrm>
            <a:off x="5828897" y="3610034"/>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p:cNvCxnSpPr/>
          <p:nvPr/>
        </p:nvCxnSpPr>
        <p:spPr>
          <a:xfrm>
            <a:off x="4024081" y="3633979"/>
            <a:ext cx="7569" cy="226396"/>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p:cNvCxnSpPr/>
          <p:nvPr/>
        </p:nvCxnSpPr>
        <p:spPr>
          <a:xfrm>
            <a:off x="3943703" y="3639989"/>
            <a:ext cx="2776" cy="225956"/>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Straight Arrow Connector 212"/>
          <p:cNvCxnSpPr/>
          <p:nvPr/>
        </p:nvCxnSpPr>
        <p:spPr>
          <a:xfrm>
            <a:off x="3839403" y="3650879"/>
            <a:ext cx="3010" cy="19904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p:cNvCxnSpPr/>
          <p:nvPr/>
        </p:nvCxnSpPr>
        <p:spPr>
          <a:xfrm>
            <a:off x="3727510" y="3675364"/>
            <a:ext cx="7244" cy="18235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5" name="Straight Arrow Connector 214"/>
          <p:cNvCxnSpPr/>
          <p:nvPr/>
        </p:nvCxnSpPr>
        <p:spPr>
          <a:xfrm>
            <a:off x="3619037" y="3691537"/>
            <a:ext cx="0" cy="15838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Straight Arrow Connector 215"/>
          <p:cNvCxnSpPr/>
          <p:nvPr/>
        </p:nvCxnSpPr>
        <p:spPr>
          <a:xfrm flipH="1">
            <a:off x="3522758" y="3703360"/>
            <a:ext cx="779" cy="154363"/>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p:cNvCxnSpPr/>
          <p:nvPr/>
        </p:nvCxnSpPr>
        <p:spPr>
          <a:xfrm>
            <a:off x="3410680" y="3714600"/>
            <a:ext cx="3451" cy="143122"/>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Straight Arrow Connector 217"/>
          <p:cNvCxnSpPr/>
          <p:nvPr/>
        </p:nvCxnSpPr>
        <p:spPr>
          <a:xfrm>
            <a:off x="3296563" y="3735125"/>
            <a:ext cx="4049" cy="130821"/>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Straight Arrow Connector 218"/>
          <p:cNvCxnSpPr/>
          <p:nvPr/>
        </p:nvCxnSpPr>
        <p:spPr>
          <a:xfrm>
            <a:off x="3182644" y="3749091"/>
            <a:ext cx="5483" cy="11685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Straight Arrow Connector 219"/>
          <p:cNvCxnSpPr/>
          <p:nvPr/>
        </p:nvCxnSpPr>
        <p:spPr>
          <a:xfrm>
            <a:off x="3087960" y="3758608"/>
            <a:ext cx="114" cy="10177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Straight Arrow Connector 220"/>
          <p:cNvCxnSpPr/>
          <p:nvPr/>
        </p:nvCxnSpPr>
        <p:spPr>
          <a:xfrm>
            <a:off x="2992203" y="3773656"/>
            <a:ext cx="2374" cy="91039"/>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Straight Arrow Connector 221"/>
          <p:cNvCxnSpPr/>
          <p:nvPr/>
        </p:nvCxnSpPr>
        <p:spPr>
          <a:xfrm>
            <a:off x="2877345" y="3773654"/>
            <a:ext cx="5124" cy="99826"/>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3" name="Straight Arrow Connector 222"/>
          <p:cNvCxnSpPr/>
          <p:nvPr/>
        </p:nvCxnSpPr>
        <p:spPr>
          <a:xfrm flipH="1">
            <a:off x="2750580" y="3785432"/>
            <a:ext cx="2803" cy="88048"/>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p:nvCxnSpPr>
        <p:spPr>
          <a:xfrm flipV="1">
            <a:off x="4116480" y="3613686"/>
            <a:ext cx="1729924" cy="9607"/>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225" name="Curved Down Arrow 224"/>
          <p:cNvSpPr/>
          <p:nvPr/>
        </p:nvSpPr>
        <p:spPr>
          <a:xfrm>
            <a:off x="6717177" y="3794687"/>
            <a:ext cx="262597" cy="180321"/>
          </a:xfrm>
          <a:prstGeom prst="curvedDownArrow">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sp>
        <p:nvSpPr>
          <p:cNvPr id="226" name="TextBox 225"/>
          <p:cNvSpPr txBox="1"/>
          <p:nvPr/>
        </p:nvSpPr>
        <p:spPr>
          <a:xfrm>
            <a:off x="5773078" y="3481181"/>
            <a:ext cx="686216" cy="253916"/>
          </a:xfrm>
          <a:prstGeom prst="rect">
            <a:avLst/>
          </a:prstGeom>
          <a:noFill/>
        </p:spPr>
        <p:txBody>
          <a:bodyPr wrap="square" rtlCol="0">
            <a:spAutoFit/>
          </a:bodyPr>
          <a:lstStyle/>
          <a:p>
            <a:pPr defTabSz="457200"/>
            <a:r>
              <a:rPr lang="en-US" sz="1050" dirty="0">
                <a:solidFill>
                  <a:srgbClr val="002060"/>
                </a:solidFill>
                <a:latin typeface="Segoe UI Black"/>
              </a:rPr>
              <a:t>1 kN/m</a:t>
            </a:r>
          </a:p>
        </p:txBody>
      </p:sp>
      <p:sp>
        <p:nvSpPr>
          <p:cNvPr id="227" name="TextBox 226"/>
          <p:cNvSpPr txBox="1"/>
          <p:nvPr/>
        </p:nvSpPr>
        <p:spPr>
          <a:xfrm>
            <a:off x="6652620" y="3587642"/>
            <a:ext cx="686216" cy="253916"/>
          </a:xfrm>
          <a:prstGeom prst="rect">
            <a:avLst/>
          </a:prstGeom>
          <a:noFill/>
        </p:spPr>
        <p:txBody>
          <a:bodyPr wrap="square" rtlCol="0">
            <a:spAutoFit/>
          </a:bodyPr>
          <a:lstStyle/>
          <a:p>
            <a:pPr defTabSz="457200"/>
            <a:r>
              <a:rPr lang="en-US" sz="1050" dirty="0">
                <a:solidFill>
                  <a:srgbClr val="002060"/>
                </a:solidFill>
                <a:latin typeface="Segoe UI Black"/>
              </a:rPr>
              <a:t>2 </a:t>
            </a:r>
            <a:r>
              <a:rPr lang="en-US" sz="1050" dirty="0" err="1">
                <a:solidFill>
                  <a:srgbClr val="002060"/>
                </a:solidFill>
                <a:latin typeface="Segoe UI Black"/>
              </a:rPr>
              <a:t>kNm</a:t>
            </a:r>
            <a:endParaRPr lang="en-US" sz="1050" dirty="0">
              <a:solidFill>
                <a:srgbClr val="002060"/>
              </a:solidFill>
              <a:latin typeface="Segoe UI Black"/>
            </a:endParaRPr>
          </a:p>
        </p:txBody>
      </p:sp>
      <p:sp>
        <p:nvSpPr>
          <p:cNvPr id="228" name="TextBox 227"/>
          <p:cNvSpPr txBox="1"/>
          <p:nvPr/>
        </p:nvSpPr>
        <p:spPr>
          <a:xfrm>
            <a:off x="7549314" y="3332738"/>
            <a:ext cx="526122" cy="253916"/>
          </a:xfrm>
          <a:prstGeom prst="rect">
            <a:avLst/>
          </a:prstGeom>
          <a:noFill/>
        </p:spPr>
        <p:txBody>
          <a:bodyPr wrap="square" rtlCol="0">
            <a:spAutoFit/>
          </a:bodyPr>
          <a:lstStyle/>
          <a:p>
            <a:pPr defTabSz="457200"/>
            <a:r>
              <a:rPr lang="en-US" sz="1050" dirty="0">
                <a:solidFill>
                  <a:srgbClr val="002060"/>
                </a:solidFill>
                <a:latin typeface="Segoe UI Black"/>
              </a:rPr>
              <a:t>2 kN</a:t>
            </a:r>
          </a:p>
        </p:txBody>
      </p:sp>
      <p:sp>
        <p:nvSpPr>
          <p:cNvPr id="229" name="TextBox 228"/>
          <p:cNvSpPr txBox="1"/>
          <p:nvPr/>
        </p:nvSpPr>
        <p:spPr>
          <a:xfrm>
            <a:off x="9673857" y="4155548"/>
            <a:ext cx="401961" cy="276999"/>
          </a:xfrm>
          <a:prstGeom prst="rect">
            <a:avLst/>
          </a:prstGeom>
          <a:noFill/>
        </p:spPr>
        <p:txBody>
          <a:bodyPr wrap="square" rtlCol="0">
            <a:spAutoFit/>
          </a:bodyPr>
          <a:lstStyle/>
          <a:p>
            <a:pPr defTabSz="457200"/>
            <a:r>
              <a:rPr lang="en-US" sz="1200" dirty="0">
                <a:solidFill>
                  <a:srgbClr val="002060"/>
                </a:solidFill>
                <a:latin typeface="Segoe UI Black"/>
              </a:rPr>
              <a:t>B</a:t>
            </a:r>
            <a:r>
              <a:rPr lang="en-US" sz="1200" baseline="-25000" dirty="0">
                <a:solidFill>
                  <a:srgbClr val="002060"/>
                </a:solidFill>
                <a:latin typeface="Segoe UI Black"/>
              </a:rPr>
              <a:t>y</a:t>
            </a:r>
          </a:p>
        </p:txBody>
      </p:sp>
      <p:sp>
        <p:nvSpPr>
          <p:cNvPr id="231" name="TextBox 230"/>
          <p:cNvSpPr txBox="1"/>
          <p:nvPr/>
        </p:nvSpPr>
        <p:spPr>
          <a:xfrm>
            <a:off x="6071586" y="4167089"/>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1 m</a:t>
            </a:r>
          </a:p>
        </p:txBody>
      </p:sp>
      <p:sp>
        <p:nvSpPr>
          <p:cNvPr id="232" name="TextBox 231"/>
          <p:cNvSpPr txBox="1"/>
          <p:nvPr/>
        </p:nvSpPr>
        <p:spPr>
          <a:xfrm>
            <a:off x="7082254" y="4192642"/>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1 m</a:t>
            </a:r>
          </a:p>
        </p:txBody>
      </p:sp>
      <p:sp>
        <p:nvSpPr>
          <p:cNvPr id="233" name="TextBox 232"/>
          <p:cNvSpPr txBox="1"/>
          <p:nvPr/>
        </p:nvSpPr>
        <p:spPr>
          <a:xfrm>
            <a:off x="4881556" y="4198594"/>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 m</a:t>
            </a:r>
          </a:p>
        </p:txBody>
      </p:sp>
      <p:sp>
        <p:nvSpPr>
          <p:cNvPr id="234" name="TextBox 233"/>
          <p:cNvSpPr txBox="1"/>
          <p:nvPr/>
        </p:nvSpPr>
        <p:spPr>
          <a:xfrm>
            <a:off x="8374218" y="4194899"/>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 m</a:t>
            </a:r>
          </a:p>
        </p:txBody>
      </p:sp>
      <p:sp>
        <p:nvSpPr>
          <p:cNvPr id="235" name="TextBox 234"/>
          <p:cNvSpPr txBox="1"/>
          <p:nvPr/>
        </p:nvSpPr>
        <p:spPr>
          <a:xfrm>
            <a:off x="3094365" y="4180661"/>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 m</a:t>
            </a:r>
          </a:p>
        </p:txBody>
      </p:sp>
      <p:sp>
        <p:nvSpPr>
          <p:cNvPr id="236" name="Rectangle 235"/>
          <p:cNvSpPr/>
          <p:nvPr/>
        </p:nvSpPr>
        <p:spPr>
          <a:xfrm>
            <a:off x="1524000" y="2815068"/>
            <a:ext cx="8692378" cy="523220"/>
          </a:xfrm>
          <a:prstGeom prst="rect">
            <a:avLst/>
          </a:prstGeom>
          <a:solidFill>
            <a:schemeClr val="accent1">
              <a:lumMod val="75000"/>
            </a:schemeClr>
          </a:solidFill>
        </p:spPr>
        <p:txBody>
          <a:bodyPr wrap="square">
            <a:spAutoFit/>
          </a:bodyPr>
          <a:lstStyle/>
          <a:p>
            <a:pPr defTabSz="457200">
              <a:buClr>
                <a:srgbClr val="00B050"/>
              </a:buClr>
              <a:buSzPct val="115000"/>
            </a:pPr>
            <a:r>
              <a:rPr lang="en-US" sz="1400" b="1" dirty="0">
                <a:solidFill>
                  <a:srgbClr val="FFFFFF"/>
                </a:solidFill>
                <a:latin typeface="Segoe UI Black"/>
              </a:rPr>
              <a:t>Solution: </a:t>
            </a:r>
          </a:p>
          <a:p>
            <a:pPr defTabSz="457200">
              <a:buClr>
                <a:srgbClr val="00B050"/>
              </a:buClr>
              <a:buSzPct val="115000"/>
            </a:pPr>
            <a:r>
              <a:rPr lang="en-US" sz="1400" b="1" dirty="0">
                <a:solidFill>
                  <a:srgbClr val="FFFFFF"/>
                </a:solidFill>
                <a:latin typeface="Segoe UI Black"/>
              </a:rPr>
              <a:t>i) Analyze the beam externally (</a:t>
            </a:r>
            <a:r>
              <a:rPr lang="en-US" sz="1400" b="1" dirty="0" err="1">
                <a:solidFill>
                  <a:srgbClr val="FFFFFF"/>
                </a:solidFill>
                <a:latin typeface="Segoe UI Black"/>
              </a:rPr>
              <a:t>i.e</a:t>
            </a:r>
            <a:r>
              <a:rPr lang="en-US" sz="1400" b="1" dirty="0">
                <a:solidFill>
                  <a:srgbClr val="FFFFFF"/>
                </a:solidFill>
                <a:latin typeface="Segoe UI Black"/>
              </a:rPr>
              <a:t> determine support reactions )</a:t>
            </a:r>
          </a:p>
        </p:txBody>
      </p:sp>
      <p:cxnSp>
        <p:nvCxnSpPr>
          <p:cNvPr id="238" name="Straight Arrow Connector 237"/>
          <p:cNvCxnSpPr/>
          <p:nvPr/>
        </p:nvCxnSpPr>
        <p:spPr>
          <a:xfrm flipH="1" flipV="1">
            <a:off x="2358998" y="4027102"/>
            <a:ext cx="141" cy="410715"/>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Straight Arrow Connector 238"/>
          <p:cNvCxnSpPr/>
          <p:nvPr/>
        </p:nvCxnSpPr>
        <p:spPr>
          <a:xfrm flipH="1" flipV="1">
            <a:off x="9652533" y="3986476"/>
            <a:ext cx="141" cy="410715"/>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0" name="TextBox 239"/>
          <p:cNvSpPr txBox="1"/>
          <p:nvPr/>
        </p:nvSpPr>
        <p:spPr>
          <a:xfrm>
            <a:off x="2316569" y="4053333"/>
            <a:ext cx="401961" cy="276999"/>
          </a:xfrm>
          <a:prstGeom prst="rect">
            <a:avLst/>
          </a:prstGeom>
          <a:noFill/>
        </p:spPr>
        <p:txBody>
          <a:bodyPr wrap="square" rtlCol="0">
            <a:spAutoFit/>
          </a:bodyPr>
          <a:lstStyle/>
          <a:p>
            <a:pPr defTabSz="457200"/>
            <a:r>
              <a:rPr lang="en-US" sz="1200" dirty="0">
                <a:solidFill>
                  <a:srgbClr val="002060"/>
                </a:solidFill>
                <a:latin typeface="Segoe UI Black"/>
              </a:rPr>
              <a:t>A</a:t>
            </a:r>
            <a:r>
              <a:rPr lang="en-US" sz="1200" baseline="-25000" dirty="0">
                <a:solidFill>
                  <a:srgbClr val="002060"/>
                </a:solidFill>
                <a:latin typeface="Segoe UI Black"/>
              </a:rPr>
              <a:t>y</a:t>
            </a:r>
          </a:p>
        </p:txBody>
      </p:sp>
      <p:cxnSp>
        <p:nvCxnSpPr>
          <p:cNvPr id="157" name="Straight Arrow Connector 156"/>
          <p:cNvCxnSpPr/>
          <p:nvPr/>
        </p:nvCxnSpPr>
        <p:spPr>
          <a:xfrm flipV="1">
            <a:off x="1738464" y="4026115"/>
            <a:ext cx="564000" cy="20435"/>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9" name="TextBox 158"/>
          <p:cNvSpPr txBox="1"/>
          <p:nvPr/>
        </p:nvSpPr>
        <p:spPr>
          <a:xfrm>
            <a:off x="1819764" y="3773655"/>
            <a:ext cx="401961" cy="276999"/>
          </a:xfrm>
          <a:prstGeom prst="rect">
            <a:avLst/>
          </a:prstGeom>
          <a:noFill/>
        </p:spPr>
        <p:txBody>
          <a:bodyPr wrap="square" rtlCol="0">
            <a:spAutoFit/>
          </a:bodyPr>
          <a:lstStyle/>
          <a:p>
            <a:pPr defTabSz="457200"/>
            <a:r>
              <a:rPr lang="en-US" sz="1200" dirty="0">
                <a:solidFill>
                  <a:srgbClr val="002060"/>
                </a:solidFill>
                <a:latin typeface="Segoe UI Black"/>
              </a:rPr>
              <a:t>A</a:t>
            </a:r>
            <a:r>
              <a:rPr lang="en-US" sz="1200" baseline="-25000" dirty="0">
                <a:solidFill>
                  <a:srgbClr val="002060"/>
                </a:solidFill>
                <a:latin typeface="Segoe UI Black"/>
              </a:rPr>
              <a:t>X</a:t>
            </a:r>
          </a:p>
        </p:txBody>
      </p:sp>
      <p:cxnSp>
        <p:nvCxnSpPr>
          <p:cNvPr id="160" name="Straight Connector 159"/>
          <p:cNvCxnSpPr/>
          <p:nvPr/>
        </p:nvCxnSpPr>
        <p:spPr>
          <a:xfrm>
            <a:off x="2552118" y="2495754"/>
            <a:ext cx="54702" cy="7837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a:off x="9746393" y="2446554"/>
            <a:ext cx="45173" cy="969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556714" y="3357039"/>
            <a:ext cx="2135521" cy="307777"/>
          </a:xfrm>
          <a:prstGeom prst="rect">
            <a:avLst/>
          </a:prstGeom>
          <a:noFill/>
        </p:spPr>
        <p:txBody>
          <a:bodyPr wrap="none" rtlCol="0">
            <a:spAutoFit/>
          </a:bodyPr>
          <a:lstStyle/>
          <a:p>
            <a:pPr marL="285750" indent="-285750" defTabSz="457200">
              <a:buFont typeface="Arial" panose="020B0604020202020204" pitchFamily="34" charset="0"/>
              <a:buChar char="•"/>
            </a:pPr>
            <a:r>
              <a:rPr lang="en-US" sz="1400" dirty="0">
                <a:solidFill>
                  <a:srgbClr val="931909"/>
                </a:solidFill>
                <a:latin typeface="Segoe UI Black"/>
              </a:rPr>
              <a:t>Free body diagram</a:t>
            </a:r>
          </a:p>
        </p:txBody>
      </p:sp>
      <p:sp>
        <p:nvSpPr>
          <p:cNvPr id="230" name="Rectangle 229"/>
          <p:cNvSpPr/>
          <p:nvPr/>
        </p:nvSpPr>
        <p:spPr>
          <a:xfrm>
            <a:off x="2376623" y="5537781"/>
            <a:ext cx="7333841" cy="147452"/>
          </a:xfrm>
          <a:prstGeom prst="rect">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cxnSp>
        <p:nvCxnSpPr>
          <p:cNvPr id="237" name="Straight Connector 236"/>
          <p:cNvCxnSpPr/>
          <p:nvPr/>
        </p:nvCxnSpPr>
        <p:spPr>
          <a:xfrm flipV="1">
            <a:off x="7841420" y="5980556"/>
            <a:ext cx="1822854" cy="9552"/>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p:cNvCxnSpPr/>
          <p:nvPr/>
        </p:nvCxnSpPr>
        <p:spPr>
          <a:xfrm flipV="1">
            <a:off x="5944961" y="5990109"/>
            <a:ext cx="1873535" cy="6009"/>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p:cNvCxnSpPr/>
          <p:nvPr/>
        </p:nvCxnSpPr>
        <p:spPr>
          <a:xfrm flipV="1">
            <a:off x="4167288" y="5996281"/>
            <a:ext cx="1790665" cy="9552"/>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flipV="1">
            <a:off x="2376623" y="6005833"/>
            <a:ext cx="1790665" cy="9552"/>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flipH="1">
            <a:off x="4137387" y="5908977"/>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flipH="1">
            <a:off x="2366009" y="5949735"/>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flipH="1">
            <a:off x="5872570" y="5923468"/>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flipH="1">
            <a:off x="9614809" y="5895288"/>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H="1">
            <a:off x="7790735" y="5912519"/>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flipH="1">
            <a:off x="6852028" y="5902967"/>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a:off x="7814180" y="5200792"/>
            <a:ext cx="28434" cy="1010762"/>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251" name="Straight Arrow Connector 250"/>
          <p:cNvCxnSpPr/>
          <p:nvPr/>
        </p:nvCxnSpPr>
        <p:spPr>
          <a:xfrm>
            <a:off x="7813600" y="5200793"/>
            <a:ext cx="13331" cy="33698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52" name="Straight Connector 251"/>
          <p:cNvCxnSpPr/>
          <p:nvPr/>
        </p:nvCxnSpPr>
        <p:spPr>
          <a:xfrm>
            <a:off x="5889583" y="5383418"/>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a:off x="6873268" y="5422495"/>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a:off x="4168050" y="5460851"/>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V="1">
            <a:off x="2393950" y="5300789"/>
            <a:ext cx="1776516" cy="229195"/>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56" name="Straight Arrow Connector 255"/>
          <p:cNvCxnSpPr/>
          <p:nvPr/>
        </p:nvCxnSpPr>
        <p:spPr>
          <a:xfrm flipH="1">
            <a:off x="4166666" y="5318003"/>
            <a:ext cx="2105" cy="221025"/>
          </a:xfrm>
          <a:prstGeom prst="straightConnector1">
            <a:avLst/>
          </a:prstGeom>
          <a:ln w="12700">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5" name="Straight Arrow Connector 274"/>
          <p:cNvCxnSpPr/>
          <p:nvPr/>
        </p:nvCxnSpPr>
        <p:spPr>
          <a:xfrm>
            <a:off x="5879647" y="5290093"/>
            <a:ext cx="6665" cy="247688"/>
          </a:xfrm>
          <a:prstGeom prst="straightConnector1">
            <a:avLst/>
          </a:prstGeom>
          <a:ln w="12700">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Connector 288"/>
          <p:cNvCxnSpPr/>
          <p:nvPr/>
        </p:nvCxnSpPr>
        <p:spPr>
          <a:xfrm flipV="1">
            <a:off x="4167230" y="5293745"/>
            <a:ext cx="1729924" cy="9607"/>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290" name="Curved Down Arrow 289"/>
          <p:cNvSpPr/>
          <p:nvPr/>
        </p:nvSpPr>
        <p:spPr>
          <a:xfrm>
            <a:off x="6767927" y="5474746"/>
            <a:ext cx="262597" cy="180321"/>
          </a:xfrm>
          <a:prstGeom prst="curvedDownArrow">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sp>
        <p:nvSpPr>
          <p:cNvPr id="291" name="TextBox 290"/>
          <p:cNvSpPr txBox="1"/>
          <p:nvPr/>
        </p:nvSpPr>
        <p:spPr>
          <a:xfrm>
            <a:off x="4046624" y="4865544"/>
            <a:ext cx="1504924" cy="400110"/>
          </a:xfrm>
          <a:prstGeom prst="rect">
            <a:avLst/>
          </a:prstGeom>
          <a:noFill/>
        </p:spPr>
        <p:txBody>
          <a:bodyPr wrap="square" rtlCol="0">
            <a:spAutoFit/>
          </a:bodyPr>
          <a:lstStyle/>
          <a:p>
            <a:pPr defTabSz="457200"/>
            <a:r>
              <a:rPr lang="en-US" sz="1000" dirty="0">
                <a:solidFill>
                  <a:srgbClr val="002060"/>
                </a:solidFill>
                <a:latin typeface="Segoe UI Black"/>
              </a:rPr>
              <a:t>(1 </a:t>
            </a:r>
            <a:r>
              <a:rPr lang="en-US" sz="1000" dirty="0" err="1">
                <a:solidFill>
                  <a:srgbClr val="002060"/>
                </a:solidFill>
                <a:latin typeface="Segoe UI Black"/>
              </a:rPr>
              <a:t>kN</a:t>
            </a:r>
            <a:r>
              <a:rPr lang="en-US" sz="1000" dirty="0">
                <a:solidFill>
                  <a:srgbClr val="002060"/>
                </a:solidFill>
                <a:latin typeface="Segoe UI Black"/>
              </a:rPr>
              <a:t>/m)*2m=</a:t>
            </a:r>
          </a:p>
          <a:p>
            <a:pPr defTabSz="457200"/>
            <a:r>
              <a:rPr lang="en-US" sz="1000" dirty="0">
                <a:solidFill>
                  <a:srgbClr val="002060"/>
                </a:solidFill>
                <a:latin typeface="Segoe UI Black"/>
              </a:rPr>
              <a:t>                         2kN</a:t>
            </a:r>
          </a:p>
        </p:txBody>
      </p:sp>
      <p:sp>
        <p:nvSpPr>
          <p:cNvPr id="292" name="TextBox 291"/>
          <p:cNvSpPr txBox="1"/>
          <p:nvPr/>
        </p:nvSpPr>
        <p:spPr>
          <a:xfrm>
            <a:off x="6703370" y="5267701"/>
            <a:ext cx="686216" cy="253916"/>
          </a:xfrm>
          <a:prstGeom prst="rect">
            <a:avLst/>
          </a:prstGeom>
          <a:noFill/>
        </p:spPr>
        <p:txBody>
          <a:bodyPr wrap="square" rtlCol="0">
            <a:spAutoFit/>
          </a:bodyPr>
          <a:lstStyle/>
          <a:p>
            <a:pPr defTabSz="457200"/>
            <a:r>
              <a:rPr lang="en-US" sz="1050" dirty="0">
                <a:solidFill>
                  <a:srgbClr val="002060"/>
                </a:solidFill>
                <a:latin typeface="Segoe UI Black"/>
              </a:rPr>
              <a:t>2 </a:t>
            </a:r>
            <a:r>
              <a:rPr lang="en-US" sz="1050" dirty="0" err="1">
                <a:solidFill>
                  <a:srgbClr val="002060"/>
                </a:solidFill>
                <a:latin typeface="Segoe UI Black"/>
              </a:rPr>
              <a:t>kNm</a:t>
            </a:r>
            <a:endParaRPr lang="en-US" sz="1050" dirty="0">
              <a:solidFill>
                <a:srgbClr val="002060"/>
              </a:solidFill>
              <a:latin typeface="Segoe UI Black"/>
            </a:endParaRPr>
          </a:p>
        </p:txBody>
      </p:sp>
      <p:sp>
        <p:nvSpPr>
          <p:cNvPr id="293" name="TextBox 292"/>
          <p:cNvSpPr txBox="1"/>
          <p:nvPr/>
        </p:nvSpPr>
        <p:spPr>
          <a:xfrm>
            <a:off x="7600064" y="5012797"/>
            <a:ext cx="526122" cy="253916"/>
          </a:xfrm>
          <a:prstGeom prst="rect">
            <a:avLst/>
          </a:prstGeom>
          <a:noFill/>
        </p:spPr>
        <p:txBody>
          <a:bodyPr wrap="square" rtlCol="0">
            <a:spAutoFit/>
          </a:bodyPr>
          <a:lstStyle/>
          <a:p>
            <a:pPr defTabSz="457200"/>
            <a:r>
              <a:rPr lang="en-US" sz="1050" dirty="0">
                <a:solidFill>
                  <a:srgbClr val="002060"/>
                </a:solidFill>
                <a:latin typeface="Segoe UI Black"/>
              </a:rPr>
              <a:t>2 kN</a:t>
            </a:r>
          </a:p>
        </p:txBody>
      </p:sp>
      <p:sp>
        <p:nvSpPr>
          <p:cNvPr id="294" name="TextBox 293"/>
          <p:cNvSpPr txBox="1"/>
          <p:nvPr/>
        </p:nvSpPr>
        <p:spPr>
          <a:xfrm>
            <a:off x="9724607" y="5835607"/>
            <a:ext cx="401961" cy="276999"/>
          </a:xfrm>
          <a:prstGeom prst="rect">
            <a:avLst/>
          </a:prstGeom>
          <a:noFill/>
        </p:spPr>
        <p:txBody>
          <a:bodyPr wrap="square" rtlCol="0">
            <a:spAutoFit/>
          </a:bodyPr>
          <a:lstStyle/>
          <a:p>
            <a:pPr defTabSz="457200"/>
            <a:r>
              <a:rPr lang="en-US" sz="1200" dirty="0">
                <a:solidFill>
                  <a:srgbClr val="002060"/>
                </a:solidFill>
                <a:latin typeface="Segoe UI Black"/>
              </a:rPr>
              <a:t>B</a:t>
            </a:r>
            <a:r>
              <a:rPr lang="en-US" sz="1200" baseline="-25000" dirty="0">
                <a:solidFill>
                  <a:srgbClr val="002060"/>
                </a:solidFill>
                <a:latin typeface="Segoe UI Black"/>
              </a:rPr>
              <a:t>y</a:t>
            </a:r>
          </a:p>
        </p:txBody>
      </p:sp>
      <p:sp>
        <p:nvSpPr>
          <p:cNvPr id="295" name="TextBox 294"/>
          <p:cNvSpPr txBox="1"/>
          <p:nvPr/>
        </p:nvSpPr>
        <p:spPr>
          <a:xfrm>
            <a:off x="6122336" y="5847148"/>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1 m</a:t>
            </a:r>
          </a:p>
        </p:txBody>
      </p:sp>
      <p:sp>
        <p:nvSpPr>
          <p:cNvPr id="296" name="TextBox 295"/>
          <p:cNvSpPr txBox="1"/>
          <p:nvPr/>
        </p:nvSpPr>
        <p:spPr>
          <a:xfrm>
            <a:off x="7133004" y="5872701"/>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1 m</a:t>
            </a:r>
          </a:p>
        </p:txBody>
      </p:sp>
      <p:sp>
        <p:nvSpPr>
          <p:cNvPr id="297" name="TextBox 296"/>
          <p:cNvSpPr txBox="1"/>
          <p:nvPr/>
        </p:nvSpPr>
        <p:spPr>
          <a:xfrm>
            <a:off x="4416089" y="5878875"/>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1 m</a:t>
            </a:r>
          </a:p>
        </p:txBody>
      </p:sp>
      <p:sp>
        <p:nvSpPr>
          <p:cNvPr id="298" name="TextBox 297"/>
          <p:cNvSpPr txBox="1"/>
          <p:nvPr/>
        </p:nvSpPr>
        <p:spPr>
          <a:xfrm>
            <a:off x="8424968" y="5874958"/>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 m</a:t>
            </a:r>
          </a:p>
        </p:txBody>
      </p:sp>
      <p:sp>
        <p:nvSpPr>
          <p:cNvPr id="299" name="TextBox 298"/>
          <p:cNvSpPr txBox="1"/>
          <p:nvPr/>
        </p:nvSpPr>
        <p:spPr>
          <a:xfrm>
            <a:off x="3695026" y="5826383"/>
            <a:ext cx="591439" cy="230832"/>
          </a:xfrm>
          <a:prstGeom prst="rect">
            <a:avLst/>
          </a:prstGeom>
          <a:noFill/>
        </p:spPr>
        <p:txBody>
          <a:bodyPr wrap="square" rtlCol="0">
            <a:spAutoFit/>
          </a:bodyPr>
          <a:lstStyle/>
          <a:p>
            <a:pPr defTabSz="457200"/>
            <a:r>
              <a:rPr lang="en-US" sz="900" dirty="0">
                <a:solidFill>
                  <a:srgbClr val="002060"/>
                </a:solidFill>
                <a:latin typeface="Segoe UI Black"/>
              </a:rPr>
              <a:t>0.67 m</a:t>
            </a:r>
          </a:p>
        </p:txBody>
      </p:sp>
      <p:cxnSp>
        <p:nvCxnSpPr>
          <p:cNvPr id="300" name="Straight Arrow Connector 299"/>
          <p:cNvCxnSpPr/>
          <p:nvPr/>
        </p:nvCxnSpPr>
        <p:spPr>
          <a:xfrm flipH="1" flipV="1">
            <a:off x="2409748" y="5707161"/>
            <a:ext cx="141" cy="410715"/>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1" name="Straight Arrow Connector 300"/>
          <p:cNvCxnSpPr/>
          <p:nvPr/>
        </p:nvCxnSpPr>
        <p:spPr>
          <a:xfrm flipH="1" flipV="1">
            <a:off x="9703283" y="5666535"/>
            <a:ext cx="141" cy="410715"/>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2" name="TextBox 301"/>
          <p:cNvSpPr txBox="1"/>
          <p:nvPr/>
        </p:nvSpPr>
        <p:spPr>
          <a:xfrm>
            <a:off x="2367319" y="5733392"/>
            <a:ext cx="401961" cy="276999"/>
          </a:xfrm>
          <a:prstGeom prst="rect">
            <a:avLst/>
          </a:prstGeom>
          <a:noFill/>
        </p:spPr>
        <p:txBody>
          <a:bodyPr wrap="square" rtlCol="0">
            <a:spAutoFit/>
          </a:bodyPr>
          <a:lstStyle/>
          <a:p>
            <a:pPr defTabSz="457200"/>
            <a:r>
              <a:rPr lang="en-US" sz="1200" dirty="0">
                <a:solidFill>
                  <a:srgbClr val="002060"/>
                </a:solidFill>
                <a:latin typeface="Segoe UI Black"/>
              </a:rPr>
              <a:t>A</a:t>
            </a:r>
            <a:r>
              <a:rPr lang="en-US" sz="1200" baseline="-25000" dirty="0">
                <a:solidFill>
                  <a:srgbClr val="002060"/>
                </a:solidFill>
                <a:latin typeface="Segoe UI Black"/>
              </a:rPr>
              <a:t>y</a:t>
            </a:r>
          </a:p>
        </p:txBody>
      </p:sp>
      <p:cxnSp>
        <p:nvCxnSpPr>
          <p:cNvPr id="303" name="Straight Arrow Connector 302"/>
          <p:cNvCxnSpPr/>
          <p:nvPr/>
        </p:nvCxnSpPr>
        <p:spPr>
          <a:xfrm flipV="1">
            <a:off x="1789214" y="5706174"/>
            <a:ext cx="564000" cy="20435"/>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4" name="TextBox 303"/>
          <p:cNvSpPr txBox="1"/>
          <p:nvPr/>
        </p:nvSpPr>
        <p:spPr>
          <a:xfrm>
            <a:off x="1870514" y="5453714"/>
            <a:ext cx="401961" cy="276999"/>
          </a:xfrm>
          <a:prstGeom prst="rect">
            <a:avLst/>
          </a:prstGeom>
          <a:noFill/>
        </p:spPr>
        <p:txBody>
          <a:bodyPr wrap="square" rtlCol="0">
            <a:spAutoFit/>
          </a:bodyPr>
          <a:lstStyle/>
          <a:p>
            <a:pPr defTabSz="457200"/>
            <a:r>
              <a:rPr lang="en-US" sz="1200" dirty="0">
                <a:solidFill>
                  <a:srgbClr val="002060"/>
                </a:solidFill>
                <a:latin typeface="Segoe UI Black"/>
              </a:rPr>
              <a:t>A</a:t>
            </a:r>
            <a:r>
              <a:rPr lang="en-US" sz="1200" baseline="-25000" dirty="0">
                <a:solidFill>
                  <a:srgbClr val="002060"/>
                </a:solidFill>
                <a:latin typeface="Segoe UI Black"/>
              </a:rPr>
              <a:t>X</a:t>
            </a:r>
          </a:p>
        </p:txBody>
      </p:sp>
      <p:sp>
        <p:nvSpPr>
          <p:cNvPr id="305" name="TextBox 304"/>
          <p:cNvSpPr txBox="1"/>
          <p:nvPr/>
        </p:nvSpPr>
        <p:spPr>
          <a:xfrm>
            <a:off x="1659505" y="4613611"/>
            <a:ext cx="7792518" cy="307777"/>
          </a:xfrm>
          <a:prstGeom prst="rect">
            <a:avLst/>
          </a:prstGeom>
          <a:noFill/>
        </p:spPr>
        <p:txBody>
          <a:bodyPr wrap="none" rtlCol="0">
            <a:spAutoFit/>
          </a:bodyPr>
          <a:lstStyle/>
          <a:p>
            <a:pPr marL="285750" indent="-285750" defTabSz="457200">
              <a:buFont typeface="Arial" panose="020B0604020202020204" pitchFamily="34" charset="0"/>
              <a:buChar char="•"/>
            </a:pPr>
            <a:r>
              <a:rPr lang="en-US" sz="1400" dirty="0">
                <a:solidFill>
                  <a:srgbClr val="931909"/>
                </a:solidFill>
                <a:latin typeface="Segoe UI Black"/>
              </a:rPr>
              <a:t>Substitute the distributed force by its equivalent concentrated force at its centroid</a:t>
            </a:r>
          </a:p>
        </p:txBody>
      </p:sp>
      <p:cxnSp>
        <p:nvCxnSpPr>
          <p:cNvPr id="307" name="Straight Connector 306"/>
          <p:cNvCxnSpPr/>
          <p:nvPr/>
        </p:nvCxnSpPr>
        <p:spPr>
          <a:xfrm>
            <a:off x="5052123" y="5283449"/>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sp>
        <p:nvSpPr>
          <p:cNvPr id="308" name="TextBox 307"/>
          <p:cNvSpPr txBox="1"/>
          <p:nvPr/>
        </p:nvSpPr>
        <p:spPr>
          <a:xfrm>
            <a:off x="5196991" y="5864919"/>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1 m</a:t>
            </a:r>
          </a:p>
        </p:txBody>
      </p:sp>
      <p:cxnSp>
        <p:nvCxnSpPr>
          <p:cNvPr id="309" name="Straight Connector 308"/>
          <p:cNvCxnSpPr/>
          <p:nvPr/>
        </p:nvCxnSpPr>
        <p:spPr>
          <a:xfrm flipH="1">
            <a:off x="5015109" y="5907112"/>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310" name="TextBox 309"/>
          <p:cNvSpPr txBox="1"/>
          <p:nvPr/>
        </p:nvSpPr>
        <p:spPr>
          <a:xfrm>
            <a:off x="2789502" y="5841956"/>
            <a:ext cx="555467" cy="230832"/>
          </a:xfrm>
          <a:prstGeom prst="rect">
            <a:avLst/>
          </a:prstGeom>
          <a:solidFill>
            <a:schemeClr val="bg1"/>
          </a:solidFill>
        </p:spPr>
        <p:txBody>
          <a:bodyPr wrap="square" rtlCol="0">
            <a:spAutoFit/>
          </a:bodyPr>
          <a:lstStyle/>
          <a:p>
            <a:pPr defTabSz="457200"/>
            <a:r>
              <a:rPr lang="en-US" sz="900" dirty="0">
                <a:solidFill>
                  <a:srgbClr val="002060"/>
                </a:solidFill>
                <a:latin typeface="Segoe UI Black"/>
              </a:rPr>
              <a:t>1.33 m</a:t>
            </a:r>
          </a:p>
        </p:txBody>
      </p:sp>
      <p:cxnSp>
        <p:nvCxnSpPr>
          <p:cNvPr id="311" name="Straight Connector 310"/>
          <p:cNvCxnSpPr/>
          <p:nvPr/>
        </p:nvCxnSpPr>
        <p:spPr>
          <a:xfrm flipH="1">
            <a:off x="3678800" y="5909385"/>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2" name="Straight Connector 311"/>
          <p:cNvCxnSpPr/>
          <p:nvPr/>
        </p:nvCxnSpPr>
        <p:spPr>
          <a:xfrm>
            <a:off x="3710323" y="5345349"/>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sp>
        <p:nvSpPr>
          <p:cNvPr id="314" name="TextBox 313"/>
          <p:cNvSpPr txBox="1"/>
          <p:nvPr/>
        </p:nvSpPr>
        <p:spPr>
          <a:xfrm>
            <a:off x="2570395" y="4901728"/>
            <a:ext cx="2351949" cy="400110"/>
          </a:xfrm>
          <a:prstGeom prst="rect">
            <a:avLst/>
          </a:prstGeom>
          <a:noFill/>
        </p:spPr>
        <p:txBody>
          <a:bodyPr wrap="square" rtlCol="0">
            <a:spAutoFit/>
          </a:bodyPr>
          <a:lstStyle/>
          <a:p>
            <a:pPr defTabSz="457200"/>
            <a:r>
              <a:rPr lang="en-US" sz="1000" dirty="0">
                <a:solidFill>
                  <a:srgbClr val="002060"/>
                </a:solidFill>
                <a:latin typeface="Segoe UI Black"/>
              </a:rPr>
              <a:t>1 </a:t>
            </a:r>
            <a:r>
              <a:rPr lang="en-US" sz="1000" dirty="0" err="1">
                <a:solidFill>
                  <a:srgbClr val="002060"/>
                </a:solidFill>
                <a:latin typeface="Segoe UI Black"/>
              </a:rPr>
              <a:t>kN</a:t>
            </a:r>
            <a:r>
              <a:rPr lang="en-US" sz="1000" dirty="0">
                <a:solidFill>
                  <a:srgbClr val="002060"/>
                </a:solidFill>
                <a:latin typeface="Segoe UI Black"/>
              </a:rPr>
              <a:t>/m)*2m/2=</a:t>
            </a:r>
          </a:p>
          <a:p>
            <a:pPr defTabSz="457200"/>
            <a:r>
              <a:rPr lang="en-US" sz="1000" dirty="0">
                <a:solidFill>
                  <a:srgbClr val="002060"/>
                </a:solidFill>
                <a:latin typeface="Segoe UI Black"/>
              </a:rPr>
              <a:t>                           1kN</a:t>
            </a:r>
          </a:p>
        </p:txBody>
      </p:sp>
      <p:cxnSp>
        <p:nvCxnSpPr>
          <p:cNvPr id="315" name="Straight Arrow Connector 314"/>
          <p:cNvCxnSpPr/>
          <p:nvPr/>
        </p:nvCxnSpPr>
        <p:spPr>
          <a:xfrm>
            <a:off x="3685269" y="5251598"/>
            <a:ext cx="18255" cy="294363"/>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16" name="Straight Arrow Connector 315"/>
          <p:cNvCxnSpPr/>
          <p:nvPr/>
        </p:nvCxnSpPr>
        <p:spPr>
          <a:xfrm>
            <a:off x="5039398" y="5197458"/>
            <a:ext cx="13331" cy="33698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1869188" y="6227878"/>
            <a:ext cx="8396399" cy="523220"/>
          </a:xfrm>
          <a:prstGeom prst="rect">
            <a:avLst/>
          </a:prstGeom>
        </p:spPr>
        <p:txBody>
          <a:bodyPr wrap="square">
            <a:spAutoFit/>
          </a:bodyPr>
          <a:lstStyle/>
          <a:p>
            <a:pPr defTabSz="457200"/>
            <a:r>
              <a:rPr lang="en-US" sz="1400" dirty="0">
                <a:solidFill>
                  <a:srgbClr val="931909"/>
                </a:solidFill>
                <a:latin typeface="Segoe UI Black"/>
              </a:rPr>
              <a:t>By considering the beam as it is under state of equilibrium, we can solve the unknowns through equations of equilibrium </a:t>
            </a:r>
          </a:p>
        </p:txBody>
      </p:sp>
    </p:spTree>
    <p:extLst>
      <p:ext uri="{BB962C8B-B14F-4D97-AF65-F5344CB8AC3E}">
        <p14:creationId xmlns:p14="http://schemas.microsoft.com/office/powerpoint/2010/main" val="3573705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6735"/>
            <a:ext cx="9144000" cy="464790"/>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7" name="Rectangle 6"/>
          <p:cNvSpPr/>
          <p:nvPr/>
        </p:nvSpPr>
        <p:spPr>
          <a:xfrm>
            <a:off x="4143198" y="509452"/>
            <a:ext cx="6184706" cy="461665"/>
          </a:xfrm>
          <a:prstGeom prst="rect">
            <a:avLst/>
          </a:prstGeom>
        </p:spPr>
        <p:txBody>
          <a:bodyPr wrap="none">
            <a:spAutoFit/>
          </a:bodyPr>
          <a:lstStyle/>
          <a:p>
            <a:pPr defTabSz="457200"/>
            <a:r>
              <a:rPr lang="en-US" sz="2400" b="1" dirty="0">
                <a:solidFill>
                  <a:srgbClr val="931909"/>
                </a:solidFill>
                <a:latin typeface="Segoe UI Black"/>
              </a:rPr>
              <a:t>Shear and bending moment diagrams…</a:t>
            </a:r>
          </a:p>
        </p:txBody>
      </p:sp>
      <p:sp>
        <p:nvSpPr>
          <p:cNvPr id="15" name="Rectangle 14"/>
          <p:cNvSpPr/>
          <p:nvPr/>
        </p:nvSpPr>
        <p:spPr>
          <a:xfrm>
            <a:off x="1654629" y="999810"/>
            <a:ext cx="8692378" cy="369332"/>
          </a:xfrm>
          <a:prstGeom prst="rect">
            <a:avLst/>
          </a:prstGeom>
          <a:solidFill>
            <a:schemeClr val="accent1">
              <a:lumMod val="75000"/>
            </a:schemeClr>
          </a:solidFill>
        </p:spPr>
        <p:txBody>
          <a:bodyPr wrap="square">
            <a:spAutoFit/>
          </a:bodyPr>
          <a:lstStyle/>
          <a:p>
            <a:pPr defTabSz="457200">
              <a:buClr>
                <a:srgbClr val="00B050"/>
              </a:buClr>
              <a:buSzPct val="115000"/>
            </a:pPr>
            <a:r>
              <a:rPr lang="en-US" b="1" dirty="0">
                <a:solidFill>
                  <a:srgbClr val="FFFFFF"/>
                </a:solidFill>
                <a:latin typeface="Segoe UI Black"/>
              </a:rPr>
              <a:t>Example 2: Solution…</a:t>
            </a: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13</a:t>
            </a:fld>
            <a:endParaRPr lang="en-US" sz="2000" dirty="0">
              <a:solidFill>
                <a:srgbClr val="931909">
                  <a:lumMod val="50000"/>
                </a:srgbClr>
              </a:solidFill>
              <a:latin typeface="Segoe UI Black"/>
            </a:endParaRPr>
          </a:p>
        </p:txBody>
      </p:sp>
      <p:sp>
        <p:nvSpPr>
          <p:cNvPr id="156" name="Rectangle 155"/>
          <p:cNvSpPr/>
          <p:nvPr/>
        </p:nvSpPr>
        <p:spPr>
          <a:xfrm>
            <a:off x="2423789" y="4169076"/>
            <a:ext cx="7333841" cy="147452"/>
          </a:xfrm>
          <a:prstGeom prst="rect">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cxnSp>
        <p:nvCxnSpPr>
          <p:cNvPr id="175" name="Straight Connector 174"/>
          <p:cNvCxnSpPr/>
          <p:nvPr/>
        </p:nvCxnSpPr>
        <p:spPr>
          <a:xfrm flipV="1">
            <a:off x="7888586" y="4611851"/>
            <a:ext cx="1822854" cy="9552"/>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flipV="1">
            <a:off x="5992127" y="4621404"/>
            <a:ext cx="1873535" cy="6009"/>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flipV="1">
            <a:off x="4214454" y="4627576"/>
            <a:ext cx="1790665" cy="9552"/>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flipV="1">
            <a:off x="2423789" y="4637128"/>
            <a:ext cx="1790665" cy="9552"/>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flipH="1">
            <a:off x="4184553" y="4540272"/>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H="1">
            <a:off x="2413175" y="4581030"/>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flipH="1">
            <a:off x="5919736" y="4554763"/>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H="1">
            <a:off x="9661975" y="4526583"/>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flipH="1">
            <a:off x="7837901" y="4543814"/>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flipH="1">
            <a:off x="6899194" y="4534262"/>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7861346" y="3832087"/>
            <a:ext cx="28434" cy="1010762"/>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86" name="Straight Arrow Connector 185"/>
          <p:cNvCxnSpPr/>
          <p:nvPr/>
        </p:nvCxnSpPr>
        <p:spPr>
          <a:xfrm>
            <a:off x="7860766" y="3832088"/>
            <a:ext cx="13331" cy="33698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5936749" y="4014713"/>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6920434" y="4053790"/>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4215216" y="4092146"/>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flipV="1">
            <a:off x="2441116" y="3932084"/>
            <a:ext cx="1776516" cy="229195"/>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p:nvPr/>
        </p:nvCxnSpPr>
        <p:spPr>
          <a:xfrm>
            <a:off x="4207167" y="3922634"/>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Straight Arrow Connector 191"/>
          <p:cNvCxnSpPr/>
          <p:nvPr/>
        </p:nvCxnSpPr>
        <p:spPr>
          <a:xfrm>
            <a:off x="4287245" y="3926500"/>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3" name="Straight Arrow Connector 192"/>
          <p:cNvCxnSpPr/>
          <p:nvPr/>
        </p:nvCxnSpPr>
        <p:spPr>
          <a:xfrm>
            <a:off x="4378752" y="3929946"/>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p:cNvCxnSpPr/>
          <p:nvPr/>
        </p:nvCxnSpPr>
        <p:spPr>
          <a:xfrm>
            <a:off x="4470259" y="3925667"/>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Straight Arrow Connector 194"/>
          <p:cNvCxnSpPr/>
          <p:nvPr/>
        </p:nvCxnSpPr>
        <p:spPr>
          <a:xfrm>
            <a:off x="4561766" y="3932938"/>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p:cNvCxnSpPr/>
          <p:nvPr/>
        </p:nvCxnSpPr>
        <p:spPr>
          <a:xfrm>
            <a:off x="4661601" y="3932938"/>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p:cNvCxnSpPr/>
          <p:nvPr/>
        </p:nvCxnSpPr>
        <p:spPr>
          <a:xfrm>
            <a:off x="4761436" y="3937146"/>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Straight Arrow Connector 197"/>
          <p:cNvCxnSpPr/>
          <p:nvPr/>
        </p:nvCxnSpPr>
        <p:spPr>
          <a:xfrm>
            <a:off x="4849934" y="3927279"/>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p:cNvCxnSpPr/>
          <p:nvPr/>
        </p:nvCxnSpPr>
        <p:spPr>
          <a:xfrm>
            <a:off x="4930012" y="3931145"/>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p:cNvCxnSpPr/>
          <p:nvPr/>
        </p:nvCxnSpPr>
        <p:spPr>
          <a:xfrm>
            <a:off x="5021519" y="3934591"/>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Straight Arrow Connector 200"/>
          <p:cNvCxnSpPr/>
          <p:nvPr/>
        </p:nvCxnSpPr>
        <p:spPr>
          <a:xfrm>
            <a:off x="5113026" y="3930312"/>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Straight Arrow Connector 201"/>
          <p:cNvCxnSpPr/>
          <p:nvPr/>
        </p:nvCxnSpPr>
        <p:spPr>
          <a:xfrm>
            <a:off x="5204533" y="3922634"/>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Straight Arrow Connector 202"/>
          <p:cNvCxnSpPr/>
          <p:nvPr/>
        </p:nvCxnSpPr>
        <p:spPr>
          <a:xfrm>
            <a:off x="5304284" y="3922634"/>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Straight Arrow Connector 203"/>
          <p:cNvCxnSpPr/>
          <p:nvPr/>
        </p:nvCxnSpPr>
        <p:spPr>
          <a:xfrm>
            <a:off x="5388550" y="3929946"/>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Straight Arrow Connector 204"/>
          <p:cNvCxnSpPr/>
          <p:nvPr/>
        </p:nvCxnSpPr>
        <p:spPr>
          <a:xfrm>
            <a:off x="5471215" y="3927279"/>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Straight Arrow Connector 205"/>
          <p:cNvCxnSpPr/>
          <p:nvPr/>
        </p:nvCxnSpPr>
        <p:spPr>
          <a:xfrm>
            <a:off x="5551293" y="3931145"/>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p:cNvCxnSpPr/>
          <p:nvPr/>
        </p:nvCxnSpPr>
        <p:spPr>
          <a:xfrm>
            <a:off x="5642800" y="3934591"/>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p:cNvCxnSpPr/>
          <p:nvPr/>
        </p:nvCxnSpPr>
        <p:spPr>
          <a:xfrm>
            <a:off x="5734307" y="3930312"/>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9" name="Straight Arrow Connector 208"/>
          <p:cNvCxnSpPr/>
          <p:nvPr/>
        </p:nvCxnSpPr>
        <p:spPr>
          <a:xfrm>
            <a:off x="5824238" y="3925667"/>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0" name="Straight Arrow Connector 209"/>
          <p:cNvCxnSpPr/>
          <p:nvPr/>
        </p:nvCxnSpPr>
        <p:spPr>
          <a:xfrm>
            <a:off x="5926813" y="3921388"/>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p:cNvCxnSpPr/>
          <p:nvPr/>
        </p:nvCxnSpPr>
        <p:spPr>
          <a:xfrm>
            <a:off x="4121997" y="3945333"/>
            <a:ext cx="7569" cy="226396"/>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p:cNvCxnSpPr/>
          <p:nvPr/>
        </p:nvCxnSpPr>
        <p:spPr>
          <a:xfrm>
            <a:off x="4041619" y="3951343"/>
            <a:ext cx="2776" cy="225956"/>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Straight Arrow Connector 212"/>
          <p:cNvCxnSpPr/>
          <p:nvPr/>
        </p:nvCxnSpPr>
        <p:spPr>
          <a:xfrm>
            <a:off x="3937319" y="3962233"/>
            <a:ext cx="3010" cy="19904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p:cNvCxnSpPr/>
          <p:nvPr/>
        </p:nvCxnSpPr>
        <p:spPr>
          <a:xfrm>
            <a:off x="3825426" y="3986718"/>
            <a:ext cx="7244" cy="18235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5" name="Straight Arrow Connector 214"/>
          <p:cNvCxnSpPr/>
          <p:nvPr/>
        </p:nvCxnSpPr>
        <p:spPr>
          <a:xfrm>
            <a:off x="3716953" y="4002891"/>
            <a:ext cx="0" cy="15838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Straight Arrow Connector 215"/>
          <p:cNvCxnSpPr/>
          <p:nvPr/>
        </p:nvCxnSpPr>
        <p:spPr>
          <a:xfrm flipH="1">
            <a:off x="3620674" y="4014714"/>
            <a:ext cx="779" cy="154363"/>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p:cNvCxnSpPr/>
          <p:nvPr/>
        </p:nvCxnSpPr>
        <p:spPr>
          <a:xfrm>
            <a:off x="3508596" y="4025954"/>
            <a:ext cx="3451" cy="143122"/>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Straight Arrow Connector 217"/>
          <p:cNvCxnSpPr/>
          <p:nvPr/>
        </p:nvCxnSpPr>
        <p:spPr>
          <a:xfrm>
            <a:off x="3394479" y="4046479"/>
            <a:ext cx="4049" cy="130821"/>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Straight Arrow Connector 218"/>
          <p:cNvCxnSpPr/>
          <p:nvPr/>
        </p:nvCxnSpPr>
        <p:spPr>
          <a:xfrm>
            <a:off x="3280560" y="4060445"/>
            <a:ext cx="5483" cy="11685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Straight Arrow Connector 219"/>
          <p:cNvCxnSpPr/>
          <p:nvPr/>
        </p:nvCxnSpPr>
        <p:spPr>
          <a:xfrm>
            <a:off x="3185876" y="4069962"/>
            <a:ext cx="114" cy="10177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Straight Arrow Connector 220"/>
          <p:cNvCxnSpPr/>
          <p:nvPr/>
        </p:nvCxnSpPr>
        <p:spPr>
          <a:xfrm>
            <a:off x="3090119" y="4085010"/>
            <a:ext cx="2374" cy="91039"/>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Straight Arrow Connector 221"/>
          <p:cNvCxnSpPr/>
          <p:nvPr/>
        </p:nvCxnSpPr>
        <p:spPr>
          <a:xfrm>
            <a:off x="2975261" y="4085008"/>
            <a:ext cx="5124" cy="99826"/>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3" name="Straight Arrow Connector 222"/>
          <p:cNvCxnSpPr/>
          <p:nvPr/>
        </p:nvCxnSpPr>
        <p:spPr>
          <a:xfrm flipH="1">
            <a:off x="2848496" y="4096786"/>
            <a:ext cx="2803" cy="88048"/>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p:nvCxnSpPr>
        <p:spPr>
          <a:xfrm flipV="1">
            <a:off x="4214396" y="3925040"/>
            <a:ext cx="1729924" cy="9607"/>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225" name="Curved Down Arrow 224"/>
          <p:cNvSpPr/>
          <p:nvPr/>
        </p:nvSpPr>
        <p:spPr>
          <a:xfrm>
            <a:off x="6815093" y="4106041"/>
            <a:ext cx="262597" cy="180321"/>
          </a:xfrm>
          <a:prstGeom prst="curvedDownArrow">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sp>
        <p:nvSpPr>
          <p:cNvPr id="226" name="TextBox 225"/>
          <p:cNvSpPr txBox="1"/>
          <p:nvPr/>
        </p:nvSpPr>
        <p:spPr>
          <a:xfrm>
            <a:off x="5870994" y="3792535"/>
            <a:ext cx="686216" cy="253916"/>
          </a:xfrm>
          <a:prstGeom prst="rect">
            <a:avLst/>
          </a:prstGeom>
          <a:noFill/>
        </p:spPr>
        <p:txBody>
          <a:bodyPr wrap="square" rtlCol="0">
            <a:spAutoFit/>
          </a:bodyPr>
          <a:lstStyle/>
          <a:p>
            <a:pPr defTabSz="457200"/>
            <a:r>
              <a:rPr lang="en-US" sz="1050" dirty="0">
                <a:solidFill>
                  <a:srgbClr val="002060"/>
                </a:solidFill>
                <a:latin typeface="Segoe UI Black"/>
              </a:rPr>
              <a:t>1 kN/m</a:t>
            </a:r>
          </a:p>
        </p:txBody>
      </p:sp>
      <p:sp>
        <p:nvSpPr>
          <p:cNvPr id="227" name="TextBox 226"/>
          <p:cNvSpPr txBox="1"/>
          <p:nvPr/>
        </p:nvSpPr>
        <p:spPr>
          <a:xfrm>
            <a:off x="6750536" y="3898996"/>
            <a:ext cx="686216" cy="253916"/>
          </a:xfrm>
          <a:prstGeom prst="rect">
            <a:avLst/>
          </a:prstGeom>
          <a:noFill/>
        </p:spPr>
        <p:txBody>
          <a:bodyPr wrap="square" rtlCol="0">
            <a:spAutoFit/>
          </a:bodyPr>
          <a:lstStyle/>
          <a:p>
            <a:pPr defTabSz="457200"/>
            <a:r>
              <a:rPr lang="en-US" sz="1050" dirty="0">
                <a:solidFill>
                  <a:srgbClr val="002060"/>
                </a:solidFill>
                <a:latin typeface="Segoe UI Black"/>
              </a:rPr>
              <a:t>2 </a:t>
            </a:r>
            <a:r>
              <a:rPr lang="en-US" sz="1050" dirty="0" err="1">
                <a:solidFill>
                  <a:srgbClr val="002060"/>
                </a:solidFill>
                <a:latin typeface="Segoe UI Black"/>
              </a:rPr>
              <a:t>kNm</a:t>
            </a:r>
            <a:endParaRPr lang="en-US" sz="1050" dirty="0">
              <a:solidFill>
                <a:srgbClr val="002060"/>
              </a:solidFill>
              <a:latin typeface="Segoe UI Black"/>
            </a:endParaRPr>
          </a:p>
        </p:txBody>
      </p:sp>
      <p:sp>
        <p:nvSpPr>
          <p:cNvPr id="228" name="TextBox 227"/>
          <p:cNvSpPr txBox="1"/>
          <p:nvPr/>
        </p:nvSpPr>
        <p:spPr>
          <a:xfrm>
            <a:off x="7688220" y="3622953"/>
            <a:ext cx="526122" cy="253916"/>
          </a:xfrm>
          <a:prstGeom prst="rect">
            <a:avLst/>
          </a:prstGeom>
          <a:noFill/>
        </p:spPr>
        <p:txBody>
          <a:bodyPr wrap="square" rtlCol="0">
            <a:spAutoFit/>
          </a:bodyPr>
          <a:lstStyle/>
          <a:p>
            <a:pPr defTabSz="457200"/>
            <a:r>
              <a:rPr lang="en-US" sz="1050" dirty="0">
                <a:solidFill>
                  <a:srgbClr val="002060"/>
                </a:solidFill>
                <a:latin typeface="Segoe UI Black"/>
              </a:rPr>
              <a:t>2 kN</a:t>
            </a:r>
          </a:p>
        </p:txBody>
      </p:sp>
      <p:sp>
        <p:nvSpPr>
          <p:cNvPr id="229" name="TextBox 228"/>
          <p:cNvSpPr txBox="1"/>
          <p:nvPr/>
        </p:nvSpPr>
        <p:spPr>
          <a:xfrm>
            <a:off x="9582880" y="4739118"/>
            <a:ext cx="745025" cy="276999"/>
          </a:xfrm>
          <a:prstGeom prst="rect">
            <a:avLst/>
          </a:prstGeom>
          <a:noFill/>
        </p:spPr>
        <p:txBody>
          <a:bodyPr wrap="square" rtlCol="0">
            <a:spAutoFit/>
          </a:bodyPr>
          <a:lstStyle/>
          <a:p>
            <a:pPr defTabSz="457200"/>
            <a:r>
              <a:rPr lang="en-US" sz="1200" dirty="0">
                <a:solidFill>
                  <a:srgbClr val="002060"/>
                </a:solidFill>
                <a:latin typeface="Segoe UI Black"/>
              </a:rPr>
              <a:t>2.67kN</a:t>
            </a:r>
            <a:endParaRPr lang="en-US" sz="1200" baseline="-25000" dirty="0">
              <a:solidFill>
                <a:srgbClr val="002060"/>
              </a:solidFill>
              <a:latin typeface="Segoe UI Black"/>
            </a:endParaRPr>
          </a:p>
        </p:txBody>
      </p:sp>
      <p:sp>
        <p:nvSpPr>
          <p:cNvPr id="231" name="TextBox 230"/>
          <p:cNvSpPr txBox="1"/>
          <p:nvPr/>
        </p:nvSpPr>
        <p:spPr>
          <a:xfrm>
            <a:off x="6169502" y="4478443"/>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1 m</a:t>
            </a:r>
          </a:p>
        </p:txBody>
      </p:sp>
      <p:sp>
        <p:nvSpPr>
          <p:cNvPr id="232" name="TextBox 231"/>
          <p:cNvSpPr txBox="1"/>
          <p:nvPr/>
        </p:nvSpPr>
        <p:spPr>
          <a:xfrm>
            <a:off x="7180170" y="4503996"/>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1 m</a:t>
            </a:r>
          </a:p>
        </p:txBody>
      </p:sp>
      <p:sp>
        <p:nvSpPr>
          <p:cNvPr id="233" name="TextBox 232"/>
          <p:cNvSpPr txBox="1"/>
          <p:nvPr/>
        </p:nvSpPr>
        <p:spPr>
          <a:xfrm>
            <a:off x="4979472" y="4509948"/>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 m</a:t>
            </a:r>
          </a:p>
        </p:txBody>
      </p:sp>
      <p:sp>
        <p:nvSpPr>
          <p:cNvPr id="234" name="TextBox 233"/>
          <p:cNvSpPr txBox="1"/>
          <p:nvPr/>
        </p:nvSpPr>
        <p:spPr>
          <a:xfrm>
            <a:off x="8472134" y="4506253"/>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 m</a:t>
            </a:r>
          </a:p>
        </p:txBody>
      </p:sp>
      <p:sp>
        <p:nvSpPr>
          <p:cNvPr id="235" name="TextBox 234"/>
          <p:cNvSpPr txBox="1"/>
          <p:nvPr/>
        </p:nvSpPr>
        <p:spPr>
          <a:xfrm>
            <a:off x="3192281" y="4492015"/>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 m</a:t>
            </a:r>
          </a:p>
        </p:txBody>
      </p:sp>
      <p:sp>
        <p:nvSpPr>
          <p:cNvPr id="236" name="Rectangle 235"/>
          <p:cNvSpPr/>
          <p:nvPr/>
        </p:nvSpPr>
        <p:spPr>
          <a:xfrm>
            <a:off x="1635526" y="2861953"/>
            <a:ext cx="8909644" cy="584775"/>
          </a:xfrm>
          <a:prstGeom prst="rect">
            <a:avLst/>
          </a:prstGeom>
          <a:solidFill>
            <a:schemeClr val="accent1">
              <a:lumMod val="75000"/>
            </a:schemeClr>
          </a:solidFill>
        </p:spPr>
        <p:txBody>
          <a:bodyPr wrap="square">
            <a:spAutoFit/>
          </a:bodyPr>
          <a:lstStyle/>
          <a:p>
            <a:pPr defTabSz="457200">
              <a:buClr>
                <a:srgbClr val="00B050"/>
              </a:buClr>
              <a:buSzPct val="115000"/>
            </a:pPr>
            <a:r>
              <a:rPr lang="en-US" sz="1600" b="1" dirty="0">
                <a:solidFill>
                  <a:srgbClr val="FFFFFF"/>
                </a:solidFill>
                <a:latin typeface="Segoe UI Black"/>
              </a:rPr>
              <a:t>ii) Analyze the beam internally (</a:t>
            </a:r>
            <a:r>
              <a:rPr lang="en-US" sz="1600" b="1" dirty="0" err="1">
                <a:solidFill>
                  <a:srgbClr val="FFFFFF"/>
                </a:solidFill>
                <a:latin typeface="Segoe UI Black"/>
              </a:rPr>
              <a:t>i.e</a:t>
            </a:r>
            <a:r>
              <a:rPr lang="en-US" sz="1600" b="1" dirty="0">
                <a:solidFill>
                  <a:srgbClr val="FFFFFF"/>
                </a:solidFill>
                <a:latin typeface="Segoe UI Black"/>
              </a:rPr>
              <a:t> determine internal actions such as shear and bending moment )</a:t>
            </a:r>
          </a:p>
        </p:txBody>
      </p:sp>
      <p:cxnSp>
        <p:nvCxnSpPr>
          <p:cNvPr id="238" name="Straight Arrow Connector 237"/>
          <p:cNvCxnSpPr/>
          <p:nvPr/>
        </p:nvCxnSpPr>
        <p:spPr>
          <a:xfrm flipH="1" flipV="1">
            <a:off x="2456914" y="4338456"/>
            <a:ext cx="141" cy="410715"/>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Straight Arrow Connector 238"/>
          <p:cNvCxnSpPr/>
          <p:nvPr/>
        </p:nvCxnSpPr>
        <p:spPr>
          <a:xfrm flipH="1" flipV="1">
            <a:off x="9750449" y="4297830"/>
            <a:ext cx="141" cy="410715"/>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9" name="TextBox 158"/>
          <p:cNvSpPr txBox="1"/>
          <p:nvPr/>
        </p:nvSpPr>
        <p:spPr>
          <a:xfrm>
            <a:off x="2051373" y="4729046"/>
            <a:ext cx="723604" cy="276999"/>
          </a:xfrm>
          <a:prstGeom prst="rect">
            <a:avLst/>
          </a:prstGeom>
          <a:noFill/>
        </p:spPr>
        <p:txBody>
          <a:bodyPr wrap="square" rtlCol="0">
            <a:spAutoFit/>
          </a:bodyPr>
          <a:lstStyle/>
          <a:p>
            <a:pPr defTabSz="457200"/>
            <a:r>
              <a:rPr lang="en-US" sz="1200" dirty="0">
                <a:solidFill>
                  <a:srgbClr val="002060"/>
                </a:solidFill>
                <a:latin typeface="Segoe UI Black"/>
              </a:rPr>
              <a:t>2.33kN</a:t>
            </a:r>
            <a:endParaRPr lang="en-US" sz="1200" baseline="-25000" dirty="0">
              <a:solidFill>
                <a:srgbClr val="002060"/>
              </a:solidFill>
              <a:latin typeface="Segoe UI Black"/>
            </a:endParaRPr>
          </a:p>
        </p:txBody>
      </p:sp>
      <p:sp>
        <p:nvSpPr>
          <p:cNvPr id="18" name="TextBox 17"/>
          <p:cNvSpPr txBox="1"/>
          <p:nvPr/>
        </p:nvSpPr>
        <p:spPr>
          <a:xfrm>
            <a:off x="1536177" y="3434060"/>
            <a:ext cx="6301725" cy="307777"/>
          </a:xfrm>
          <a:prstGeom prst="rect">
            <a:avLst/>
          </a:prstGeom>
          <a:noFill/>
        </p:spPr>
        <p:txBody>
          <a:bodyPr wrap="none" rtlCol="0">
            <a:spAutoFit/>
          </a:bodyPr>
          <a:lstStyle/>
          <a:p>
            <a:pPr marL="285750" indent="-285750" defTabSz="457200">
              <a:buFont typeface="Arial" panose="020B0604020202020204" pitchFamily="34" charset="0"/>
              <a:buChar char="•"/>
            </a:pPr>
            <a:r>
              <a:rPr lang="en-US" sz="1400" dirty="0">
                <a:solidFill>
                  <a:srgbClr val="931909"/>
                </a:solidFill>
                <a:latin typeface="Segoe UI Black"/>
              </a:rPr>
              <a:t>Free body diagram this time including values of support reactions</a:t>
            </a:r>
          </a:p>
        </p:txBody>
      </p:sp>
      <p:sp>
        <p:nvSpPr>
          <p:cNvPr id="164" name="TextBox 163"/>
          <p:cNvSpPr txBox="1"/>
          <p:nvPr/>
        </p:nvSpPr>
        <p:spPr>
          <a:xfrm>
            <a:off x="1706869" y="1469607"/>
            <a:ext cx="8752717" cy="1600438"/>
          </a:xfrm>
          <a:prstGeom prst="rect">
            <a:avLst/>
          </a:prstGeom>
          <a:noFill/>
        </p:spPr>
        <p:txBody>
          <a:bodyPr wrap="none" rtlCol="0">
            <a:spAutoFit/>
          </a:bodyPr>
          <a:lstStyle/>
          <a:p>
            <a:pPr marL="285750" indent="-285750" defTabSz="457200">
              <a:buFont typeface="Wingdings" panose="05000000000000000000" pitchFamily="2" charset="2"/>
              <a:buChar char="ü"/>
            </a:pPr>
            <a:r>
              <a:rPr lang="en-US" sz="1400" dirty="0">
                <a:solidFill>
                  <a:srgbClr val="931909"/>
                </a:solidFill>
                <a:latin typeface="Segoe UI Black"/>
              </a:rPr>
              <a:t>∑</a:t>
            </a:r>
            <a:r>
              <a:rPr lang="en-US" sz="1400" dirty="0" err="1">
                <a:solidFill>
                  <a:srgbClr val="931909"/>
                </a:solidFill>
                <a:latin typeface="Segoe UI Black"/>
              </a:rPr>
              <a:t>Fx</a:t>
            </a:r>
            <a:r>
              <a:rPr lang="en-US" sz="1400" dirty="0">
                <a:solidFill>
                  <a:srgbClr val="931909"/>
                </a:solidFill>
                <a:latin typeface="Segoe UI Black"/>
              </a:rPr>
              <a:t>=0, Assume        as positive, hence Ax+0=0, Ax=0</a:t>
            </a:r>
          </a:p>
          <a:p>
            <a:pPr marL="285750" indent="-285750" defTabSz="457200">
              <a:buFont typeface="Wingdings" panose="05000000000000000000" pitchFamily="2" charset="2"/>
              <a:buChar char="ü"/>
            </a:pPr>
            <a:r>
              <a:rPr lang="en-US" sz="1400" dirty="0">
                <a:solidFill>
                  <a:srgbClr val="931909"/>
                </a:solidFill>
                <a:latin typeface="Segoe UI Black"/>
              </a:rPr>
              <a:t>∑M</a:t>
            </a:r>
            <a:r>
              <a:rPr lang="en-US" sz="1400" baseline="-25000" dirty="0">
                <a:solidFill>
                  <a:srgbClr val="931909"/>
                </a:solidFill>
                <a:latin typeface="Segoe UI Black"/>
              </a:rPr>
              <a:t>A</a:t>
            </a:r>
            <a:r>
              <a:rPr lang="en-US" sz="1400" dirty="0">
                <a:solidFill>
                  <a:srgbClr val="931909"/>
                </a:solidFill>
                <a:latin typeface="Segoe UI Black"/>
              </a:rPr>
              <a:t>=0, Assume        CCW as positive moment, Thus</a:t>
            </a:r>
          </a:p>
          <a:p>
            <a:pPr defTabSz="457200"/>
            <a:r>
              <a:rPr lang="en-US" sz="1400" dirty="0">
                <a:solidFill>
                  <a:srgbClr val="931909"/>
                </a:solidFill>
                <a:latin typeface="Segoe UI Black"/>
              </a:rPr>
              <a:t>                                                             By*8m-1kN*1.33m-2kN*3m-2kNm-2kN*6m=0; By=2.67kN (  )</a:t>
            </a:r>
          </a:p>
          <a:p>
            <a:pPr marL="285750" indent="-285750" defTabSz="457200">
              <a:buFont typeface="Wingdings" panose="05000000000000000000" pitchFamily="2" charset="2"/>
              <a:buChar char="ü"/>
            </a:pPr>
            <a:r>
              <a:rPr lang="en-US" sz="1400" dirty="0">
                <a:solidFill>
                  <a:srgbClr val="931909"/>
                </a:solidFill>
                <a:latin typeface="Segoe UI Black"/>
              </a:rPr>
              <a:t>∑</a:t>
            </a:r>
            <a:r>
              <a:rPr lang="en-US" sz="1400" dirty="0" err="1">
                <a:solidFill>
                  <a:srgbClr val="931909"/>
                </a:solidFill>
                <a:latin typeface="Segoe UI Black"/>
              </a:rPr>
              <a:t>Fy</a:t>
            </a:r>
            <a:r>
              <a:rPr lang="en-US" sz="1400" dirty="0">
                <a:solidFill>
                  <a:srgbClr val="931909"/>
                </a:solidFill>
                <a:latin typeface="Segoe UI Black"/>
              </a:rPr>
              <a:t>=0, Assume     as  positive, thus Ay+By-1kN-2kN-2kN=0, </a:t>
            </a:r>
          </a:p>
          <a:p>
            <a:pPr defTabSz="457200"/>
            <a:r>
              <a:rPr lang="en-US" sz="1400" dirty="0">
                <a:solidFill>
                  <a:srgbClr val="931909"/>
                </a:solidFill>
                <a:latin typeface="Segoe UI Black"/>
              </a:rPr>
              <a:t>                                                                      </a:t>
            </a:r>
            <a:r>
              <a:rPr lang="en-US" sz="1400" dirty="0" err="1">
                <a:solidFill>
                  <a:srgbClr val="931909"/>
                </a:solidFill>
                <a:latin typeface="Segoe UI Black"/>
              </a:rPr>
              <a:t>Ay+By</a:t>
            </a:r>
            <a:r>
              <a:rPr lang="en-US" sz="1400" dirty="0">
                <a:solidFill>
                  <a:srgbClr val="931909"/>
                </a:solidFill>
                <a:latin typeface="Segoe UI Black"/>
              </a:rPr>
              <a:t>=5kN</a:t>
            </a:r>
          </a:p>
          <a:p>
            <a:pPr defTabSz="457200"/>
            <a:r>
              <a:rPr lang="en-US" sz="1400" dirty="0">
                <a:solidFill>
                  <a:srgbClr val="931909"/>
                </a:solidFill>
                <a:latin typeface="Segoe UI Black"/>
              </a:rPr>
              <a:t>                                                                by substituting the value of By=2.67 </a:t>
            </a:r>
            <a:r>
              <a:rPr lang="en-US" sz="1400" dirty="0" err="1">
                <a:solidFill>
                  <a:srgbClr val="931909"/>
                </a:solidFill>
                <a:latin typeface="Segoe UI Black"/>
              </a:rPr>
              <a:t>kN</a:t>
            </a:r>
            <a:r>
              <a:rPr lang="en-US" sz="1400" dirty="0">
                <a:solidFill>
                  <a:srgbClr val="931909"/>
                </a:solidFill>
                <a:latin typeface="Segoe UI Black"/>
              </a:rPr>
              <a:t>, then Ay=2.33kN (  )</a:t>
            </a:r>
          </a:p>
          <a:p>
            <a:pPr defTabSz="457200"/>
            <a:r>
              <a:rPr lang="en-US" sz="1400" dirty="0">
                <a:solidFill>
                  <a:srgbClr val="931909"/>
                </a:solidFill>
                <a:latin typeface="Segoe UI Black"/>
              </a:rPr>
              <a:t>                                                                     </a:t>
            </a:r>
          </a:p>
        </p:txBody>
      </p:sp>
      <p:cxnSp>
        <p:nvCxnSpPr>
          <p:cNvPr id="165" name="Straight Arrow Connector 164"/>
          <p:cNvCxnSpPr/>
          <p:nvPr/>
        </p:nvCxnSpPr>
        <p:spPr>
          <a:xfrm>
            <a:off x="3472907" y="1632832"/>
            <a:ext cx="244047" cy="1554"/>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p:cNvCxnSpPr/>
          <p:nvPr/>
        </p:nvCxnSpPr>
        <p:spPr>
          <a:xfrm flipV="1">
            <a:off x="3552069" y="2189211"/>
            <a:ext cx="0" cy="198354"/>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3" name="Curved Down Arrow 172"/>
          <p:cNvSpPr/>
          <p:nvPr/>
        </p:nvSpPr>
        <p:spPr>
          <a:xfrm rot="5227631" flipH="1">
            <a:off x="3617869" y="1721544"/>
            <a:ext cx="193013" cy="212695"/>
          </a:xfrm>
          <a:prstGeom prst="curvedDownArrow">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cxnSp>
        <p:nvCxnSpPr>
          <p:cNvPr id="174" name="Straight Arrow Connector 173"/>
          <p:cNvCxnSpPr/>
          <p:nvPr/>
        </p:nvCxnSpPr>
        <p:spPr>
          <a:xfrm flipV="1">
            <a:off x="10073627" y="1990857"/>
            <a:ext cx="0" cy="198354"/>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2" name="TextBox 161"/>
          <p:cNvSpPr txBox="1"/>
          <p:nvPr/>
        </p:nvSpPr>
        <p:spPr>
          <a:xfrm>
            <a:off x="1621651" y="5088409"/>
            <a:ext cx="8941871" cy="1677382"/>
          </a:xfrm>
          <a:prstGeom prst="rect">
            <a:avLst/>
          </a:prstGeom>
          <a:noFill/>
        </p:spPr>
        <p:txBody>
          <a:bodyPr wrap="none" rtlCol="0">
            <a:spAutoFit/>
          </a:bodyPr>
          <a:lstStyle/>
          <a:p>
            <a:pPr marL="285750" indent="-285750" defTabSz="457200">
              <a:buFont typeface="Arial" panose="020B0604020202020204" pitchFamily="34" charset="0"/>
              <a:buChar char="•"/>
            </a:pPr>
            <a:r>
              <a:rPr lang="en-US" sz="1400" dirty="0">
                <a:solidFill>
                  <a:srgbClr val="931909"/>
                </a:solidFill>
                <a:latin typeface="Segoe UI Black"/>
              </a:rPr>
              <a:t>Decide on the number of segments to be analyzed. (</a:t>
            </a:r>
            <a:r>
              <a:rPr lang="en-US" sz="1400" dirty="0" err="1">
                <a:solidFill>
                  <a:srgbClr val="931909"/>
                </a:solidFill>
                <a:latin typeface="Segoe UI Black"/>
              </a:rPr>
              <a:t>i.e</a:t>
            </a:r>
            <a:r>
              <a:rPr lang="en-US" sz="1400" dirty="0">
                <a:solidFill>
                  <a:srgbClr val="931909"/>
                </a:solidFill>
                <a:latin typeface="Segoe UI Black"/>
              </a:rPr>
              <a:t> the number of sections to cut the beam )</a:t>
            </a:r>
          </a:p>
          <a:p>
            <a:pPr marL="285750" indent="-285750" defTabSz="457200">
              <a:buFont typeface="Wingdings" panose="05000000000000000000" pitchFamily="2" charset="2"/>
              <a:buChar char="§"/>
            </a:pPr>
            <a:r>
              <a:rPr lang="en-US" sz="1400" dirty="0">
                <a:solidFill>
                  <a:srgbClr val="931909"/>
                </a:solidFill>
                <a:latin typeface="Segoe UI Black"/>
              </a:rPr>
              <a:t>Show the representative sections on the above free body diagram </a:t>
            </a:r>
          </a:p>
          <a:p>
            <a:pPr defTabSz="457200"/>
            <a:endParaRPr lang="en-US" sz="500" dirty="0">
              <a:solidFill>
                <a:srgbClr val="931909"/>
              </a:solidFill>
              <a:latin typeface="Segoe UI Black"/>
            </a:endParaRPr>
          </a:p>
          <a:p>
            <a:pPr defTabSz="457200"/>
            <a:r>
              <a:rPr lang="en-US" sz="1400" dirty="0">
                <a:solidFill>
                  <a:srgbClr val="931909"/>
                </a:solidFill>
                <a:latin typeface="Segoe UI Black"/>
              </a:rPr>
              <a:t>(0≤ X ≤2)…by section 1---1                  where x: distance on the beam as it is measured from left end.</a:t>
            </a:r>
          </a:p>
          <a:p>
            <a:pPr defTabSz="457200"/>
            <a:r>
              <a:rPr lang="en-US" sz="1400" dirty="0">
                <a:solidFill>
                  <a:srgbClr val="931909"/>
                </a:solidFill>
                <a:latin typeface="Segoe UI Black"/>
              </a:rPr>
              <a:t>(2≤X ≤4)…by section 2---2</a:t>
            </a:r>
          </a:p>
          <a:p>
            <a:pPr defTabSz="457200"/>
            <a:r>
              <a:rPr lang="en-US" sz="1400" dirty="0">
                <a:solidFill>
                  <a:srgbClr val="931909"/>
                </a:solidFill>
                <a:latin typeface="Segoe UI Black"/>
              </a:rPr>
              <a:t>(4≤ X ≤5)…by section 3---3</a:t>
            </a:r>
          </a:p>
          <a:p>
            <a:pPr defTabSz="457200"/>
            <a:r>
              <a:rPr lang="en-US" sz="1400" dirty="0">
                <a:solidFill>
                  <a:srgbClr val="931909"/>
                </a:solidFill>
                <a:latin typeface="Segoe UI Black"/>
              </a:rPr>
              <a:t>(5≤ X ≤6)…by section 4---4</a:t>
            </a:r>
          </a:p>
          <a:p>
            <a:pPr defTabSz="457200"/>
            <a:r>
              <a:rPr lang="en-US" sz="1400" dirty="0">
                <a:solidFill>
                  <a:srgbClr val="931909"/>
                </a:solidFill>
                <a:latin typeface="Segoe UI Black"/>
              </a:rPr>
              <a:t>(6≤ X ≤8)…by section 5---5</a:t>
            </a:r>
          </a:p>
        </p:txBody>
      </p:sp>
      <p:cxnSp>
        <p:nvCxnSpPr>
          <p:cNvPr id="163" name="Straight Arrow Connector 162"/>
          <p:cNvCxnSpPr/>
          <p:nvPr/>
        </p:nvCxnSpPr>
        <p:spPr>
          <a:xfrm flipV="1">
            <a:off x="10137030" y="2585919"/>
            <a:ext cx="0" cy="198354"/>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Freeform 4"/>
          <p:cNvSpPr/>
          <p:nvPr/>
        </p:nvSpPr>
        <p:spPr>
          <a:xfrm>
            <a:off x="3629248" y="3742661"/>
            <a:ext cx="63479" cy="869191"/>
          </a:xfrm>
          <a:custGeom>
            <a:avLst/>
            <a:gdLst>
              <a:gd name="connsiteX0" fmla="*/ 0 w 99400"/>
              <a:gd name="connsiteY0" fmla="*/ 0 h 889989"/>
              <a:gd name="connsiteX1" fmla="*/ 42530 w 99400"/>
              <a:gd name="connsiteY1" fmla="*/ 297712 h 889989"/>
              <a:gd name="connsiteX2" fmla="*/ 42530 w 99400"/>
              <a:gd name="connsiteY2" fmla="*/ 297712 h 889989"/>
              <a:gd name="connsiteX3" fmla="*/ 42530 w 99400"/>
              <a:gd name="connsiteY3" fmla="*/ 723014 h 889989"/>
              <a:gd name="connsiteX4" fmla="*/ 74427 w 99400"/>
              <a:gd name="connsiteY4" fmla="*/ 786810 h 889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00" h="889989">
                <a:moveTo>
                  <a:pt x="0" y="0"/>
                </a:moveTo>
                <a:lnTo>
                  <a:pt x="42530" y="297712"/>
                </a:lnTo>
                <a:lnTo>
                  <a:pt x="42530" y="297712"/>
                </a:lnTo>
                <a:cubicBezTo>
                  <a:pt x="42530" y="368596"/>
                  <a:pt x="37214" y="641498"/>
                  <a:pt x="42530" y="723014"/>
                </a:cubicBezTo>
                <a:cubicBezTo>
                  <a:pt x="47846" y="804530"/>
                  <a:pt x="143539" y="1015410"/>
                  <a:pt x="74427" y="786810"/>
                </a:cubicBezTo>
              </a:path>
            </a:pathLst>
          </a:cu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sp>
        <p:nvSpPr>
          <p:cNvPr id="169" name="TextBox 168"/>
          <p:cNvSpPr txBox="1"/>
          <p:nvPr/>
        </p:nvSpPr>
        <p:spPr>
          <a:xfrm>
            <a:off x="3508596" y="3665436"/>
            <a:ext cx="208358" cy="253916"/>
          </a:xfrm>
          <a:prstGeom prst="rect">
            <a:avLst/>
          </a:prstGeom>
          <a:noFill/>
          <a:ln>
            <a:solidFill>
              <a:srgbClr val="C00000"/>
            </a:solidFill>
          </a:ln>
        </p:spPr>
        <p:txBody>
          <a:bodyPr wrap="square" rtlCol="0">
            <a:spAutoFit/>
          </a:bodyPr>
          <a:lstStyle/>
          <a:p>
            <a:pPr defTabSz="457200"/>
            <a:r>
              <a:rPr lang="en-US" sz="1050" dirty="0">
                <a:solidFill>
                  <a:srgbClr val="002060"/>
                </a:solidFill>
                <a:latin typeface="Segoe UI Black"/>
              </a:rPr>
              <a:t>1</a:t>
            </a:r>
          </a:p>
        </p:txBody>
      </p:sp>
      <p:sp>
        <p:nvSpPr>
          <p:cNvPr id="170" name="TextBox 169"/>
          <p:cNvSpPr txBox="1"/>
          <p:nvPr/>
        </p:nvSpPr>
        <p:spPr>
          <a:xfrm>
            <a:off x="3521416" y="4402216"/>
            <a:ext cx="208358" cy="253916"/>
          </a:xfrm>
          <a:prstGeom prst="rect">
            <a:avLst/>
          </a:prstGeom>
          <a:noFill/>
          <a:ln>
            <a:solidFill>
              <a:srgbClr val="C00000"/>
            </a:solidFill>
          </a:ln>
        </p:spPr>
        <p:txBody>
          <a:bodyPr wrap="square" rtlCol="0">
            <a:spAutoFit/>
          </a:bodyPr>
          <a:lstStyle/>
          <a:p>
            <a:pPr defTabSz="457200"/>
            <a:r>
              <a:rPr lang="en-US" sz="1050" dirty="0">
                <a:solidFill>
                  <a:srgbClr val="002060"/>
                </a:solidFill>
                <a:latin typeface="Segoe UI Black"/>
              </a:rPr>
              <a:t>1</a:t>
            </a:r>
          </a:p>
        </p:txBody>
      </p:sp>
      <p:sp>
        <p:nvSpPr>
          <p:cNvPr id="171" name="Freeform 170"/>
          <p:cNvSpPr/>
          <p:nvPr/>
        </p:nvSpPr>
        <p:spPr>
          <a:xfrm>
            <a:off x="4844523" y="3734954"/>
            <a:ext cx="63479" cy="869191"/>
          </a:xfrm>
          <a:custGeom>
            <a:avLst/>
            <a:gdLst>
              <a:gd name="connsiteX0" fmla="*/ 0 w 99400"/>
              <a:gd name="connsiteY0" fmla="*/ 0 h 889989"/>
              <a:gd name="connsiteX1" fmla="*/ 42530 w 99400"/>
              <a:gd name="connsiteY1" fmla="*/ 297712 h 889989"/>
              <a:gd name="connsiteX2" fmla="*/ 42530 w 99400"/>
              <a:gd name="connsiteY2" fmla="*/ 297712 h 889989"/>
              <a:gd name="connsiteX3" fmla="*/ 42530 w 99400"/>
              <a:gd name="connsiteY3" fmla="*/ 723014 h 889989"/>
              <a:gd name="connsiteX4" fmla="*/ 74427 w 99400"/>
              <a:gd name="connsiteY4" fmla="*/ 786810 h 889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00" h="889989">
                <a:moveTo>
                  <a:pt x="0" y="0"/>
                </a:moveTo>
                <a:lnTo>
                  <a:pt x="42530" y="297712"/>
                </a:lnTo>
                <a:lnTo>
                  <a:pt x="42530" y="297712"/>
                </a:lnTo>
                <a:cubicBezTo>
                  <a:pt x="42530" y="368596"/>
                  <a:pt x="37214" y="641498"/>
                  <a:pt x="42530" y="723014"/>
                </a:cubicBezTo>
                <a:cubicBezTo>
                  <a:pt x="47846" y="804530"/>
                  <a:pt x="143539" y="1015410"/>
                  <a:pt x="74427" y="786810"/>
                </a:cubicBezTo>
              </a:path>
            </a:pathLst>
          </a:cu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sp>
        <p:nvSpPr>
          <p:cNvPr id="172" name="TextBox 171"/>
          <p:cNvSpPr txBox="1"/>
          <p:nvPr/>
        </p:nvSpPr>
        <p:spPr>
          <a:xfrm>
            <a:off x="4685432" y="3645322"/>
            <a:ext cx="145697" cy="253916"/>
          </a:xfrm>
          <a:prstGeom prst="rect">
            <a:avLst/>
          </a:prstGeom>
          <a:noFill/>
          <a:ln>
            <a:solidFill>
              <a:srgbClr val="C00000"/>
            </a:solidFill>
          </a:ln>
        </p:spPr>
        <p:txBody>
          <a:bodyPr wrap="square" rtlCol="0">
            <a:spAutoFit/>
          </a:bodyPr>
          <a:lstStyle/>
          <a:p>
            <a:pPr defTabSz="457200"/>
            <a:r>
              <a:rPr lang="en-US" sz="1050" dirty="0">
                <a:solidFill>
                  <a:srgbClr val="002060"/>
                </a:solidFill>
                <a:latin typeface="Segoe UI Black"/>
              </a:rPr>
              <a:t>2</a:t>
            </a:r>
          </a:p>
        </p:txBody>
      </p:sp>
      <p:sp>
        <p:nvSpPr>
          <p:cNvPr id="230" name="TextBox 229"/>
          <p:cNvSpPr txBox="1"/>
          <p:nvPr/>
        </p:nvSpPr>
        <p:spPr>
          <a:xfrm>
            <a:off x="4672499" y="4372642"/>
            <a:ext cx="208358" cy="253916"/>
          </a:xfrm>
          <a:prstGeom prst="rect">
            <a:avLst/>
          </a:prstGeom>
          <a:noFill/>
          <a:ln>
            <a:solidFill>
              <a:srgbClr val="C00000"/>
            </a:solidFill>
          </a:ln>
        </p:spPr>
        <p:txBody>
          <a:bodyPr wrap="square" rtlCol="0">
            <a:spAutoFit/>
          </a:bodyPr>
          <a:lstStyle/>
          <a:p>
            <a:pPr defTabSz="457200"/>
            <a:r>
              <a:rPr lang="en-US" sz="1050" dirty="0">
                <a:solidFill>
                  <a:srgbClr val="002060"/>
                </a:solidFill>
                <a:latin typeface="Segoe UI Black"/>
              </a:rPr>
              <a:t>2</a:t>
            </a:r>
          </a:p>
        </p:txBody>
      </p:sp>
      <p:sp>
        <p:nvSpPr>
          <p:cNvPr id="237" name="Freeform 236"/>
          <p:cNvSpPr/>
          <p:nvPr/>
        </p:nvSpPr>
        <p:spPr>
          <a:xfrm>
            <a:off x="6549658" y="3845103"/>
            <a:ext cx="63479" cy="869191"/>
          </a:xfrm>
          <a:custGeom>
            <a:avLst/>
            <a:gdLst>
              <a:gd name="connsiteX0" fmla="*/ 0 w 99400"/>
              <a:gd name="connsiteY0" fmla="*/ 0 h 889989"/>
              <a:gd name="connsiteX1" fmla="*/ 42530 w 99400"/>
              <a:gd name="connsiteY1" fmla="*/ 297712 h 889989"/>
              <a:gd name="connsiteX2" fmla="*/ 42530 w 99400"/>
              <a:gd name="connsiteY2" fmla="*/ 297712 h 889989"/>
              <a:gd name="connsiteX3" fmla="*/ 42530 w 99400"/>
              <a:gd name="connsiteY3" fmla="*/ 723014 h 889989"/>
              <a:gd name="connsiteX4" fmla="*/ 74427 w 99400"/>
              <a:gd name="connsiteY4" fmla="*/ 786810 h 889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00" h="889989">
                <a:moveTo>
                  <a:pt x="0" y="0"/>
                </a:moveTo>
                <a:lnTo>
                  <a:pt x="42530" y="297712"/>
                </a:lnTo>
                <a:lnTo>
                  <a:pt x="42530" y="297712"/>
                </a:lnTo>
                <a:cubicBezTo>
                  <a:pt x="42530" y="368596"/>
                  <a:pt x="37214" y="641498"/>
                  <a:pt x="42530" y="723014"/>
                </a:cubicBezTo>
                <a:cubicBezTo>
                  <a:pt x="47846" y="804530"/>
                  <a:pt x="143539" y="1015410"/>
                  <a:pt x="74427" y="786810"/>
                </a:cubicBezTo>
              </a:path>
            </a:pathLst>
          </a:cu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sp>
        <p:nvSpPr>
          <p:cNvPr id="241" name="TextBox 240"/>
          <p:cNvSpPr txBox="1"/>
          <p:nvPr/>
        </p:nvSpPr>
        <p:spPr>
          <a:xfrm>
            <a:off x="6493123" y="3757247"/>
            <a:ext cx="208358" cy="253916"/>
          </a:xfrm>
          <a:prstGeom prst="rect">
            <a:avLst/>
          </a:prstGeom>
          <a:noFill/>
          <a:ln>
            <a:solidFill>
              <a:srgbClr val="C00000"/>
            </a:solidFill>
          </a:ln>
        </p:spPr>
        <p:txBody>
          <a:bodyPr wrap="square" rtlCol="0">
            <a:spAutoFit/>
          </a:bodyPr>
          <a:lstStyle/>
          <a:p>
            <a:pPr defTabSz="457200"/>
            <a:r>
              <a:rPr lang="en-US" sz="1050" dirty="0">
                <a:solidFill>
                  <a:srgbClr val="002060"/>
                </a:solidFill>
                <a:latin typeface="Segoe UI Black"/>
              </a:rPr>
              <a:t>3</a:t>
            </a:r>
          </a:p>
        </p:txBody>
      </p:sp>
      <p:sp>
        <p:nvSpPr>
          <p:cNvPr id="242" name="TextBox 241"/>
          <p:cNvSpPr txBox="1"/>
          <p:nvPr/>
        </p:nvSpPr>
        <p:spPr>
          <a:xfrm>
            <a:off x="6540175" y="4384842"/>
            <a:ext cx="208358" cy="253916"/>
          </a:xfrm>
          <a:prstGeom prst="rect">
            <a:avLst/>
          </a:prstGeom>
          <a:noFill/>
          <a:ln>
            <a:solidFill>
              <a:srgbClr val="C00000"/>
            </a:solidFill>
          </a:ln>
        </p:spPr>
        <p:txBody>
          <a:bodyPr wrap="square" rtlCol="0">
            <a:spAutoFit/>
          </a:bodyPr>
          <a:lstStyle/>
          <a:p>
            <a:pPr defTabSz="457200"/>
            <a:r>
              <a:rPr lang="en-US" sz="1050" dirty="0">
                <a:solidFill>
                  <a:srgbClr val="002060"/>
                </a:solidFill>
                <a:latin typeface="Segoe UI Black"/>
              </a:rPr>
              <a:t>3</a:t>
            </a:r>
          </a:p>
        </p:txBody>
      </p:sp>
      <p:sp>
        <p:nvSpPr>
          <p:cNvPr id="243" name="Freeform 242"/>
          <p:cNvSpPr/>
          <p:nvPr/>
        </p:nvSpPr>
        <p:spPr>
          <a:xfrm>
            <a:off x="7574168" y="3752213"/>
            <a:ext cx="63479" cy="869191"/>
          </a:xfrm>
          <a:custGeom>
            <a:avLst/>
            <a:gdLst>
              <a:gd name="connsiteX0" fmla="*/ 0 w 99400"/>
              <a:gd name="connsiteY0" fmla="*/ 0 h 889989"/>
              <a:gd name="connsiteX1" fmla="*/ 42530 w 99400"/>
              <a:gd name="connsiteY1" fmla="*/ 297712 h 889989"/>
              <a:gd name="connsiteX2" fmla="*/ 42530 w 99400"/>
              <a:gd name="connsiteY2" fmla="*/ 297712 h 889989"/>
              <a:gd name="connsiteX3" fmla="*/ 42530 w 99400"/>
              <a:gd name="connsiteY3" fmla="*/ 723014 h 889989"/>
              <a:gd name="connsiteX4" fmla="*/ 74427 w 99400"/>
              <a:gd name="connsiteY4" fmla="*/ 786810 h 889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00" h="889989">
                <a:moveTo>
                  <a:pt x="0" y="0"/>
                </a:moveTo>
                <a:lnTo>
                  <a:pt x="42530" y="297712"/>
                </a:lnTo>
                <a:lnTo>
                  <a:pt x="42530" y="297712"/>
                </a:lnTo>
                <a:cubicBezTo>
                  <a:pt x="42530" y="368596"/>
                  <a:pt x="37214" y="641498"/>
                  <a:pt x="42530" y="723014"/>
                </a:cubicBezTo>
                <a:cubicBezTo>
                  <a:pt x="47846" y="804530"/>
                  <a:pt x="143539" y="1015410"/>
                  <a:pt x="74427" y="786810"/>
                </a:cubicBezTo>
              </a:path>
            </a:pathLst>
          </a:cu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sp>
        <p:nvSpPr>
          <p:cNvPr id="244" name="TextBox 243"/>
          <p:cNvSpPr txBox="1"/>
          <p:nvPr/>
        </p:nvSpPr>
        <p:spPr>
          <a:xfrm>
            <a:off x="7370289" y="3705842"/>
            <a:ext cx="208358" cy="253916"/>
          </a:xfrm>
          <a:prstGeom prst="rect">
            <a:avLst/>
          </a:prstGeom>
          <a:noFill/>
          <a:ln>
            <a:solidFill>
              <a:srgbClr val="C00000"/>
            </a:solidFill>
          </a:ln>
        </p:spPr>
        <p:txBody>
          <a:bodyPr wrap="square" rtlCol="0">
            <a:spAutoFit/>
          </a:bodyPr>
          <a:lstStyle/>
          <a:p>
            <a:pPr defTabSz="457200"/>
            <a:r>
              <a:rPr lang="en-US" sz="1050" dirty="0">
                <a:solidFill>
                  <a:srgbClr val="002060"/>
                </a:solidFill>
                <a:latin typeface="Segoe UI Black"/>
              </a:rPr>
              <a:t>4</a:t>
            </a:r>
          </a:p>
        </p:txBody>
      </p:sp>
      <p:sp>
        <p:nvSpPr>
          <p:cNvPr id="245" name="TextBox 244"/>
          <p:cNvSpPr txBox="1"/>
          <p:nvPr/>
        </p:nvSpPr>
        <p:spPr>
          <a:xfrm>
            <a:off x="7413158" y="4381431"/>
            <a:ext cx="208358" cy="253916"/>
          </a:xfrm>
          <a:prstGeom prst="rect">
            <a:avLst/>
          </a:prstGeom>
          <a:noFill/>
          <a:ln>
            <a:solidFill>
              <a:srgbClr val="C00000"/>
            </a:solidFill>
          </a:ln>
        </p:spPr>
        <p:txBody>
          <a:bodyPr wrap="square" rtlCol="0">
            <a:spAutoFit/>
          </a:bodyPr>
          <a:lstStyle/>
          <a:p>
            <a:pPr defTabSz="457200"/>
            <a:r>
              <a:rPr lang="en-US" sz="1050" dirty="0">
                <a:solidFill>
                  <a:srgbClr val="002060"/>
                </a:solidFill>
                <a:latin typeface="Segoe UI Black"/>
              </a:rPr>
              <a:t>4</a:t>
            </a:r>
          </a:p>
        </p:txBody>
      </p:sp>
      <p:sp>
        <p:nvSpPr>
          <p:cNvPr id="246" name="Freeform 245"/>
          <p:cNvSpPr/>
          <p:nvPr/>
        </p:nvSpPr>
        <p:spPr>
          <a:xfrm>
            <a:off x="8341817" y="3799864"/>
            <a:ext cx="63479" cy="869191"/>
          </a:xfrm>
          <a:custGeom>
            <a:avLst/>
            <a:gdLst>
              <a:gd name="connsiteX0" fmla="*/ 0 w 99400"/>
              <a:gd name="connsiteY0" fmla="*/ 0 h 889989"/>
              <a:gd name="connsiteX1" fmla="*/ 42530 w 99400"/>
              <a:gd name="connsiteY1" fmla="*/ 297712 h 889989"/>
              <a:gd name="connsiteX2" fmla="*/ 42530 w 99400"/>
              <a:gd name="connsiteY2" fmla="*/ 297712 h 889989"/>
              <a:gd name="connsiteX3" fmla="*/ 42530 w 99400"/>
              <a:gd name="connsiteY3" fmla="*/ 723014 h 889989"/>
              <a:gd name="connsiteX4" fmla="*/ 74427 w 99400"/>
              <a:gd name="connsiteY4" fmla="*/ 786810 h 889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00" h="889989">
                <a:moveTo>
                  <a:pt x="0" y="0"/>
                </a:moveTo>
                <a:lnTo>
                  <a:pt x="42530" y="297712"/>
                </a:lnTo>
                <a:lnTo>
                  <a:pt x="42530" y="297712"/>
                </a:lnTo>
                <a:cubicBezTo>
                  <a:pt x="42530" y="368596"/>
                  <a:pt x="37214" y="641498"/>
                  <a:pt x="42530" y="723014"/>
                </a:cubicBezTo>
                <a:cubicBezTo>
                  <a:pt x="47846" y="804530"/>
                  <a:pt x="143539" y="1015410"/>
                  <a:pt x="74427" y="786810"/>
                </a:cubicBezTo>
              </a:path>
            </a:pathLst>
          </a:cu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sp>
        <p:nvSpPr>
          <p:cNvPr id="247" name="TextBox 246"/>
          <p:cNvSpPr txBox="1"/>
          <p:nvPr/>
        </p:nvSpPr>
        <p:spPr>
          <a:xfrm>
            <a:off x="8297007" y="3711986"/>
            <a:ext cx="208358" cy="253916"/>
          </a:xfrm>
          <a:prstGeom prst="rect">
            <a:avLst/>
          </a:prstGeom>
          <a:noFill/>
          <a:ln>
            <a:solidFill>
              <a:srgbClr val="C00000"/>
            </a:solidFill>
          </a:ln>
        </p:spPr>
        <p:txBody>
          <a:bodyPr wrap="square" rtlCol="0">
            <a:spAutoFit/>
          </a:bodyPr>
          <a:lstStyle/>
          <a:p>
            <a:pPr defTabSz="457200"/>
            <a:r>
              <a:rPr lang="en-US" sz="1050" dirty="0">
                <a:solidFill>
                  <a:srgbClr val="002060"/>
                </a:solidFill>
                <a:latin typeface="Segoe UI Black"/>
              </a:rPr>
              <a:t>5</a:t>
            </a:r>
          </a:p>
        </p:txBody>
      </p:sp>
      <p:sp>
        <p:nvSpPr>
          <p:cNvPr id="248" name="TextBox 247"/>
          <p:cNvSpPr txBox="1"/>
          <p:nvPr/>
        </p:nvSpPr>
        <p:spPr>
          <a:xfrm>
            <a:off x="8330631" y="4373496"/>
            <a:ext cx="208358" cy="253916"/>
          </a:xfrm>
          <a:prstGeom prst="rect">
            <a:avLst/>
          </a:prstGeom>
          <a:noFill/>
          <a:ln>
            <a:solidFill>
              <a:srgbClr val="C00000"/>
            </a:solidFill>
          </a:ln>
        </p:spPr>
        <p:txBody>
          <a:bodyPr wrap="square" rtlCol="0">
            <a:spAutoFit/>
          </a:bodyPr>
          <a:lstStyle/>
          <a:p>
            <a:pPr defTabSz="457200"/>
            <a:r>
              <a:rPr lang="en-US" sz="1050" dirty="0">
                <a:solidFill>
                  <a:srgbClr val="002060"/>
                </a:solidFill>
                <a:latin typeface="Segoe UI Black"/>
              </a:rPr>
              <a:t>5</a:t>
            </a:r>
          </a:p>
        </p:txBody>
      </p:sp>
    </p:spTree>
    <p:extLst>
      <p:ext uri="{BB962C8B-B14F-4D97-AF65-F5344CB8AC3E}">
        <p14:creationId xmlns:p14="http://schemas.microsoft.com/office/powerpoint/2010/main" val="1597277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4">
                                            <p:txEl>
                                              <p:pRg st="0" end="0"/>
                                            </p:txEl>
                                          </p:spTgt>
                                        </p:tgtEl>
                                        <p:attrNameLst>
                                          <p:attrName>style.visibility</p:attrName>
                                        </p:attrNameLst>
                                      </p:cBhvr>
                                      <p:to>
                                        <p:strVal val="visible"/>
                                      </p:to>
                                    </p:set>
                                    <p:animEffect transition="in" filter="fade">
                                      <p:cBhvr>
                                        <p:cTn id="14" dur="1000"/>
                                        <p:tgtEl>
                                          <p:spTgt spid="164">
                                            <p:txEl>
                                              <p:pRg st="0" end="0"/>
                                            </p:txEl>
                                          </p:spTgt>
                                        </p:tgtEl>
                                      </p:cBhvr>
                                    </p:animEffect>
                                    <p:anim calcmode="lin" valueType="num">
                                      <p:cBhvr>
                                        <p:cTn id="15" dur="1000" fill="hold"/>
                                        <p:tgtEl>
                                          <p:spTgt spid="164">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6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65"/>
                                        </p:tgtEl>
                                        <p:attrNameLst>
                                          <p:attrName>style.visibility</p:attrName>
                                        </p:attrNameLst>
                                      </p:cBhvr>
                                      <p:to>
                                        <p:strVal val="visible"/>
                                      </p:to>
                                    </p:set>
                                    <p:animEffect transition="in" filter="fade">
                                      <p:cBhvr>
                                        <p:cTn id="21" dur="1000"/>
                                        <p:tgtEl>
                                          <p:spTgt spid="165"/>
                                        </p:tgtEl>
                                      </p:cBhvr>
                                    </p:animEffect>
                                    <p:anim calcmode="lin" valueType="num">
                                      <p:cBhvr>
                                        <p:cTn id="22" dur="1000" fill="hold"/>
                                        <p:tgtEl>
                                          <p:spTgt spid="165"/>
                                        </p:tgtEl>
                                        <p:attrNameLst>
                                          <p:attrName>ppt_x</p:attrName>
                                        </p:attrNameLst>
                                      </p:cBhvr>
                                      <p:tavLst>
                                        <p:tav tm="0">
                                          <p:val>
                                            <p:strVal val="#ppt_x"/>
                                          </p:val>
                                        </p:tav>
                                        <p:tav tm="100000">
                                          <p:val>
                                            <p:strVal val="#ppt_x"/>
                                          </p:val>
                                        </p:tav>
                                      </p:tavLst>
                                    </p:anim>
                                    <p:anim calcmode="lin" valueType="num">
                                      <p:cBhvr>
                                        <p:cTn id="23" dur="1000" fill="hold"/>
                                        <p:tgtEl>
                                          <p:spTgt spid="16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64">
                                            <p:txEl>
                                              <p:pRg st="1" end="1"/>
                                            </p:txEl>
                                          </p:spTgt>
                                        </p:tgtEl>
                                        <p:attrNameLst>
                                          <p:attrName>style.visibility</p:attrName>
                                        </p:attrNameLst>
                                      </p:cBhvr>
                                      <p:to>
                                        <p:strVal val="visible"/>
                                      </p:to>
                                    </p:set>
                                    <p:animEffect transition="in" filter="fade">
                                      <p:cBhvr>
                                        <p:cTn id="28" dur="1000"/>
                                        <p:tgtEl>
                                          <p:spTgt spid="164">
                                            <p:txEl>
                                              <p:pRg st="1" end="1"/>
                                            </p:txEl>
                                          </p:spTgt>
                                        </p:tgtEl>
                                      </p:cBhvr>
                                    </p:animEffect>
                                    <p:anim calcmode="lin" valueType="num">
                                      <p:cBhvr>
                                        <p:cTn id="29" dur="1000" fill="hold"/>
                                        <p:tgtEl>
                                          <p:spTgt spid="164">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16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73"/>
                                        </p:tgtEl>
                                        <p:attrNameLst>
                                          <p:attrName>style.visibility</p:attrName>
                                        </p:attrNameLst>
                                      </p:cBhvr>
                                      <p:to>
                                        <p:strVal val="visible"/>
                                      </p:to>
                                    </p:set>
                                    <p:animEffect transition="in" filter="fade">
                                      <p:cBhvr>
                                        <p:cTn id="35" dur="1000"/>
                                        <p:tgtEl>
                                          <p:spTgt spid="173"/>
                                        </p:tgtEl>
                                      </p:cBhvr>
                                    </p:animEffect>
                                    <p:anim calcmode="lin" valueType="num">
                                      <p:cBhvr>
                                        <p:cTn id="36" dur="1000" fill="hold"/>
                                        <p:tgtEl>
                                          <p:spTgt spid="173"/>
                                        </p:tgtEl>
                                        <p:attrNameLst>
                                          <p:attrName>ppt_x</p:attrName>
                                        </p:attrNameLst>
                                      </p:cBhvr>
                                      <p:tavLst>
                                        <p:tav tm="0">
                                          <p:val>
                                            <p:strVal val="#ppt_x"/>
                                          </p:val>
                                        </p:tav>
                                        <p:tav tm="100000">
                                          <p:val>
                                            <p:strVal val="#ppt_x"/>
                                          </p:val>
                                        </p:tav>
                                      </p:tavLst>
                                    </p:anim>
                                    <p:anim calcmode="lin" valueType="num">
                                      <p:cBhvr>
                                        <p:cTn id="37" dur="1000" fill="hold"/>
                                        <p:tgtEl>
                                          <p:spTgt spid="17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64">
                                            <p:txEl>
                                              <p:pRg st="2" end="2"/>
                                            </p:txEl>
                                          </p:spTgt>
                                        </p:tgtEl>
                                        <p:attrNameLst>
                                          <p:attrName>style.visibility</p:attrName>
                                        </p:attrNameLst>
                                      </p:cBhvr>
                                      <p:to>
                                        <p:strVal val="visible"/>
                                      </p:to>
                                    </p:set>
                                    <p:animEffect transition="in" filter="fade">
                                      <p:cBhvr>
                                        <p:cTn id="42" dur="1000"/>
                                        <p:tgtEl>
                                          <p:spTgt spid="164">
                                            <p:txEl>
                                              <p:pRg st="2" end="2"/>
                                            </p:txEl>
                                          </p:spTgt>
                                        </p:tgtEl>
                                      </p:cBhvr>
                                    </p:animEffect>
                                    <p:anim calcmode="lin" valueType="num">
                                      <p:cBhvr>
                                        <p:cTn id="43" dur="1000" fill="hold"/>
                                        <p:tgtEl>
                                          <p:spTgt spid="164">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6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74"/>
                                        </p:tgtEl>
                                        <p:attrNameLst>
                                          <p:attrName>style.visibility</p:attrName>
                                        </p:attrNameLst>
                                      </p:cBhvr>
                                      <p:to>
                                        <p:strVal val="visible"/>
                                      </p:to>
                                    </p:set>
                                    <p:animEffect transition="in" filter="fade">
                                      <p:cBhvr>
                                        <p:cTn id="49" dur="1000"/>
                                        <p:tgtEl>
                                          <p:spTgt spid="174"/>
                                        </p:tgtEl>
                                      </p:cBhvr>
                                    </p:animEffect>
                                    <p:anim calcmode="lin" valueType="num">
                                      <p:cBhvr>
                                        <p:cTn id="50" dur="1000" fill="hold"/>
                                        <p:tgtEl>
                                          <p:spTgt spid="174"/>
                                        </p:tgtEl>
                                        <p:attrNameLst>
                                          <p:attrName>ppt_x</p:attrName>
                                        </p:attrNameLst>
                                      </p:cBhvr>
                                      <p:tavLst>
                                        <p:tav tm="0">
                                          <p:val>
                                            <p:strVal val="#ppt_x"/>
                                          </p:val>
                                        </p:tav>
                                        <p:tav tm="100000">
                                          <p:val>
                                            <p:strVal val="#ppt_x"/>
                                          </p:val>
                                        </p:tav>
                                      </p:tavLst>
                                    </p:anim>
                                    <p:anim calcmode="lin" valueType="num">
                                      <p:cBhvr>
                                        <p:cTn id="51" dur="1000" fill="hold"/>
                                        <p:tgtEl>
                                          <p:spTgt spid="174"/>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64">
                                            <p:txEl>
                                              <p:pRg st="3" end="3"/>
                                            </p:txEl>
                                          </p:spTgt>
                                        </p:tgtEl>
                                        <p:attrNameLst>
                                          <p:attrName>style.visibility</p:attrName>
                                        </p:attrNameLst>
                                      </p:cBhvr>
                                      <p:to>
                                        <p:strVal val="visible"/>
                                      </p:to>
                                    </p:set>
                                    <p:animEffect transition="in" filter="fade">
                                      <p:cBhvr>
                                        <p:cTn id="56" dur="1000"/>
                                        <p:tgtEl>
                                          <p:spTgt spid="164">
                                            <p:txEl>
                                              <p:pRg st="3" end="3"/>
                                            </p:txEl>
                                          </p:spTgt>
                                        </p:tgtEl>
                                      </p:cBhvr>
                                    </p:animEffect>
                                    <p:anim calcmode="lin" valueType="num">
                                      <p:cBhvr>
                                        <p:cTn id="57" dur="1000" fill="hold"/>
                                        <p:tgtEl>
                                          <p:spTgt spid="164">
                                            <p:txEl>
                                              <p:pRg st="3" end="3"/>
                                            </p:txEl>
                                          </p:spTgt>
                                        </p:tgtEl>
                                        <p:attrNameLst>
                                          <p:attrName>ppt_x</p:attrName>
                                        </p:attrNameLst>
                                      </p:cBhvr>
                                      <p:tavLst>
                                        <p:tav tm="0">
                                          <p:val>
                                            <p:strVal val="#ppt_x"/>
                                          </p:val>
                                        </p:tav>
                                        <p:tav tm="100000">
                                          <p:val>
                                            <p:strVal val="#ppt_x"/>
                                          </p:val>
                                        </p:tav>
                                      </p:tavLst>
                                    </p:anim>
                                    <p:anim calcmode="lin" valueType="num">
                                      <p:cBhvr>
                                        <p:cTn id="58" dur="1000" fill="hold"/>
                                        <p:tgtEl>
                                          <p:spTgt spid="16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68"/>
                                        </p:tgtEl>
                                        <p:attrNameLst>
                                          <p:attrName>style.visibility</p:attrName>
                                        </p:attrNameLst>
                                      </p:cBhvr>
                                      <p:to>
                                        <p:strVal val="visible"/>
                                      </p:to>
                                    </p:set>
                                    <p:animEffect transition="in" filter="fade">
                                      <p:cBhvr>
                                        <p:cTn id="63" dur="1000"/>
                                        <p:tgtEl>
                                          <p:spTgt spid="168"/>
                                        </p:tgtEl>
                                      </p:cBhvr>
                                    </p:animEffect>
                                    <p:anim calcmode="lin" valueType="num">
                                      <p:cBhvr>
                                        <p:cTn id="64" dur="1000" fill="hold"/>
                                        <p:tgtEl>
                                          <p:spTgt spid="168"/>
                                        </p:tgtEl>
                                        <p:attrNameLst>
                                          <p:attrName>ppt_x</p:attrName>
                                        </p:attrNameLst>
                                      </p:cBhvr>
                                      <p:tavLst>
                                        <p:tav tm="0">
                                          <p:val>
                                            <p:strVal val="#ppt_x"/>
                                          </p:val>
                                        </p:tav>
                                        <p:tav tm="100000">
                                          <p:val>
                                            <p:strVal val="#ppt_x"/>
                                          </p:val>
                                        </p:tav>
                                      </p:tavLst>
                                    </p:anim>
                                    <p:anim calcmode="lin" valueType="num">
                                      <p:cBhvr>
                                        <p:cTn id="65" dur="1000" fill="hold"/>
                                        <p:tgtEl>
                                          <p:spTgt spid="168"/>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164">
                                            <p:txEl>
                                              <p:pRg st="4" end="4"/>
                                            </p:txEl>
                                          </p:spTgt>
                                        </p:tgtEl>
                                        <p:attrNameLst>
                                          <p:attrName>style.visibility</p:attrName>
                                        </p:attrNameLst>
                                      </p:cBhvr>
                                      <p:to>
                                        <p:strVal val="visible"/>
                                      </p:to>
                                    </p:set>
                                    <p:animEffect transition="in" filter="fade">
                                      <p:cBhvr>
                                        <p:cTn id="70" dur="1000"/>
                                        <p:tgtEl>
                                          <p:spTgt spid="164">
                                            <p:txEl>
                                              <p:pRg st="4" end="4"/>
                                            </p:txEl>
                                          </p:spTgt>
                                        </p:tgtEl>
                                      </p:cBhvr>
                                    </p:animEffect>
                                    <p:anim calcmode="lin" valueType="num">
                                      <p:cBhvr>
                                        <p:cTn id="71" dur="1000" fill="hold"/>
                                        <p:tgtEl>
                                          <p:spTgt spid="164">
                                            <p:txEl>
                                              <p:pRg st="4" end="4"/>
                                            </p:txEl>
                                          </p:spTgt>
                                        </p:tgtEl>
                                        <p:attrNameLst>
                                          <p:attrName>ppt_x</p:attrName>
                                        </p:attrNameLst>
                                      </p:cBhvr>
                                      <p:tavLst>
                                        <p:tav tm="0">
                                          <p:val>
                                            <p:strVal val="#ppt_x"/>
                                          </p:val>
                                        </p:tav>
                                        <p:tav tm="100000">
                                          <p:val>
                                            <p:strVal val="#ppt_x"/>
                                          </p:val>
                                        </p:tav>
                                      </p:tavLst>
                                    </p:anim>
                                    <p:anim calcmode="lin" valueType="num">
                                      <p:cBhvr>
                                        <p:cTn id="72" dur="1000" fill="hold"/>
                                        <p:tgtEl>
                                          <p:spTgt spid="16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164">
                                            <p:txEl>
                                              <p:pRg st="5" end="5"/>
                                            </p:txEl>
                                          </p:spTgt>
                                        </p:tgtEl>
                                        <p:attrNameLst>
                                          <p:attrName>style.visibility</p:attrName>
                                        </p:attrNameLst>
                                      </p:cBhvr>
                                      <p:to>
                                        <p:strVal val="visible"/>
                                      </p:to>
                                    </p:set>
                                    <p:animEffect transition="in" filter="fade">
                                      <p:cBhvr>
                                        <p:cTn id="77" dur="1000"/>
                                        <p:tgtEl>
                                          <p:spTgt spid="164">
                                            <p:txEl>
                                              <p:pRg st="5" end="5"/>
                                            </p:txEl>
                                          </p:spTgt>
                                        </p:tgtEl>
                                      </p:cBhvr>
                                    </p:animEffect>
                                    <p:anim calcmode="lin" valueType="num">
                                      <p:cBhvr>
                                        <p:cTn id="78" dur="1000" fill="hold"/>
                                        <p:tgtEl>
                                          <p:spTgt spid="164">
                                            <p:txEl>
                                              <p:pRg st="5" end="5"/>
                                            </p:txEl>
                                          </p:spTgt>
                                        </p:tgtEl>
                                        <p:attrNameLst>
                                          <p:attrName>ppt_x</p:attrName>
                                        </p:attrNameLst>
                                      </p:cBhvr>
                                      <p:tavLst>
                                        <p:tav tm="0">
                                          <p:val>
                                            <p:strVal val="#ppt_x"/>
                                          </p:val>
                                        </p:tav>
                                        <p:tav tm="100000">
                                          <p:val>
                                            <p:strVal val="#ppt_x"/>
                                          </p:val>
                                        </p:tav>
                                      </p:tavLst>
                                    </p:anim>
                                    <p:anim calcmode="lin" valueType="num">
                                      <p:cBhvr>
                                        <p:cTn id="79" dur="1000" fill="hold"/>
                                        <p:tgtEl>
                                          <p:spTgt spid="16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163"/>
                                        </p:tgtEl>
                                        <p:attrNameLst>
                                          <p:attrName>style.visibility</p:attrName>
                                        </p:attrNameLst>
                                      </p:cBhvr>
                                      <p:to>
                                        <p:strVal val="visible"/>
                                      </p:to>
                                    </p:set>
                                    <p:animEffect transition="in" filter="fade">
                                      <p:cBhvr>
                                        <p:cTn id="84" dur="1000"/>
                                        <p:tgtEl>
                                          <p:spTgt spid="163"/>
                                        </p:tgtEl>
                                      </p:cBhvr>
                                    </p:animEffect>
                                    <p:anim calcmode="lin" valueType="num">
                                      <p:cBhvr>
                                        <p:cTn id="85" dur="1000" fill="hold"/>
                                        <p:tgtEl>
                                          <p:spTgt spid="163"/>
                                        </p:tgtEl>
                                        <p:attrNameLst>
                                          <p:attrName>ppt_x</p:attrName>
                                        </p:attrNameLst>
                                      </p:cBhvr>
                                      <p:tavLst>
                                        <p:tav tm="0">
                                          <p:val>
                                            <p:strVal val="#ppt_x"/>
                                          </p:val>
                                        </p:tav>
                                        <p:tav tm="100000">
                                          <p:val>
                                            <p:strVal val="#ppt_x"/>
                                          </p:val>
                                        </p:tav>
                                      </p:tavLst>
                                    </p:anim>
                                    <p:anim calcmode="lin" valueType="num">
                                      <p:cBhvr>
                                        <p:cTn id="86" dur="1000" fill="hold"/>
                                        <p:tgtEl>
                                          <p:spTgt spid="163"/>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36"/>
                                        </p:tgtEl>
                                        <p:attrNameLst>
                                          <p:attrName>style.visibility</p:attrName>
                                        </p:attrNameLst>
                                      </p:cBhvr>
                                      <p:to>
                                        <p:strVal val="visible"/>
                                      </p:to>
                                    </p:set>
                                    <p:animEffect transition="in" filter="fade">
                                      <p:cBhvr>
                                        <p:cTn id="91" dur="1000"/>
                                        <p:tgtEl>
                                          <p:spTgt spid="236"/>
                                        </p:tgtEl>
                                      </p:cBhvr>
                                    </p:animEffect>
                                    <p:anim calcmode="lin" valueType="num">
                                      <p:cBhvr>
                                        <p:cTn id="92" dur="1000" fill="hold"/>
                                        <p:tgtEl>
                                          <p:spTgt spid="236"/>
                                        </p:tgtEl>
                                        <p:attrNameLst>
                                          <p:attrName>ppt_x</p:attrName>
                                        </p:attrNameLst>
                                      </p:cBhvr>
                                      <p:tavLst>
                                        <p:tav tm="0">
                                          <p:val>
                                            <p:strVal val="#ppt_x"/>
                                          </p:val>
                                        </p:tav>
                                        <p:tav tm="100000">
                                          <p:val>
                                            <p:strVal val="#ppt_x"/>
                                          </p:val>
                                        </p:tav>
                                      </p:tavLst>
                                    </p:anim>
                                    <p:anim calcmode="lin" valueType="num">
                                      <p:cBhvr>
                                        <p:cTn id="93" dur="1000" fill="hold"/>
                                        <p:tgtEl>
                                          <p:spTgt spid="236"/>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8"/>
                                        </p:tgtEl>
                                        <p:attrNameLst>
                                          <p:attrName>style.visibility</p:attrName>
                                        </p:attrNameLst>
                                      </p:cBhvr>
                                      <p:to>
                                        <p:strVal val="visible"/>
                                      </p:to>
                                    </p:set>
                                    <p:animEffect transition="in" filter="fade">
                                      <p:cBhvr>
                                        <p:cTn id="98" dur="1000"/>
                                        <p:tgtEl>
                                          <p:spTgt spid="18"/>
                                        </p:tgtEl>
                                      </p:cBhvr>
                                    </p:animEffect>
                                    <p:anim calcmode="lin" valueType="num">
                                      <p:cBhvr>
                                        <p:cTn id="99" dur="1000" fill="hold"/>
                                        <p:tgtEl>
                                          <p:spTgt spid="18"/>
                                        </p:tgtEl>
                                        <p:attrNameLst>
                                          <p:attrName>ppt_x</p:attrName>
                                        </p:attrNameLst>
                                      </p:cBhvr>
                                      <p:tavLst>
                                        <p:tav tm="0">
                                          <p:val>
                                            <p:strVal val="#ppt_x"/>
                                          </p:val>
                                        </p:tav>
                                        <p:tav tm="100000">
                                          <p:val>
                                            <p:strVal val="#ppt_x"/>
                                          </p:val>
                                        </p:tav>
                                      </p:tavLst>
                                    </p:anim>
                                    <p:anim calcmode="lin" valueType="num">
                                      <p:cBhvr>
                                        <p:cTn id="10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156"/>
                                        </p:tgtEl>
                                        <p:attrNameLst>
                                          <p:attrName>style.visibility</p:attrName>
                                        </p:attrNameLst>
                                      </p:cBhvr>
                                      <p:to>
                                        <p:strVal val="visible"/>
                                      </p:to>
                                    </p:set>
                                    <p:animEffect transition="in" filter="fade">
                                      <p:cBhvr>
                                        <p:cTn id="105" dur="1000"/>
                                        <p:tgtEl>
                                          <p:spTgt spid="156"/>
                                        </p:tgtEl>
                                      </p:cBhvr>
                                    </p:animEffect>
                                    <p:anim calcmode="lin" valueType="num">
                                      <p:cBhvr>
                                        <p:cTn id="106" dur="1000" fill="hold"/>
                                        <p:tgtEl>
                                          <p:spTgt spid="156"/>
                                        </p:tgtEl>
                                        <p:attrNameLst>
                                          <p:attrName>ppt_x</p:attrName>
                                        </p:attrNameLst>
                                      </p:cBhvr>
                                      <p:tavLst>
                                        <p:tav tm="0">
                                          <p:val>
                                            <p:strVal val="#ppt_x"/>
                                          </p:val>
                                        </p:tav>
                                        <p:tav tm="100000">
                                          <p:val>
                                            <p:strVal val="#ppt_x"/>
                                          </p:val>
                                        </p:tav>
                                      </p:tavLst>
                                    </p:anim>
                                    <p:anim calcmode="lin" valueType="num">
                                      <p:cBhvr>
                                        <p:cTn id="107" dur="1000" fill="hold"/>
                                        <p:tgtEl>
                                          <p:spTgt spid="156"/>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9" dur="1" fill="hold">
                                          <p:stCondLst>
                                            <p:cond delay="0"/>
                                          </p:stCondLst>
                                        </p:cTn>
                                        <p:tgtEl>
                                          <p:spTgt spid="175"/>
                                        </p:tgtEl>
                                        <p:attrNameLst>
                                          <p:attrName>style.visibility</p:attrName>
                                        </p:attrNameLst>
                                      </p:cBhvr>
                                      <p:to>
                                        <p:strVal val="visible"/>
                                      </p:to>
                                    </p:set>
                                    <p:animEffect transition="in" filter="fade">
                                      <p:cBhvr>
                                        <p:cTn id="110" dur="1000"/>
                                        <p:tgtEl>
                                          <p:spTgt spid="175"/>
                                        </p:tgtEl>
                                      </p:cBhvr>
                                    </p:animEffect>
                                    <p:anim calcmode="lin" valueType="num">
                                      <p:cBhvr>
                                        <p:cTn id="111" dur="1000" fill="hold"/>
                                        <p:tgtEl>
                                          <p:spTgt spid="175"/>
                                        </p:tgtEl>
                                        <p:attrNameLst>
                                          <p:attrName>ppt_x</p:attrName>
                                        </p:attrNameLst>
                                      </p:cBhvr>
                                      <p:tavLst>
                                        <p:tav tm="0">
                                          <p:val>
                                            <p:strVal val="#ppt_x"/>
                                          </p:val>
                                        </p:tav>
                                        <p:tav tm="100000">
                                          <p:val>
                                            <p:strVal val="#ppt_x"/>
                                          </p:val>
                                        </p:tav>
                                      </p:tavLst>
                                    </p:anim>
                                    <p:anim calcmode="lin" valueType="num">
                                      <p:cBhvr>
                                        <p:cTn id="112" dur="1000" fill="hold"/>
                                        <p:tgtEl>
                                          <p:spTgt spid="175"/>
                                        </p:tgtEl>
                                        <p:attrNameLst>
                                          <p:attrName>ppt_y</p:attrName>
                                        </p:attrNameLst>
                                      </p:cBhvr>
                                      <p:tavLst>
                                        <p:tav tm="0">
                                          <p:val>
                                            <p:strVal val="#ppt_y+.1"/>
                                          </p:val>
                                        </p:tav>
                                        <p:tav tm="100000">
                                          <p:val>
                                            <p:strVal val="#ppt_y"/>
                                          </p:val>
                                        </p:tav>
                                      </p:tavLst>
                                    </p:anim>
                                  </p:childTnLst>
                                </p:cTn>
                              </p:par>
                              <p:par>
                                <p:cTn id="113" presetID="42" presetClass="entr" presetSubtype="0" fill="hold" nodeType="withEffect">
                                  <p:stCondLst>
                                    <p:cond delay="0"/>
                                  </p:stCondLst>
                                  <p:childTnLst>
                                    <p:set>
                                      <p:cBhvr>
                                        <p:cTn id="114" dur="1" fill="hold">
                                          <p:stCondLst>
                                            <p:cond delay="0"/>
                                          </p:stCondLst>
                                        </p:cTn>
                                        <p:tgtEl>
                                          <p:spTgt spid="176"/>
                                        </p:tgtEl>
                                        <p:attrNameLst>
                                          <p:attrName>style.visibility</p:attrName>
                                        </p:attrNameLst>
                                      </p:cBhvr>
                                      <p:to>
                                        <p:strVal val="visible"/>
                                      </p:to>
                                    </p:set>
                                    <p:animEffect transition="in" filter="fade">
                                      <p:cBhvr>
                                        <p:cTn id="115" dur="1000"/>
                                        <p:tgtEl>
                                          <p:spTgt spid="176"/>
                                        </p:tgtEl>
                                      </p:cBhvr>
                                    </p:animEffect>
                                    <p:anim calcmode="lin" valueType="num">
                                      <p:cBhvr>
                                        <p:cTn id="116" dur="1000" fill="hold"/>
                                        <p:tgtEl>
                                          <p:spTgt spid="176"/>
                                        </p:tgtEl>
                                        <p:attrNameLst>
                                          <p:attrName>ppt_x</p:attrName>
                                        </p:attrNameLst>
                                      </p:cBhvr>
                                      <p:tavLst>
                                        <p:tav tm="0">
                                          <p:val>
                                            <p:strVal val="#ppt_x"/>
                                          </p:val>
                                        </p:tav>
                                        <p:tav tm="100000">
                                          <p:val>
                                            <p:strVal val="#ppt_x"/>
                                          </p:val>
                                        </p:tav>
                                      </p:tavLst>
                                    </p:anim>
                                    <p:anim calcmode="lin" valueType="num">
                                      <p:cBhvr>
                                        <p:cTn id="117" dur="1000" fill="hold"/>
                                        <p:tgtEl>
                                          <p:spTgt spid="176"/>
                                        </p:tgtEl>
                                        <p:attrNameLst>
                                          <p:attrName>ppt_y</p:attrName>
                                        </p:attrNameLst>
                                      </p:cBhvr>
                                      <p:tavLst>
                                        <p:tav tm="0">
                                          <p:val>
                                            <p:strVal val="#ppt_y+.1"/>
                                          </p:val>
                                        </p:tav>
                                        <p:tav tm="100000">
                                          <p:val>
                                            <p:strVal val="#ppt_y"/>
                                          </p:val>
                                        </p:tav>
                                      </p:tavLst>
                                    </p:anim>
                                  </p:childTnLst>
                                </p:cTn>
                              </p:par>
                              <p:par>
                                <p:cTn id="118" presetID="42" presetClass="entr" presetSubtype="0" fill="hold" nodeType="withEffect">
                                  <p:stCondLst>
                                    <p:cond delay="0"/>
                                  </p:stCondLst>
                                  <p:childTnLst>
                                    <p:set>
                                      <p:cBhvr>
                                        <p:cTn id="119" dur="1" fill="hold">
                                          <p:stCondLst>
                                            <p:cond delay="0"/>
                                          </p:stCondLst>
                                        </p:cTn>
                                        <p:tgtEl>
                                          <p:spTgt spid="177"/>
                                        </p:tgtEl>
                                        <p:attrNameLst>
                                          <p:attrName>style.visibility</p:attrName>
                                        </p:attrNameLst>
                                      </p:cBhvr>
                                      <p:to>
                                        <p:strVal val="visible"/>
                                      </p:to>
                                    </p:set>
                                    <p:animEffect transition="in" filter="fade">
                                      <p:cBhvr>
                                        <p:cTn id="120" dur="1000"/>
                                        <p:tgtEl>
                                          <p:spTgt spid="177"/>
                                        </p:tgtEl>
                                      </p:cBhvr>
                                    </p:animEffect>
                                    <p:anim calcmode="lin" valueType="num">
                                      <p:cBhvr>
                                        <p:cTn id="121" dur="1000" fill="hold"/>
                                        <p:tgtEl>
                                          <p:spTgt spid="177"/>
                                        </p:tgtEl>
                                        <p:attrNameLst>
                                          <p:attrName>ppt_x</p:attrName>
                                        </p:attrNameLst>
                                      </p:cBhvr>
                                      <p:tavLst>
                                        <p:tav tm="0">
                                          <p:val>
                                            <p:strVal val="#ppt_x"/>
                                          </p:val>
                                        </p:tav>
                                        <p:tav tm="100000">
                                          <p:val>
                                            <p:strVal val="#ppt_x"/>
                                          </p:val>
                                        </p:tav>
                                      </p:tavLst>
                                    </p:anim>
                                    <p:anim calcmode="lin" valueType="num">
                                      <p:cBhvr>
                                        <p:cTn id="122" dur="1000" fill="hold"/>
                                        <p:tgtEl>
                                          <p:spTgt spid="177"/>
                                        </p:tgtEl>
                                        <p:attrNameLst>
                                          <p:attrName>ppt_y</p:attrName>
                                        </p:attrNameLst>
                                      </p:cBhvr>
                                      <p:tavLst>
                                        <p:tav tm="0">
                                          <p:val>
                                            <p:strVal val="#ppt_y+.1"/>
                                          </p:val>
                                        </p:tav>
                                        <p:tav tm="100000">
                                          <p:val>
                                            <p:strVal val="#ppt_y"/>
                                          </p:val>
                                        </p:tav>
                                      </p:tavLst>
                                    </p:anim>
                                  </p:childTnLst>
                                </p:cTn>
                              </p:par>
                              <p:par>
                                <p:cTn id="123" presetID="42" presetClass="entr" presetSubtype="0" fill="hold" nodeType="withEffect">
                                  <p:stCondLst>
                                    <p:cond delay="0"/>
                                  </p:stCondLst>
                                  <p:childTnLst>
                                    <p:set>
                                      <p:cBhvr>
                                        <p:cTn id="124" dur="1" fill="hold">
                                          <p:stCondLst>
                                            <p:cond delay="0"/>
                                          </p:stCondLst>
                                        </p:cTn>
                                        <p:tgtEl>
                                          <p:spTgt spid="178"/>
                                        </p:tgtEl>
                                        <p:attrNameLst>
                                          <p:attrName>style.visibility</p:attrName>
                                        </p:attrNameLst>
                                      </p:cBhvr>
                                      <p:to>
                                        <p:strVal val="visible"/>
                                      </p:to>
                                    </p:set>
                                    <p:animEffect transition="in" filter="fade">
                                      <p:cBhvr>
                                        <p:cTn id="125" dur="1000"/>
                                        <p:tgtEl>
                                          <p:spTgt spid="178"/>
                                        </p:tgtEl>
                                      </p:cBhvr>
                                    </p:animEffect>
                                    <p:anim calcmode="lin" valueType="num">
                                      <p:cBhvr>
                                        <p:cTn id="126" dur="1000" fill="hold"/>
                                        <p:tgtEl>
                                          <p:spTgt spid="178"/>
                                        </p:tgtEl>
                                        <p:attrNameLst>
                                          <p:attrName>ppt_x</p:attrName>
                                        </p:attrNameLst>
                                      </p:cBhvr>
                                      <p:tavLst>
                                        <p:tav tm="0">
                                          <p:val>
                                            <p:strVal val="#ppt_x"/>
                                          </p:val>
                                        </p:tav>
                                        <p:tav tm="100000">
                                          <p:val>
                                            <p:strVal val="#ppt_x"/>
                                          </p:val>
                                        </p:tav>
                                      </p:tavLst>
                                    </p:anim>
                                    <p:anim calcmode="lin" valueType="num">
                                      <p:cBhvr>
                                        <p:cTn id="127" dur="1000" fill="hold"/>
                                        <p:tgtEl>
                                          <p:spTgt spid="178"/>
                                        </p:tgtEl>
                                        <p:attrNameLst>
                                          <p:attrName>ppt_y</p:attrName>
                                        </p:attrNameLst>
                                      </p:cBhvr>
                                      <p:tavLst>
                                        <p:tav tm="0">
                                          <p:val>
                                            <p:strVal val="#ppt_y+.1"/>
                                          </p:val>
                                        </p:tav>
                                        <p:tav tm="100000">
                                          <p:val>
                                            <p:strVal val="#ppt_y"/>
                                          </p:val>
                                        </p:tav>
                                      </p:tavLst>
                                    </p:anim>
                                  </p:childTnLst>
                                </p:cTn>
                              </p:par>
                              <p:par>
                                <p:cTn id="128" presetID="42" presetClass="entr" presetSubtype="0" fill="hold" nodeType="withEffect">
                                  <p:stCondLst>
                                    <p:cond delay="0"/>
                                  </p:stCondLst>
                                  <p:childTnLst>
                                    <p:set>
                                      <p:cBhvr>
                                        <p:cTn id="129" dur="1" fill="hold">
                                          <p:stCondLst>
                                            <p:cond delay="0"/>
                                          </p:stCondLst>
                                        </p:cTn>
                                        <p:tgtEl>
                                          <p:spTgt spid="179"/>
                                        </p:tgtEl>
                                        <p:attrNameLst>
                                          <p:attrName>style.visibility</p:attrName>
                                        </p:attrNameLst>
                                      </p:cBhvr>
                                      <p:to>
                                        <p:strVal val="visible"/>
                                      </p:to>
                                    </p:set>
                                    <p:animEffect transition="in" filter="fade">
                                      <p:cBhvr>
                                        <p:cTn id="130" dur="1000"/>
                                        <p:tgtEl>
                                          <p:spTgt spid="179"/>
                                        </p:tgtEl>
                                      </p:cBhvr>
                                    </p:animEffect>
                                    <p:anim calcmode="lin" valueType="num">
                                      <p:cBhvr>
                                        <p:cTn id="131" dur="1000" fill="hold"/>
                                        <p:tgtEl>
                                          <p:spTgt spid="179"/>
                                        </p:tgtEl>
                                        <p:attrNameLst>
                                          <p:attrName>ppt_x</p:attrName>
                                        </p:attrNameLst>
                                      </p:cBhvr>
                                      <p:tavLst>
                                        <p:tav tm="0">
                                          <p:val>
                                            <p:strVal val="#ppt_x"/>
                                          </p:val>
                                        </p:tav>
                                        <p:tav tm="100000">
                                          <p:val>
                                            <p:strVal val="#ppt_x"/>
                                          </p:val>
                                        </p:tav>
                                      </p:tavLst>
                                    </p:anim>
                                    <p:anim calcmode="lin" valueType="num">
                                      <p:cBhvr>
                                        <p:cTn id="132" dur="1000" fill="hold"/>
                                        <p:tgtEl>
                                          <p:spTgt spid="179"/>
                                        </p:tgtEl>
                                        <p:attrNameLst>
                                          <p:attrName>ppt_y</p:attrName>
                                        </p:attrNameLst>
                                      </p:cBhvr>
                                      <p:tavLst>
                                        <p:tav tm="0">
                                          <p:val>
                                            <p:strVal val="#ppt_y+.1"/>
                                          </p:val>
                                        </p:tav>
                                        <p:tav tm="100000">
                                          <p:val>
                                            <p:strVal val="#ppt_y"/>
                                          </p:val>
                                        </p:tav>
                                      </p:tavLst>
                                    </p:anim>
                                  </p:childTnLst>
                                </p:cTn>
                              </p:par>
                              <p:par>
                                <p:cTn id="133" presetID="42" presetClass="entr" presetSubtype="0" fill="hold" nodeType="withEffect">
                                  <p:stCondLst>
                                    <p:cond delay="0"/>
                                  </p:stCondLst>
                                  <p:childTnLst>
                                    <p:set>
                                      <p:cBhvr>
                                        <p:cTn id="134" dur="1" fill="hold">
                                          <p:stCondLst>
                                            <p:cond delay="0"/>
                                          </p:stCondLst>
                                        </p:cTn>
                                        <p:tgtEl>
                                          <p:spTgt spid="180"/>
                                        </p:tgtEl>
                                        <p:attrNameLst>
                                          <p:attrName>style.visibility</p:attrName>
                                        </p:attrNameLst>
                                      </p:cBhvr>
                                      <p:to>
                                        <p:strVal val="visible"/>
                                      </p:to>
                                    </p:set>
                                    <p:animEffect transition="in" filter="fade">
                                      <p:cBhvr>
                                        <p:cTn id="135" dur="1000"/>
                                        <p:tgtEl>
                                          <p:spTgt spid="180"/>
                                        </p:tgtEl>
                                      </p:cBhvr>
                                    </p:animEffect>
                                    <p:anim calcmode="lin" valueType="num">
                                      <p:cBhvr>
                                        <p:cTn id="136" dur="1000" fill="hold"/>
                                        <p:tgtEl>
                                          <p:spTgt spid="180"/>
                                        </p:tgtEl>
                                        <p:attrNameLst>
                                          <p:attrName>ppt_x</p:attrName>
                                        </p:attrNameLst>
                                      </p:cBhvr>
                                      <p:tavLst>
                                        <p:tav tm="0">
                                          <p:val>
                                            <p:strVal val="#ppt_x"/>
                                          </p:val>
                                        </p:tav>
                                        <p:tav tm="100000">
                                          <p:val>
                                            <p:strVal val="#ppt_x"/>
                                          </p:val>
                                        </p:tav>
                                      </p:tavLst>
                                    </p:anim>
                                    <p:anim calcmode="lin" valueType="num">
                                      <p:cBhvr>
                                        <p:cTn id="137" dur="1000" fill="hold"/>
                                        <p:tgtEl>
                                          <p:spTgt spid="180"/>
                                        </p:tgtEl>
                                        <p:attrNameLst>
                                          <p:attrName>ppt_y</p:attrName>
                                        </p:attrNameLst>
                                      </p:cBhvr>
                                      <p:tavLst>
                                        <p:tav tm="0">
                                          <p:val>
                                            <p:strVal val="#ppt_y+.1"/>
                                          </p:val>
                                        </p:tav>
                                        <p:tav tm="100000">
                                          <p:val>
                                            <p:strVal val="#ppt_y"/>
                                          </p:val>
                                        </p:tav>
                                      </p:tavLst>
                                    </p:anim>
                                  </p:childTnLst>
                                </p:cTn>
                              </p:par>
                              <p:par>
                                <p:cTn id="138" presetID="42" presetClass="entr" presetSubtype="0" fill="hold" nodeType="withEffect">
                                  <p:stCondLst>
                                    <p:cond delay="0"/>
                                  </p:stCondLst>
                                  <p:childTnLst>
                                    <p:set>
                                      <p:cBhvr>
                                        <p:cTn id="139" dur="1" fill="hold">
                                          <p:stCondLst>
                                            <p:cond delay="0"/>
                                          </p:stCondLst>
                                        </p:cTn>
                                        <p:tgtEl>
                                          <p:spTgt spid="181"/>
                                        </p:tgtEl>
                                        <p:attrNameLst>
                                          <p:attrName>style.visibility</p:attrName>
                                        </p:attrNameLst>
                                      </p:cBhvr>
                                      <p:to>
                                        <p:strVal val="visible"/>
                                      </p:to>
                                    </p:set>
                                    <p:animEffect transition="in" filter="fade">
                                      <p:cBhvr>
                                        <p:cTn id="140" dur="1000"/>
                                        <p:tgtEl>
                                          <p:spTgt spid="181"/>
                                        </p:tgtEl>
                                      </p:cBhvr>
                                    </p:animEffect>
                                    <p:anim calcmode="lin" valueType="num">
                                      <p:cBhvr>
                                        <p:cTn id="141" dur="1000" fill="hold"/>
                                        <p:tgtEl>
                                          <p:spTgt spid="181"/>
                                        </p:tgtEl>
                                        <p:attrNameLst>
                                          <p:attrName>ppt_x</p:attrName>
                                        </p:attrNameLst>
                                      </p:cBhvr>
                                      <p:tavLst>
                                        <p:tav tm="0">
                                          <p:val>
                                            <p:strVal val="#ppt_x"/>
                                          </p:val>
                                        </p:tav>
                                        <p:tav tm="100000">
                                          <p:val>
                                            <p:strVal val="#ppt_x"/>
                                          </p:val>
                                        </p:tav>
                                      </p:tavLst>
                                    </p:anim>
                                    <p:anim calcmode="lin" valueType="num">
                                      <p:cBhvr>
                                        <p:cTn id="142" dur="1000" fill="hold"/>
                                        <p:tgtEl>
                                          <p:spTgt spid="181"/>
                                        </p:tgtEl>
                                        <p:attrNameLst>
                                          <p:attrName>ppt_y</p:attrName>
                                        </p:attrNameLst>
                                      </p:cBhvr>
                                      <p:tavLst>
                                        <p:tav tm="0">
                                          <p:val>
                                            <p:strVal val="#ppt_y+.1"/>
                                          </p:val>
                                        </p:tav>
                                        <p:tav tm="100000">
                                          <p:val>
                                            <p:strVal val="#ppt_y"/>
                                          </p:val>
                                        </p:tav>
                                      </p:tavLst>
                                    </p:anim>
                                  </p:childTnLst>
                                </p:cTn>
                              </p:par>
                              <p:par>
                                <p:cTn id="143" presetID="42" presetClass="entr" presetSubtype="0" fill="hold" nodeType="withEffect">
                                  <p:stCondLst>
                                    <p:cond delay="0"/>
                                  </p:stCondLst>
                                  <p:childTnLst>
                                    <p:set>
                                      <p:cBhvr>
                                        <p:cTn id="144" dur="1" fill="hold">
                                          <p:stCondLst>
                                            <p:cond delay="0"/>
                                          </p:stCondLst>
                                        </p:cTn>
                                        <p:tgtEl>
                                          <p:spTgt spid="182"/>
                                        </p:tgtEl>
                                        <p:attrNameLst>
                                          <p:attrName>style.visibility</p:attrName>
                                        </p:attrNameLst>
                                      </p:cBhvr>
                                      <p:to>
                                        <p:strVal val="visible"/>
                                      </p:to>
                                    </p:set>
                                    <p:animEffect transition="in" filter="fade">
                                      <p:cBhvr>
                                        <p:cTn id="145" dur="1000"/>
                                        <p:tgtEl>
                                          <p:spTgt spid="182"/>
                                        </p:tgtEl>
                                      </p:cBhvr>
                                    </p:animEffect>
                                    <p:anim calcmode="lin" valueType="num">
                                      <p:cBhvr>
                                        <p:cTn id="146" dur="1000" fill="hold"/>
                                        <p:tgtEl>
                                          <p:spTgt spid="182"/>
                                        </p:tgtEl>
                                        <p:attrNameLst>
                                          <p:attrName>ppt_x</p:attrName>
                                        </p:attrNameLst>
                                      </p:cBhvr>
                                      <p:tavLst>
                                        <p:tav tm="0">
                                          <p:val>
                                            <p:strVal val="#ppt_x"/>
                                          </p:val>
                                        </p:tav>
                                        <p:tav tm="100000">
                                          <p:val>
                                            <p:strVal val="#ppt_x"/>
                                          </p:val>
                                        </p:tav>
                                      </p:tavLst>
                                    </p:anim>
                                    <p:anim calcmode="lin" valueType="num">
                                      <p:cBhvr>
                                        <p:cTn id="147" dur="1000" fill="hold"/>
                                        <p:tgtEl>
                                          <p:spTgt spid="182"/>
                                        </p:tgtEl>
                                        <p:attrNameLst>
                                          <p:attrName>ppt_y</p:attrName>
                                        </p:attrNameLst>
                                      </p:cBhvr>
                                      <p:tavLst>
                                        <p:tav tm="0">
                                          <p:val>
                                            <p:strVal val="#ppt_y+.1"/>
                                          </p:val>
                                        </p:tav>
                                        <p:tav tm="100000">
                                          <p:val>
                                            <p:strVal val="#ppt_y"/>
                                          </p:val>
                                        </p:tav>
                                      </p:tavLst>
                                    </p:anim>
                                  </p:childTnLst>
                                </p:cTn>
                              </p:par>
                              <p:par>
                                <p:cTn id="148" presetID="42" presetClass="entr" presetSubtype="0" fill="hold" nodeType="withEffect">
                                  <p:stCondLst>
                                    <p:cond delay="0"/>
                                  </p:stCondLst>
                                  <p:childTnLst>
                                    <p:set>
                                      <p:cBhvr>
                                        <p:cTn id="149" dur="1" fill="hold">
                                          <p:stCondLst>
                                            <p:cond delay="0"/>
                                          </p:stCondLst>
                                        </p:cTn>
                                        <p:tgtEl>
                                          <p:spTgt spid="183"/>
                                        </p:tgtEl>
                                        <p:attrNameLst>
                                          <p:attrName>style.visibility</p:attrName>
                                        </p:attrNameLst>
                                      </p:cBhvr>
                                      <p:to>
                                        <p:strVal val="visible"/>
                                      </p:to>
                                    </p:set>
                                    <p:animEffect transition="in" filter="fade">
                                      <p:cBhvr>
                                        <p:cTn id="150" dur="1000"/>
                                        <p:tgtEl>
                                          <p:spTgt spid="183"/>
                                        </p:tgtEl>
                                      </p:cBhvr>
                                    </p:animEffect>
                                    <p:anim calcmode="lin" valueType="num">
                                      <p:cBhvr>
                                        <p:cTn id="151" dur="1000" fill="hold"/>
                                        <p:tgtEl>
                                          <p:spTgt spid="183"/>
                                        </p:tgtEl>
                                        <p:attrNameLst>
                                          <p:attrName>ppt_x</p:attrName>
                                        </p:attrNameLst>
                                      </p:cBhvr>
                                      <p:tavLst>
                                        <p:tav tm="0">
                                          <p:val>
                                            <p:strVal val="#ppt_x"/>
                                          </p:val>
                                        </p:tav>
                                        <p:tav tm="100000">
                                          <p:val>
                                            <p:strVal val="#ppt_x"/>
                                          </p:val>
                                        </p:tav>
                                      </p:tavLst>
                                    </p:anim>
                                    <p:anim calcmode="lin" valueType="num">
                                      <p:cBhvr>
                                        <p:cTn id="152" dur="1000" fill="hold"/>
                                        <p:tgtEl>
                                          <p:spTgt spid="183"/>
                                        </p:tgtEl>
                                        <p:attrNameLst>
                                          <p:attrName>ppt_y</p:attrName>
                                        </p:attrNameLst>
                                      </p:cBhvr>
                                      <p:tavLst>
                                        <p:tav tm="0">
                                          <p:val>
                                            <p:strVal val="#ppt_y+.1"/>
                                          </p:val>
                                        </p:tav>
                                        <p:tav tm="100000">
                                          <p:val>
                                            <p:strVal val="#ppt_y"/>
                                          </p:val>
                                        </p:tav>
                                      </p:tavLst>
                                    </p:anim>
                                  </p:childTnLst>
                                </p:cTn>
                              </p:par>
                              <p:par>
                                <p:cTn id="153" presetID="42" presetClass="entr" presetSubtype="0" fill="hold" nodeType="withEffect">
                                  <p:stCondLst>
                                    <p:cond delay="0"/>
                                  </p:stCondLst>
                                  <p:childTnLst>
                                    <p:set>
                                      <p:cBhvr>
                                        <p:cTn id="154" dur="1" fill="hold">
                                          <p:stCondLst>
                                            <p:cond delay="0"/>
                                          </p:stCondLst>
                                        </p:cTn>
                                        <p:tgtEl>
                                          <p:spTgt spid="184"/>
                                        </p:tgtEl>
                                        <p:attrNameLst>
                                          <p:attrName>style.visibility</p:attrName>
                                        </p:attrNameLst>
                                      </p:cBhvr>
                                      <p:to>
                                        <p:strVal val="visible"/>
                                      </p:to>
                                    </p:set>
                                    <p:animEffect transition="in" filter="fade">
                                      <p:cBhvr>
                                        <p:cTn id="155" dur="1000"/>
                                        <p:tgtEl>
                                          <p:spTgt spid="184"/>
                                        </p:tgtEl>
                                      </p:cBhvr>
                                    </p:animEffect>
                                    <p:anim calcmode="lin" valueType="num">
                                      <p:cBhvr>
                                        <p:cTn id="156" dur="1000" fill="hold"/>
                                        <p:tgtEl>
                                          <p:spTgt spid="184"/>
                                        </p:tgtEl>
                                        <p:attrNameLst>
                                          <p:attrName>ppt_x</p:attrName>
                                        </p:attrNameLst>
                                      </p:cBhvr>
                                      <p:tavLst>
                                        <p:tav tm="0">
                                          <p:val>
                                            <p:strVal val="#ppt_x"/>
                                          </p:val>
                                        </p:tav>
                                        <p:tav tm="100000">
                                          <p:val>
                                            <p:strVal val="#ppt_x"/>
                                          </p:val>
                                        </p:tav>
                                      </p:tavLst>
                                    </p:anim>
                                    <p:anim calcmode="lin" valueType="num">
                                      <p:cBhvr>
                                        <p:cTn id="157" dur="1000" fill="hold"/>
                                        <p:tgtEl>
                                          <p:spTgt spid="184"/>
                                        </p:tgtEl>
                                        <p:attrNameLst>
                                          <p:attrName>ppt_y</p:attrName>
                                        </p:attrNameLst>
                                      </p:cBhvr>
                                      <p:tavLst>
                                        <p:tav tm="0">
                                          <p:val>
                                            <p:strVal val="#ppt_y+.1"/>
                                          </p:val>
                                        </p:tav>
                                        <p:tav tm="100000">
                                          <p:val>
                                            <p:strVal val="#ppt_y"/>
                                          </p:val>
                                        </p:tav>
                                      </p:tavLst>
                                    </p:anim>
                                  </p:childTnLst>
                                </p:cTn>
                              </p:par>
                              <p:par>
                                <p:cTn id="158" presetID="42" presetClass="entr" presetSubtype="0" fill="hold" nodeType="withEffect">
                                  <p:stCondLst>
                                    <p:cond delay="0"/>
                                  </p:stCondLst>
                                  <p:childTnLst>
                                    <p:set>
                                      <p:cBhvr>
                                        <p:cTn id="159" dur="1" fill="hold">
                                          <p:stCondLst>
                                            <p:cond delay="0"/>
                                          </p:stCondLst>
                                        </p:cTn>
                                        <p:tgtEl>
                                          <p:spTgt spid="185"/>
                                        </p:tgtEl>
                                        <p:attrNameLst>
                                          <p:attrName>style.visibility</p:attrName>
                                        </p:attrNameLst>
                                      </p:cBhvr>
                                      <p:to>
                                        <p:strVal val="visible"/>
                                      </p:to>
                                    </p:set>
                                    <p:animEffect transition="in" filter="fade">
                                      <p:cBhvr>
                                        <p:cTn id="160" dur="1000"/>
                                        <p:tgtEl>
                                          <p:spTgt spid="185"/>
                                        </p:tgtEl>
                                      </p:cBhvr>
                                    </p:animEffect>
                                    <p:anim calcmode="lin" valueType="num">
                                      <p:cBhvr>
                                        <p:cTn id="161" dur="1000" fill="hold"/>
                                        <p:tgtEl>
                                          <p:spTgt spid="185"/>
                                        </p:tgtEl>
                                        <p:attrNameLst>
                                          <p:attrName>ppt_x</p:attrName>
                                        </p:attrNameLst>
                                      </p:cBhvr>
                                      <p:tavLst>
                                        <p:tav tm="0">
                                          <p:val>
                                            <p:strVal val="#ppt_x"/>
                                          </p:val>
                                        </p:tav>
                                        <p:tav tm="100000">
                                          <p:val>
                                            <p:strVal val="#ppt_x"/>
                                          </p:val>
                                        </p:tav>
                                      </p:tavLst>
                                    </p:anim>
                                    <p:anim calcmode="lin" valueType="num">
                                      <p:cBhvr>
                                        <p:cTn id="162" dur="1000" fill="hold"/>
                                        <p:tgtEl>
                                          <p:spTgt spid="185"/>
                                        </p:tgtEl>
                                        <p:attrNameLst>
                                          <p:attrName>ppt_y</p:attrName>
                                        </p:attrNameLst>
                                      </p:cBhvr>
                                      <p:tavLst>
                                        <p:tav tm="0">
                                          <p:val>
                                            <p:strVal val="#ppt_y+.1"/>
                                          </p:val>
                                        </p:tav>
                                        <p:tav tm="100000">
                                          <p:val>
                                            <p:strVal val="#ppt_y"/>
                                          </p:val>
                                        </p:tav>
                                      </p:tavLst>
                                    </p:anim>
                                  </p:childTnLst>
                                </p:cTn>
                              </p:par>
                              <p:par>
                                <p:cTn id="163" presetID="42" presetClass="entr" presetSubtype="0" fill="hold" nodeType="withEffect">
                                  <p:stCondLst>
                                    <p:cond delay="0"/>
                                  </p:stCondLst>
                                  <p:childTnLst>
                                    <p:set>
                                      <p:cBhvr>
                                        <p:cTn id="164" dur="1" fill="hold">
                                          <p:stCondLst>
                                            <p:cond delay="0"/>
                                          </p:stCondLst>
                                        </p:cTn>
                                        <p:tgtEl>
                                          <p:spTgt spid="186"/>
                                        </p:tgtEl>
                                        <p:attrNameLst>
                                          <p:attrName>style.visibility</p:attrName>
                                        </p:attrNameLst>
                                      </p:cBhvr>
                                      <p:to>
                                        <p:strVal val="visible"/>
                                      </p:to>
                                    </p:set>
                                    <p:animEffect transition="in" filter="fade">
                                      <p:cBhvr>
                                        <p:cTn id="165" dur="1000"/>
                                        <p:tgtEl>
                                          <p:spTgt spid="186"/>
                                        </p:tgtEl>
                                      </p:cBhvr>
                                    </p:animEffect>
                                    <p:anim calcmode="lin" valueType="num">
                                      <p:cBhvr>
                                        <p:cTn id="166" dur="1000" fill="hold"/>
                                        <p:tgtEl>
                                          <p:spTgt spid="186"/>
                                        </p:tgtEl>
                                        <p:attrNameLst>
                                          <p:attrName>ppt_x</p:attrName>
                                        </p:attrNameLst>
                                      </p:cBhvr>
                                      <p:tavLst>
                                        <p:tav tm="0">
                                          <p:val>
                                            <p:strVal val="#ppt_x"/>
                                          </p:val>
                                        </p:tav>
                                        <p:tav tm="100000">
                                          <p:val>
                                            <p:strVal val="#ppt_x"/>
                                          </p:val>
                                        </p:tav>
                                      </p:tavLst>
                                    </p:anim>
                                    <p:anim calcmode="lin" valueType="num">
                                      <p:cBhvr>
                                        <p:cTn id="167" dur="1000" fill="hold"/>
                                        <p:tgtEl>
                                          <p:spTgt spid="186"/>
                                        </p:tgtEl>
                                        <p:attrNameLst>
                                          <p:attrName>ppt_y</p:attrName>
                                        </p:attrNameLst>
                                      </p:cBhvr>
                                      <p:tavLst>
                                        <p:tav tm="0">
                                          <p:val>
                                            <p:strVal val="#ppt_y+.1"/>
                                          </p:val>
                                        </p:tav>
                                        <p:tav tm="100000">
                                          <p:val>
                                            <p:strVal val="#ppt_y"/>
                                          </p:val>
                                        </p:tav>
                                      </p:tavLst>
                                    </p:anim>
                                  </p:childTnLst>
                                </p:cTn>
                              </p:par>
                              <p:par>
                                <p:cTn id="168" presetID="42" presetClass="entr" presetSubtype="0" fill="hold" nodeType="withEffect">
                                  <p:stCondLst>
                                    <p:cond delay="0"/>
                                  </p:stCondLst>
                                  <p:childTnLst>
                                    <p:set>
                                      <p:cBhvr>
                                        <p:cTn id="169" dur="1" fill="hold">
                                          <p:stCondLst>
                                            <p:cond delay="0"/>
                                          </p:stCondLst>
                                        </p:cTn>
                                        <p:tgtEl>
                                          <p:spTgt spid="187"/>
                                        </p:tgtEl>
                                        <p:attrNameLst>
                                          <p:attrName>style.visibility</p:attrName>
                                        </p:attrNameLst>
                                      </p:cBhvr>
                                      <p:to>
                                        <p:strVal val="visible"/>
                                      </p:to>
                                    </p:set>
                                    <p:animEffect transition="in" filter="fade">
                                      <p:cBhvr>
                                        <p:cTn id="170" dur="1000"/>
                                        <p:tgtEl>
                                          <p:spTgt spid="187"/>
                                        </p:tgtEl>
                                      </p:cBhvr>
                                    </p:animEffect>
                                    <p:anim calcmode="lin" valueType="num">
                                      <p:cBhvr>
                                        <p:cTn id="171" dur="1000" fill="hold"/>
                                        <p:tgtEl>
                                          <p:spTgt spid="187"/>
                                        </p:tgtEl>
                                        <p:attrNameLst>
                                          <p:attrName>ppt_x</p:attrName>
                                        </p:attrNameLst>
                                      </p:cBhvr>
                                      <p:tavLst>
                                        <p:tav tm="0">
                                          <p:val>
                                            <p:strVal val="#ppt_x"/>
                                          </p:val>
                                        </p:tav>
                                        <p:tav tm="100000">
                                          <p:val>
                                            <p:strVal val="#ppt_x"/>
                                          </p:val>
                                        </p:tav>
                                      </p:tavLst>
                                    </p:anim>
                                    <p:anim calcmode="lin" valueType="num">
                                      <p:cBhvr>
                                        <p:cTn id="172" dur="1000" fill="hold"/>
                                        <p:tgtEl>
                                          <p:spTgt spid="187"/>
                                        </p:tgtEl>
                                        <p:attrNameLst>
                                          <p:attrName>ppt_y</p:attrName>
                                        </p:attrNameLst>
                                      </p:cBhvr>
                                      <p:tavLst>
                                        <p:tav tm="0">
                                          <p:val>
                                            <p:strVal val="#ppt_y+.1"/>
                                          </p:val>
                                        </p:tav>
                                        <p:tav tm="100000">
                                          <p:val>
                                            <p:strVal val="#ppt_y"/>
                                          </p:val>
                                        </p:tav>
                                      </p:tavLst>
                                    </p:anim>
                                  </p:childTnLst>
                                </p:cTn>
                              </p:par>
                              <p:par>
                                <p:cTn id="173" presetID="42" presetClass="entr" presetSubtype="0" fill="hold" nodeType="withEffect">
                                  <p:stCondLst>
                                    <p:cond delay="0"/>
                                  </p:stCondLst>
                                  <p:childTnLst>
                                    <p:set>
                                      <p:cBhvr>
                                        <p:cTn id="174" dur="1" fill="hold">
                                          <p:stCondLst>
                                            <p:cond delay="0"/>
                                          </p:stCondLst>
                                        </p:cTn>
                                        <p:tgtEl>
                                          <p:spTgt spid="188"/>
                                        </p:tgtEl>
                                        <p:attrNameLst>
                                          <p:attrName>style.visibility</p:attrName>
                                        </p:attrNameLst>
                                      </p:cBhvr>
                                      <p:to>
                                        <p:strVal val="visible"/>
                                      </p:to>
                                    </p:set>
                                    <p:animEffect transition="in" filter="fade">
                                      <p:cBhvr>
                                        <p:cTn id="175" dur="1000"/>
                                        <p:tgtEl>
                                          <p:spTgt spid="188"/>
                                        </p:tgtEl>
                                      </p:cBhvr>
                                    </p:animEffect>
                                    <p:anim calcmode="lin" valueType="num">
                                      <p:cBhvr>
                                        <p:cTn id="176" dur="1000" fill="hold"/>
                                        <p:tgtEl>
                                          <p:spTgt spid="188"/>
                                        </p:tgtEl>
                                        <p:attrNameLst>
                                          <p:attrName>ppt_x</p:attrName>
                                        </p:attrNameLst>
                                      </p:cBhvr>
                                      <p:tavLst>
                                        <p:tav tm="0">
                                          <p:val>
                                            <p:strVal val="#ppt_x"/>
                                          </p:val>
                                        </p:tav>
                                        <p:tav tm="100000">
                                          <p:val>
                                            <p:strVal val="#ppt_x"/>
                                          </p:val>
                                        </p:tav>
                                      </p:tavLst>
                                    </p:anim>
                                    <p:anim calcmode="lin" valueType="num">
                                      <p:cBhvr>
                                        <p:cTn id="177" dur="1000" fill="hold"/>
                                        <p:tgtEl>
                                          <p:spTgt spid="188"/>
                                        </p:tgtEl>
                                        <p:attrNameLst>
                                          <p:attrName>ppt_y</p:attrName>
                                        </p:attrNameLst>
                                      </p:cBhvr>
                                      <p:tavLst>
                                        <p:tav tm="0">
                                          <p:val>
                                            <p:strVal val="#ppt_y+.1"/>
                                          </p:val>
                                        </p:tav>
                                        <p:tav tm="100000">
                                          <p:val>
                                            <p:strVal val="#ppt_y"/>
                                          </p:val>
                                        </p:tav>
                                      </p:tavLst>
                                    </p:anim>
                                  </p:childTnLst>
                                </p:cTn>
                              </p:par>
                              <p:par>
                                <p:cTn id="178" presetID="42" presetClass="entr" presetSubtype="0" fill="hold" nodeType="withEffect">
                                  <p:stCondLst>
                                    <p:cond delay="0"/>
                                  </p:stCondLst>
                                  <p:childTnLst>
                                    <p:set>
                                      <p:cBhvr>
                                        <p:cTn id="179" dur="1" fill="hold">
                                          <p:stCondLst>
                                            <p:cond delay="0"/>
                                          </p:stCondLst>
                                        </p:cTn>
                                        <p:tgtEl>
                                          <p:spTgt spid="189"/>
                                        </p:tgtEl>
                                        <p:attrNameLst>
                                          <p:attrName>style.visibility</p:attrName>
                                        </p:attrNameLst>
                                      </p:cBhvr>
                                      <p:to>
                                        <p:strVal val="visible"/>
                                      </p:to>
                                    </p:set>
                                    <p:animEffect transition="in" filter="fade">
                                      <p:cBhvr>
                                        <p:cTn id="180" dur="1000"/>
                                        <p:tgtEl>
                                          <p:spTgt spid="189"/>
                                        </p:tgtEl>
                                      </p:cBhvr>
                                    </p:animEffect>
                                    <p:anim calcmode="lin" valueType="num">
                                      <p:cBhvr>
                                        <p:cTn id="181" dur="1000" fill="hold"/>
                                        <p:tgtEl>
                                          <p:spTgt spid="189"/>
                                        </p:tgtEl>
                                        <p:attrNameLst>
                                          <p:attrName>ppt_x</p:attrName>
                                        </p:attrNameLst>
                                      </p:cBhvr>
                                      <p:tavLst>
                                        <p:tav tm="0">
                                          <p:val>
                                            <p:strVal val="#ppt_x"/>
                                          </p:val>
                                        </p:tav>
                                        <p:tav tm="100000">
                                          <p:val>
                                            <p:strVal val="#ppt_x"/>
                                          </p:val>
                                        </p:tav>
                                      </p:tavLst>
                                    </p:anim>
                                    <p:anim calcmode="lin" valueType="num">
                                      <p:cBhvr>
                                        <p:cTn id="182" dur="1000" fill="hold"/>
                                        <p:tgtEl>
                                          <p:spTgt spid="189"/>
                                        </p:tgtEl>
                                        <p:attrNameLst>
                                          <p:attrName>ppt_y</p:attrName>
                                        </p:attrNameLst>
                                      </p:cBhvr>
                                      <p:tavLst>
                                        <p:tav tm="0">
                                          <p:val>
                                            <p:strVal val="#ppt_y+.1"/>
                                          </p:val>
                                        </p:tav>
                                        <p:tav tm="100000">
                                          <p:val>
                                            <p:strVal val="#ppt_y"/>
                                          </p:val>
                                        </p:tav>
                                      </p:tavLst>
                                    </p:anim>
                                  </p:childTnLst>
                                </p:cTn>
                              </p:par>
                              <p:par>
                                <p:cTn id="183" presetID="42" presetClass="entr" presetSubtype="0" fill="hold" nodeType="withEffect">
                                  <p:stCondLst>
                                    <p:cond delay="0"/>
                                  </p:stCondLst>
                                  <p:childTnLst>
                                    <p:set>
                                      <p:cBhvr>
                                        <p:cTn id="184" dur="1" fill="hold">
                                          <p:stCondLst>
                                            <p:cond delay="0"/>
                                          </p:stCondLst>
                                        </p:cTn>
                                        <p:tgtEl>
                                          <p:spTgt spid="190"/>
                                        </p:tgtEl>
                                        <p:attrNameLst>
                                          <p:attrName>style.visibility</p:attrName>
                                        </p:attrNameLst>
                                      </p:cBhvr>
                                      <p:to>
                                        <p:strVal val="visible"/>
                                      </p:to>
                                    </p:set>
                                    <p:animEffect transition="in" filter="fade">
                                      <p:cBhvr>
                                        <p:cTn id="185" dur="1000"/>
                                        <p:tgtEl>
                                          <p:spTgt spid="190"/>
                                        </p:tgtEl>
                                      </p:cBhvr>
                                    </p:animEffect>
                                    <p:anim calcmode="lin" valueType="num">
                                      <p:cBhvr>
                                        <p:cTn id="186" dur="1000" fill="hold"/>
                                        <p:tgtEl>
                                          <p:spTgt spid="190"/>
                                        </p:tgtEl>
                                        <p:attrNameLst>
                                          <p:attrName>ppt_x</p:attrName>
                                        </p:attrNameLst>
                                      </p:cBhvr>
                                      <p:tavLst>
                                        <p:tav tm="0">
                                          <p:val>
                                            <p:strVal val="#ppt_x"/>
                                          </p:val>
                                        </p:tav>
                                        <p:tav tm="100000">
                                          <p:val>
                                            <p:strVal val="#ppt_x"/>
                                          </p:val>
                                        </p:tav>
                                      </p:tavLst>
                                    </p:anim>
                                    <p:anim calcmode="lin" valueType="num">
                                      <p:cBhvr>
                                        <p:cTn id="187" dur="1000" fill="hold"/>
                                        <p:tgtEl>
                                          <p:spTgt spid="190"/>
                                        </p:tgtEl>
                                        <p:attrNameLst>
                                          <p:attrName>ppt_y</p:attrName>
                                        </p:attrNameLst>
                                      </p:cBhvr>
                                      <p:tavLst>
                                        <p:tav tm="0">
                                          <p:val>
                                            <p:strVal val="#ppt_y+.1"/>
                                          </p:val>
                                        </p:tav>
                                        <p:tav tm="100000">
                                          <p:val>
                                            <p:strVal val="#ppt_y"/>
                                          </p:val>
                                        </p:tav>
                                      </p:tavLst>
                                    </p:anim>
                                  </p:childTnLst>
                                </p:cTn>
                              </p:par>
                              <p:par>
                                <p:cTn id="188" presetID="42" presetClass="entr" presetSubtype="0" fill="hold" nodeType="withEffect">
                                  <p:stCondLst>
                                    <p:cond delay="0"/>
                                  </p:stCondLst>
                                  <p:childTnLst>
                                    <p:set>
                                      <p:cBhvr>
                                        <p:cTn id="189" dur="1" fill="hold">
                                          <p:stCondLst>
                                            <p:cond delay="0"/>
                                          </p:stCondLst>
                                        </p:cTn>
                                        <p:tgtEl>
                                          <p:spTgt spid="191"/>
                                        </p:tgtEl>
                                        <p:attrNameLst>
                                          <p:attrName>style.visibility</p:attrName>
                                        </p:attrNameLst>
                                      </p:cBhvr>
                                      <p:to>
                                        <p:strVal val="visible"/>
                                      </p:to>
                                    </p:set>
                                    <p:animEffect transition="in" filter="fade">
                                      <p:cBhvr>
                                        <p:cTn id="190" dur="1000"/>
                                        <p:tgtEl>
                                          <p:spTgt spid="191"/>
                                        </p:tgtEl>
                                      </p:cBhvr>
                                    </p:animEffect>
                                    <p:anim calcmode="lin" valueType="num">
                                      <p:cBhvr>
                                        <p:cTn id="191" dur="1000" fill="hold"/>
                                        <p:tgtEl>
                                          <p:spTgt spid="191"/>
                                        </p:tgtEl>
                                        <p:attrNameLst>
                                          <p:attrName>ppt_x</p:attrName>
                                        </p:attrNameLst>
                                      </p:cBhvr>
                                      <p:tavLst>
                                        <p:tav tm="0">
                                          <p:val>
                                            <p:strVal val="#ppt_x"/>
                                          </p:val>
                                        </p:tav>
                                        <p:tav tm="100000">
                                          <p:val>
                                            <p:strVal val="#ppt_x"/>
                                          </p:val>
                                        </p:tav>
                                      </p:tavLst>
                                    </p:anim>
                                    <p:anim calcmode="lin" valueType="num">
                                      <p:cBhvr>
                                        <p:cTn id="192" dur="1000" fill="hold"/>
                                        <p:tgtEl>
                                          <p:spTgt spid="191"/>
                                        </p:tgtEl>
                                        <p:attrNameLst>
                                          <p:attrName>ppt_y</p:attrName>
                                        </p:attrNameLst>
                                      </p:cBhvr>
                                      <p:tavLst>
                                        <p:tav tm="0">
                                          <p:val>
                                            <p:strVal val="#ppt_y+.1"/>
                                          </p:val>
                                        </p:tav>
                                        <p:tav tm="100000">
                                          <p:val>
                                            <p:strVal val="#ppt_y"/>
                                          </p:val>
                                        </p:tav>
                                      </p:tavLst>
                                    </p:anim>
                                  </p:childTnLst>
                                </p:cTn>
                              </p:par>
                              <p:par>
                                <p:cTn id="193" presetID="42" presetClass="entr" presetSubtype="0" fill="hold" nodeType="withEffect">
                                  <p:stCondLst>
                                    <p:cond delay="0"/>
                                  </p:stCondLst>
                                  <p:childTnLst>
                                    <p:set>
                                      <p:cBhvr>
                                        <p:cTn id="194" dur="1" fill="hold">
                                          <p:stCondLst>
                                            <p:cond delay="0"/>
                                          </p:stCondLst>
                                        </p:cTn>
                                        <p:tgtEl>
                                          <p:spTgt spid="192"/>
                                        </p:tgtEl>
                                        <p:attrNameLst>
                                          <p:attrName>style.visibility</p:attrName>
                                        </p:attrNameLst>
                                      </p:cBhvr>
                                      <p:to>
                                        <p:strVal val="visible"/>
                                      </p:to>
                                    </p:set>
                                    <p:animEffect transition="in" filter="fade">
                                      <p:cBhvr>
                                        <p:cTn id="195" dur="1000"/>
                                        <p:tgtEl>
                                          <p:spTgt spid="192"/>
                                        </p:tgtEl>
                                      </p:cBhvr>
                                    </p:animEffect>
                                    <p:anim calcmode="lin" valueType="num">
                                      <p:cBhvr>
                                        <p:cTn id="196" dur="1000" fill="hold"/>
                                        <p:tgtEl>
                                          <p:spTgt spid="192"/>
                                        </p:tgtEl>
                                        <p:attrNameLst>
                                          <p:attrName>ppt_x</p:attrName>
                                        </p:attrNameLst>
                                      </p:cBhvr>
                                      <p:tavLst>
                                        <p:tav tm="0">
                                          <p:val>
                                            <p:strVal val="#ppt_x"/>
                                          </p:val>
                                        </p:tav>
                                        <p:tav tm="100000">
                                          <p:val>
                                            <p:strVal val="#ppt_x"/>
                                          </p:val>
                                        </p:tav>
                                      </p:tavLst>
                                    </p:anim>
                                    <p:anim calcmode="lin" valueType="num">
                                      <p:cBhvr>
                                        <p:cTn id="197" dur="1000" fill="hold"/>
                                        <p:tgtEl>
                                          <p:spTgt spid="192"/>
                                        </p:tgtEl>
                                        <p:attrNameLst>
                                          <p:attrName>ppt_y</p:attrName>
                                        </p:attrNameLst>
                                      </p:cBhvr>
                                      <p:tavLst>
                                        <p:tav tm="0">
                                          <p:val>
                                            <p:strVal val="#ppt_y+.1"/>
                                          </p:val>
                                        </p:tav>
                                        <p:tav tm="100000">
                                          <p:val>
                                            <p:strVal val="#ppt_y"/>
                                          </p:val>
                                        </p:tav>
                                      </p:tavLst>
                                    </p:anim>
                                  </p:childTnLst>
                                </p:cTn>
                              </p:par>
                              <p:par>
                                <p:cTn id="198" presetID="42" presetClass="entr" presetSubtype="0" fill="hold" nodeType="withEffect">
                                  <p:stCondLst>
                                    <p:cond delay="0"/>
                                  </p:stCondLst>
                                  <p:childTnLst>
                                    <p:set>
                                      <p:cBhvr>
                                        <p:cTn id="199" dur="1" fill="hold">
                                          <p:stCondLst>
                                            <p:cond delay="0"/>
                                          </p:stCondLst>
                                        </p:cTn>
                                        <p:tgtEl>
                                          <p:spTgt spid="193"/>
                                        </p:tgtEl>
                                        <p:attrNameLst>
                                          <p:attrName>style.visibility</p:attrName>
                                        </p:attrNameLst>
                                      </p:cBhvr>
                                      <p:to>
                                        <p:strVal val="visible"/>
                                      </p:to>
                                    </p:set>
                                    <p:animEffect transition="in" filter="fade">
                                      <p:cBhvr>
                                        <p:cTn id="200" dur="1000"/>
                                        <p:tgtEl>
                                          <p:spTgt spid="193"/>
                                        </p:tgtEl>
                                      </p:cBhvr>
                                    </p:animEffect>
                                    <p:anim calcmode="lin" valueType="num">
                                      <p:cBhvr>
                                        <p:cTn id="201" dur="1000" fill="hold"/>
                                        <p:tgtEl>
                                          <p:spTgt spid="193"/>
                                        </p:tgtEl>
                                        <p:attrNameLst>
                                          <p:attrName>ppt_x</p:attrName>
                                        </p:attrNameLst>
                                      </p:cBhvr>
                                      <p:tavLst>
                                        <p:tav tm="0">
                                          <p:val>
                                            <p:strVal val="#ppt_x"/>
                                          </p:val>
                                        </p:tav>
                                        <p:tav tm="100000">
                                          <p:val>
                                            <p:strVal val="#ppt_x"/>
                                          </p:val>
                                        </p:tav>
                                      </p:tavLst>
                                    </p:anim>
                                    <p:anim calcmode="lin" valueType="num">
                                      <p:cBhvr>
                                        <p:cTn id="202" dur="1000" fill="hold"/>
                                        <p:tgtEl>
                                          <p:spTgt spid="193"/>
                                        </p:tgtEl>
                                        <p:attrNameLst>
                                          <p:attrName>ppt_y</p:attrName>
                                        </p:attrNameLst>
                                      </p:cBhvr>
                                      <p:tavLst>
                                        <p:tav tm="0">
                                          <p:val>
                                            <p:strVal val="#ppt_y+.1"/>
                                          </p:val>
                                        </p:tav>
                                        <p:tav tm="100000">
                                          <p:val>
                                            <p:strVal val="#ppt_y"/>
                                          </p:val>
                                        </p:tav>
                                      </p:tavLst>
                                    </p:anim>
                                  </p:childTnLst>
                                </p:cTn>
                              </p:par>
                              <p:par>
                                <p:cTn id="203" presetID="42" presetClass="entr" presetSubtype="0" fill="hold" nodeType="withEffect">
                                  <p:stCondLst>
                                    <p:cond delay="0"/>
                                  </p:stCondLst>
                                  <p:childTnLst>
                                    <p:set>
                                      <p:cBhvr>
                                        <p:cTn id="204" dur="1" fill="hold">
                                          <p:stCondLst>
                                            <p:cond delay="0"/>
                                          </p:stCondLst>
                                        </p:cTn>
                                        <p:tgtEl>
                                          <p:spTgt spid="194"/>
                                        </p:tgtEl>
                                        <p:attrNameLst>
                                          <p:attrName>style.visibility</p:attrName>
                                        </p:attrNameLst>
                                      </p:cBhvr>
                                      <p:to>
                                        <p:strVal val="visible"/>
                                      </p:to>
                                    </p:set>
                                    <p:animEffect transition="in" filter="fade">
                                      <p:cBhvr>
                                        <p:cTn id="205" dur="1000"/>
                                        <p:tgtEl>
                                          <p:spTgt spid="194"/>
                                        </p:tgtEl>
                                      </p:cBhvr>
                                    </p:animEffect>
                                    <p:anim calcmode="lin" valueType="num">
                                      <p:cBhvr>
                                        <p:cTn id="206" dur="1000" fill="hold"/>
                                        <p:tgtEl>
                                          <p:spTgt spid="194"/>
                                        </p:tgtEl>
                                        <p:attrNameLst>
                                          <p:attrName>ppt_x</p:attrName>
                                        </p:attrNameLst>
                                      </p:cBhvr>
                                      <p:tavLst>
                                        <p:tav tm="0">
                                          <p:val>
                                            <p:strVal val="#ppt_x"/>
                                          </p:val>
                                        </p:tav>
                                        <p:tav tm="100000">
                                          <p:val>
                                            <p:strVal val="#ppt_x"/>
                                          </p:val>
                                        </p:tav>
                                      </p:tavLst>
                                    </p:anim>
                                    <p:anim calcmode="lin" valueType="num">
                                      <p:cBhvr>
                                        <p:cTn id="207" dur="1000" fill="hold"/>
                                        <p:tgtEl>
                                          <p:spTgt spid="194"/>
                                        </p:tgtEl>
                                        <p:attrNameLst>
                                          <p:attrName>ppt_y</p:attrName>
                                        </p:attrNameLst>
                                      </p:cBhvr>
                                      <p:tavLst>
                                        <p:tav tm="0">
                                          <p:val>
                                            <p:strVal val="#ppt_y+.1"/>
                                          </p:val>
                                        </p:tav>
                                        <p:tav tm="100000">
                                          <p:val>
                                            <p:strVal val="#ppt_y"/>
                                          </p:val>
                                        </p:tav>
                                      </p:tavLst>
                                    </p:anim>
                                  </p:childTnLst>
                                </p:cTn>
                              </p:par>
                              <p:par>
                                <p:cTn id="208" presetID="42" presetClass="entr" presetSubtype="0" fill="hold" nodeType="withEffect">
                                  <p:stCondLst>
                                    <p:cond delay="0"/>
                                  </p:stCondLst>
                                  <p:childTnLst>
                                    <p:set>
                                      <p:cBhvr>
                                        <p:cTn id="209" dur="1" fill="hold">
                                          <p:stCondLst>
                                            <p:cond delay="0"/>
                                          </p:stCondLst>
                                        </p:cTn>
                                        <p:tgtEl>
                                          <p:spTgt spid="195"/>
                                        </p:tgtEl>
                                        <p:attrNameLst>
                                          <p:attrName>style.visibility</p:attrName>
                                        </p:attrNameLst>
                                      </p:cBhvr>
                                      <p:to>
                                        <p:strVal val="visible"/>
                                      </p:to>
                                    </p:set>
                                    <p:animEffect transition="in" filter="fade">
                                      <p:cBhvr>
                                        <p:cTn id="210" dur="1000"/>
                                        <p:tgtEl>
                                          <p:spTgt spid="195"/>
                                        </p:tgtEl>
                                      </p:cBhvr>
                                    </p:animEffect>
                                    <p:anim calcmode="lin" valueType="num">
                                      <p:cBhvr>
                                        <p:cTn id="211" dur="1000" fill="hold"/>
                                        <p:tgtEl>
                                          <p:spTgt spid="195"/>
                                        </p:tgtEl>
                                        <p:attrNameLst>
                                          <p:attrName>ppt_x</p:attrName>
                                        </p:attrNameLst>
                                      </p:cBhvr>
                                      <p:tavLst>
                                        <p:tav tm="0">
                                          <p:val>
                                            <p:strVal val="#ppt_x"/>
                                          </p:val>
                                        </p:tav>
                                        <p:tav tm="100000">
                                          <p:val>
                                            <p:strVal val="#ppt_x"/>
                                          </p:val>
                                        </p:tav>
                                      </p:tavLst>
                                    </p:anim>
                                    <p:anim calcmode="lin" valueType="num">
                                      <p:cBhvr>
                                        <p:cTn id="212" dur="1000" fill="hold"/>
                                        <p:tgtEl>
                                          <p:spTgt spid="195"/>
                                        </p:tgtEl>
                                        <p:attrNameLst>
                                          <p:attrName>ppt_y</p:attrName>
                                        </p:attrNameLst>
                                      </p:cBhvr>
                                      <p:tavLst>
                                        <p:tav tm="0">
                                          <p:val>
                                            <p:strVal val="#ppt_y+.1"/>
                                          </p:val>
                                        </p:tav>
                                        <p:tav tm="100000">
                                          <p:val>
                                            <p:strVal val="#ppt_y"/>
                                          </p:val>
                                        </p:tav>
                                      </p:tavLst>
                                    </p:anim>
                                  </p:childTnLst>
                                </p:cTn>
                              </p:par>
                              <p:par>
                                <p:cTn id="213" presetID="42" presetClass="entr" presetSubtype="0" fill="hold" nodeType="withEffect">
                                  <p:stCondLst>
                                    <p:cond delay="0"/>
                                  </p:stCondLst>
                                  <p:childTnLst>
                                    <p:set>
                                      <p:cBhvr>
                                        <p:cTn id="214" dur="1" fill="hold">
                                          <p:stCondLst>
                                            <p:cond delay="0"/>
                                          </p:stCondLst>
                                        </p:cTn>
                                        <p:tgtEl>
                                          <p:spTgt spid="196"/>
                                        </p:tgtEl>
                                        <p:attrNameLst>
                                          <p:attrName>style.visibility</p:attrName>
                                        </p:attrNameLst>
                                      </p:cBhvr>
                                      <p:to>
                                        <p:strVal val="visible"/>
                                      </p:to>
                                    </p:set>
                                    <p:animEffect transition="in" filter="fade">
                                      <p:cBhvr>
                                        <p:cTn id="215" dur="1000"/>
                                        <p:tgtEl>
                                          <p:spTgt spid="196"/>
                                        </p:tgtEl>
                                      </p:cBhvr>
                                    </p:animEffect>
                                    <p:anim calcmode="lin" valueType="num">
                                      <p:cBhvr>
                                        <p:cTn id="216" dur="1000" fill="hold"/>
                                        <p:tgtEl>
                                          <p:spTgt spid="196"/>
                                        </p:tgtEl>
                                        <p:attrNameLst>
                                          <p:attrName>ppt_x</p:attrName>
                                        </p:attrNameLst>
                                      </p:cBhvr>
                                      <p:tavLst>
                                        <p:tav tm="0">
                                          <p:val>
                                            <p:strVal val="#ppt_x"/>
                                          </p:val>
                                        </p:tav>
                                        <p:tav tm="100000">
                                          <p:val>
                                            <p:strVal val="#ppt_x"/>
                                          </p:val>
                                        </p:tav>
                                      </p:tavLst>
                                    </p:anim>
                                    <p:anim calcmode="lin" valueType="num">
                                      <p:cBhvr>
                                        <p:cTn id="217" dur="1000" fill="hold"/>
                                        <p:tgtEl>
                                          <p:spTgt spid="196"/>
                                        </p:tgtEl>
                                        <p:attrNameLst>
                                          <p:attrName>ppt_y</p:attrName>
                                        </p:attrNameLst>
                                      </p:cBhvr>
                                      <p:tavLst>
                                        <p:tav tm="0">
                                          <p:val>
                                            <p:strVal val="#ppt_y+.1"/>
                                          </p:val>
                                        </p:tav>
                                        <p:tav tm="100000">
                                          <p:val>
                                            <p:strVal val="#ppt_y"/>
                                          </p:val>
                                        </p:tav>
                                      </p:tavLst>
                                    </p:anim>
                                  </p:childTnLst>
                                </p:cTn>
                              </p:par>
                              <p:par>
                                <p:cTn id="218" presetID="42" presetClass="entr" presetSubtype="0" fill="hold" nodeType="withEffect">
                                  <p:stCondLst>
                                    <p:cond delay="0"/>
                                  </p:stCondLst>
                                  <p:childTnLst>
                                    <p:set>
                                      <p:cBhvr>
                                        <p:cTn id="219" dur="1" fill="hold">
                                          <p:stCondLst>
                                            <p:cond delay="0"/>
                                          </p:stCondLst>
                                        </p:cTn>
                                        <p:tgtEl>
                                          <p:spTgt spid="197"/>
                                        </p:tgtEl>
                                        <p:attrNameLst>
                                          <p:attrName>style.visibility</p:attrName>
                                        </p:attrNameLst>
                                      </p:cBhvr>
                                      <p:to>
                                        <p:strVal val="visible"/>
                                      </p:to>
                                    </p:set>
                                    <p:animEffect transition="in" filter="fade">
                                      <p:cBhvr>
                                        <p:cTn id="220" dur="1000"/>
                                        <p:tgtEl>
                                          <p:spTgt spid="197"/>
                                        </p:tgtEl>
                                      </p:cBhvr>
                                    </p:animEffect>
                                    <p:anim calcmode="lin" valueType="num">
                                      <p:cBhvr>
                                        <p:cTn id="221" dur="1000" fill="hold"/>
                                        <p:tgtEl>
                                          <p:spTgt spid="197"/>
                                        </p:tgtEl>
                                        <p:attrNameLst>
                                          <p:attrName>ppt_x</p:attrName>
                                        </p:attrNameLst>
                                      </p:cBhvr>
                                      <p:tavLst>
                                        <p:tav tm="0">
                                          <p:val>
                                            <p:strVal val="#ppt_x"/>
                                          </p:val>
                                        </p:tav>
                                        <p:tav tm="100000">
                                          <p:val>
                                            <p:strVal val="#ppt_x"/>
                                          </p:val>
                                        </p:tav>
                                      </p:tavLst>
                                    </p:anim>
                                    <p:anim calcmode="lin" valueType="num">
                                      <p:cBhvr>
                                        <p:cTn id="222" dur="1000" fill="hold"/>
                                        <p:tgtEl>
                                          <p:spTgt spid="197"/>
                                        </p:tgtEl>
                                        <p:attrNameLst>
                                          <p:attrName>ppt_y</p:attrName>
                                        </p:attrNameLst>
                                      </p:cBhvr>
                                      <p:tavLst>
                                        <p:tav tm="0">
                                          <p:val>
                                            <p:strVal val="#ppt_y+.1"/>
                                          </p:val>
                                        </p:tav>
                                        <p:tav tm="100000">
                                          <p:val>
                                            <p:strVal val="#ppt_y"/>
                                          </p:val>
                                        </p:tav>
                                      </p:tavLst>
                                    </p:anim>
                                  </p:childTnLst>
                                </p:cTn>
                              </p:par>
                              <p:par>
                                <p:cTn id="223" presetID="42" presetClass="entr" presetSubtype="0" fill="hold" nodeType="withEffect">
                                  <p:stCondLst>
                                    <p:cond delay="0"/>
                                  </p:stCondLst>
                                  <p:childTnLst>
                                    <p:set>
                                      <p:cBhvr>
                                        <p:cTn id="224" dur="1" fill="hold">
                                          <p:stCondLst>
                                            <p:cond delay="0"/>
                                          </p:stCondLst>
                                        </p:cTn>
                                        <p:tgtEl>
                                          <p:spTgt spid="198"/>
                                        </p:tgtEl>
                                        <p:attrNameLst>
                                          <p:attrName>style.visibility</p:attrName>
                                        </p:attrNameLst>
                                      </p:cBhvr>
                                      <p:to>
                                        <p:strVal val="visible"/>
                                      </p:to>
                                    </p:set>
                                    <p:animEffect transition="in" filter="fade">
                                      <p:cBhvr>
                                        <p:cTn id="225" dur="1000"/>
                                        <p:tgtEl>
                                          <p:spTgt spid="198"/>
                                        </p:tgtEl>
                                      </p:cBhvr>
                                    </p:animEffect>
                                    <p:anim calcmode="lin" valueType="num">
                                      <p:cBhvr>
                                        <p:cTn id="226" dur="1000" fill="hold"/>
                                        <p:tgtEl>
                                          <p:spTgt spid="198"/>
                                        </p:tgtEl>
                                        <p:attrNameLst>
                                          <p:attrName>ppt_x</p:attrName>
                                        </p:attrNameLst>
                                      </p:cBhvr>
                                      <p:tavLst>
                                        <p:tav tm="0">
                                          <p:val>
                                            <p:strVal val="#ppt_x"/>
                                          </p:val>
                                        </p:tav>
                                        <p:tav tm="100000">
                                          <p:val>
                                            <p:strVal val="#ppt_x"/>
                                          </p:val>
                                        </p:tav>
                                      </p:tavLst>
                                    </p:anim>
                                    <p:anim calcmode="lin" valueType="num">
                                      <p:cBhvr>
                                        <p:cTn id="227" dur="1000" fill="hold"/>
                                        <p:tgtEl>
                                          <p:spTgt spid="198"/>
                                        </p:tgtEl>
                                        <p:attrNameLst>
                                          <p:attrName>ppt_y</p:attrName>
                                        </p:attrNameLst>
                                      </p:cBhvr>
                                      <p:tavLst>
                                        <p:tav tm="0">
                                          <p:val>
                                            <p:strVal val="#ppt_y+.1"/>
                                          </p:val>
                                        </p:tav>
                                        <p:tav tm="100000">
                                          <p:val>
                                            <p:strVal val="#ppt_y"/>
                                          </p:val>
                                        </p:tav>
                                      </p:tavLst>
                                    </p:anim>
                                  </p:childTnLst>
                                </p:cTn>
                              </p:par>
                              <p:par>
                                <p:cTn id="228" presetID="42" presetClass="entr" presetSubtype="0" fill="hold" nodeType="withEffect">
                                  <p:stCondLst>
                                    <p:cond delay="0"/>
                                  </p:stCondLst>
                                  <p:childTnLst>
                                    <p:set>
                                      <p:cBhvr>
                                        <p:cTn id="229" dur="1" fill="hold">
                                          <p:stCondLst>
                                            <p:cond delay="0"/>
                                          </p:stCondLst>
                                        </p:cTn>
                                        <p:tgtEl>
                                          <p:spTgt spid="199"/>
                                        </p:tgtEl>
                                        <p:attrNameLst>
                                          <p:attrName>style.visibility</p:attrName>
                                        </p:attrNameLst>
                                      </p:cBhvr>
                                      <p:to>
                                        <p:strVal val="visible"/>
                                      </p:to>
                                    </p:set>
                                    <p:animEffect transition="in" filter="fade">
                                      <p:cBhvr>
                                        <p:cTn id="230" dur="1000"/>
                                        <p:tgtEl>
                                          <p:spTgt spid="199"/>
                                        </p:tgtEl>
                                      </p:cBhvr>
                                    </p:animEffect>
                                    <p:anim calcmode="lin" valueType="num">
                                      <p:cBhvr>
                                        <p:cTn id="231" dur="1000" fill="hold"/>
                                        <p:tgtEl>
                                          <p:spTgt spid="199"/>
                                        </p:tgtEl>
                                        <p:attrNameLst>
                                          <p:attrName>ppt_x</p:attrName>
                                        </p:attrNameLst>
                                      </p:cBhvr>
                                      <p:tavLst>
                                        <p:tav tm="0">
                                          <p:val>
                                            <p:strVal val="#ppt_x"/>
                                          </p:val>
                                        </p:tav>
                                        <p:tav tm="100000">
                                          <p:val>
                                            <p:strVal val="#ppt_x"/>
                                          </p:val>
                                        </p:tav>
                                      </p:tavLst>
                                    </p:anim>
                                    <p:anim calcmode="lin" valueType="num">
                                      <p:cBhvr>
                                        <p:cTn id="232" dur="1000" fill="hold"/>
                                        <p:tgtEl>
                                          <p:spTgt spid="199"/>
                                        </p:tgtEl>
                                        <p:attrNameLst>
                                          <p:attrName>ppt_y</p:attrName>
                                        </p:attrNameLst>
                                      </p:cBhvr>
                                      <p:tavLst>
                                        <p:tav tm="0">
                                          <p:val>
                                            <p:strVal val="#ppt_y+.1"/>
                                          </p:val>
                                        </p:tav>
                                        <p:tav tm="100000">
                                          <p:val>
                                            <p:strVal val="#ppt_y"/>
                                          </p:val>
                                        </p:tav>
                                      </p:tavLst>
                                    </p:anim>
                                  </p:childTnLst>
                                </p:cTn>
                              </p:par>
                              <p:par>
                                <p:cTn id="233" presetID="42" presetClass="entr" presetSubtype="0" fill="hold" nodeType="withEffect">
                                  <p:stCondLst>
                                    <p:cond delay="0"/>
                                  </p:stCondLst>
                                  <p:childTnLst>
                                    <p:set>
                                      <p:cBhvr>
                                        <p:cTn id="234" dur="1" fill="hold">
                                          <p:stCondLst>
                                            <p:cond delay="0"/>
                                          </p:stCondLst>
                                        </p:cTn>
                                        <p:tgtEl>
                                          <p:spTgt spid="200"/>
                                        </p:tgtEl>
                                        <p:attrNameLst>
                                          <p:attrName>style.visibility</p:attrName>
                                        </p:attrNameLst>
                                      </p:cBhvr>
                                      <p:to>
                                        <p:strVal val="visible"/>
                                      </p:to>
                                    </p:set>
                                    <p:animEffect transition="in" filter="fade">
                                      <p:cBhvr>
                                        <p:cTn id="235" dur="1000"/>
                                        <p:tgtEl>
                                          <p:spTgt spid="200"/>
                                        </p:tgtEl>
                                      </p:cBhvr>
                                    </p:animEffect>
                                    <p:anim calcmode="lin" valueType="num">
                                      <p:cBhvr>
                                        <p:cTn id="236" dur="1000" fill="hold"/>
                                        <p:tgtEl>
                                          <p:spTgt spid="200"/>
                                        </p:tgtEl>
                                        <p:attrNameLst>
                                          <p:attrName>ppt_x</p:attrName>
                                        </p:attrNameLst>
                                      </p:cBhvr>
                                      <p:tavLst>
                                        <p:tav tm="0">
                                          <p:val>
                                            <p:strVal val="#ppt_x"/>
                                          </p:val>
                                        </p:tav>
                                        <p:tav tm="100000">
                                          <p:val>
                                            <p:strVal val="#ppt_x"/>
                                          </p:val>
                                        </p:tav>
                                      </p:tavLst>
                                    </p:anim>
                                    <p:anim calcmode="lin" valueType="num">
                                      <p:cBhvr>
                                        <p:cTn id="237" dur="1000" fill="hold"/>
                                        <p:tgtEl>
                                          <p:spTgt spid="200"/>
                                        </p:tgtEl>
                                        <p:attrNameLst>
                                          <p:attrName>ppt_y</p:attrName>
                                        </p:attrNameLst>
                                      </p:cBhvr>
                                      <p:tavLst>
                                        <p:tav tm="0">
                                          <p:val>
                                            <p:strVal val="#ppt_y+.1"/>
                                          </p:val>
                                        </p:tav>
                                        <p:tav tm="100000">
                                          <p:val>
                                            <p:strVal val="#ppt_y"/>
                                          </p:val>
                                        </p:tav>
                                      </p:tavLst>
                                    </p:anim>
                                  </p:childTnLst>
                                </p:cTn>
                              </p:par>
                              <p:par>
                                <p:cTn id="238" presetID="42" presetClass="entr" presetSubtype="0" fill="hold" nodeType="withEffect">
                                  <p:stCondLst>
                                    <p:cond delay="0"/>
                                  </p:stCondLst>
                                  <p:childTnLst>
                                    <p:set>
                                      <p:cBhvr>
                                        <p:cTn id="239" dur="1" fill="hold">
                                          <p:stCondLst>
                                            <p:cond delay="0"/>
                                          </p:stCondLst>
                                        </p:cTn>
                                        <p:tgtEl>
                                          <p:spTgt spid="201"/>
                                        </p:tgtEl>
                                        <p:attrNameLst>
                                          <p:attrName>style.visibility</p:attrName>
                                        </p:attrNameLst>
                                      </p:cBhvr>
                                      <p:to>
                                        <p:strVal val="visible"/>
                                      </p:to>
                                    </p:set>
                                    <p:animEffect transition="in" filter="fade">
                                      <p:cBhvr>
                                        <p:cTn id="240" dur="1000"/>
                                        <p:tgtEl>
                                          <p:spTgt spid="201"/>
                                        </p:tgtEl>
                                      </p:cBhvr>
                                    </p:animEffect>
                                    <p:anim calcmode="lin" valueType="num">
                                      <p:cBhvr>
                                        <p:cTn id="241" dur="1000" fill="hold"/>
                                        <p:tgtEl>
                                          <p:spTgt spid="201"/>
                                        </p:tgtEl>
                                        <p:attrNameLst>
                                          <p:attrName>ppt_x</p:attrName>
                                        </p:attrNameLst>
                                      </p:cBhvr>
                                      <p:tavLst>
                                        <p:tav tm="0">
                                          <p:val>
                                            <p:strVal val="#ppt_x"/>
                                          </p:val>
                                        </p:tav>
                                        <p:tav tm="100000">
                                          <p:val>
                                            <p:strVal val="#ppt_x"/>
                                          </p:val>
                                        </p:tav>
                                      </p:tavLst>
                                    </p:anim>
                                    <p:anim calcmode="lin" valueType="num">
                                      <p:cBhvr>
                                        <p:cTn id="242" dur="1000" fill="hold"/>
                                        <p:tgtEl>
                                          <p:spTgt spid="201"/>
                                        </p:tgtEl>
                                        <p:attrNameLst>
                                          <p:attrName>ppt_y</p:attrName>
                                        </p:attrNameLst>
                                      </p:cBhvr>
                                      <p:tavLst>
                                        <p:tav tm="0">
                                          <p:val>
                                            <p:strVal val="#ppt_y+.1"/>
                                          </p:val>
                                        </p:tav>
                                        <p:tav tm="100000">
                                          <p:val>
                                            <p:strVal val="#ppt_y"/>
                                          </p:val>
                                        </p:tav>
                                      </p:tavLst>
                                    </p:anim>
                                  </p:childTnLst>
                                </p:cTn>
                              </p:par>
                              <p:par>
                                <p:cTn id="243" presetID="42" presetClass="entr" presetSubtype="0" fill="hold" nodeType="withEffect">
                                  <p:stCondLst>
                                    <p:cond delay="0"/>
                                  </p:stCondLst>
                                  <p:childTnLst>
                                    <p:set>
                                      <p:cBhvr>
                                        <p:cTn id="244" dur="1" fill="hold">
                                          <p:stCondLst>
                                            <p:cond delay="0"/>
                                          </p:stCondLst>
                                        </p:cTn>
                                        <p:tgtEl>
                                          <p:spTgt spid="202"/>
                                        </p:tgtEl>
                                        <p:attrNameLst>
                                          <p:attrName>style.visibility</p:attrName>
                                        </p:attrNameLst>
                                      </p:cBhvr>
                                      <p:to>
                                        <p:strVal val="visible"/>
                                      </p:to>
                                    </p:set>
                                    <p:animEffect transition="in" filter="fade">
                                      <p:cBhvr>
                                        <p:cTn id="245" dur="1000"/>
                                        <p:tgtEl>
                                          <p:spTgt spid="202"/>
                                        </p:tgtEl>
                                      </p:cBhvr>
                                    </p:animEffect>
                                    <p:anim calcmode="lin" valueType="num">
                                      <p:cBhvr>
                                        <p:cTn id="246" dur="1000" fill="hold"/>
                                        <p:tgtEl>
                                          <p:spTgt spid="202"/>
                                        </p:tgtEl>
                                        <p:attrNameLst>
                                          <p:attrName>ppt_x</p:attrName>
                                        </p:attrNameLst>
                                      </p:cBhvr>
                                      <p:tavLst>
                                        <p:tav tm="0">
                                          <p:val>
                                            <p:strVal val="#ppt_x"/>
                                          </p:val>
                                        </p:tav>
                                        <p:tav tm="100000">
                                          <p:val>
                                            <p:strVal val="#ppt_x"/>
                                          </p:val>
                                        </p:tav>
                                      </p:tavLst>
                                    </p:anim>
                                    <p:anim calcmode="lin" valueType="num">
                                      <p:cBhvr>
                                        <p:cTn id="247" dur="1000" fill="hold"/>
                                        <p:tgtEl>
                                          <p:spTgt spid="202"/>
                                        </p:tgtEl>
                                        <p:attrNameLst>
                                          <p:attrName>ppt_y</p:attrName>
                                        </p:attrNameLst>
                                      </p:cBhvr>
                                      <p:tavLst>
                                        <p:tav tm="0">
                                          <p:val>
                                            <p:strVal val="#ppt_y+.1"/>
                                          </p:val>
                                        </p:tav>
                                        <p:tav tm="100000">
                                          <p:val>
                                            <p:strVal val="#ppt_y"/>
                                          </p:val>
                                        </p:tav>
                                      </p:tavLst>
                                    </p:anim>
                                  </p:childTnLst>
                                </p:cTn>
                              </p:par>
                              <p:par>
                                <p:cTn id="248" presetID="42" presetClass="entr" presetSubtype="0" fill="hold" nodeType="withEffect">
                                  <p:stCondLst>
                                    <p:cond delay="0"/>
                                  </p:stCondLst>
                                  <p:childTnLst>
                                    <p:set>
                                      <p:cBhvr>
                                        <p:cTn id="249" dur="1" fill="hold">
                                          <p:stCondLst>
                                            <p:cond delay="0"/>
                                          </p:stCondLst>
                                        </p:cTn>
                                        <p:tgtEl>
                                          <p:spTgt spid="203"/>
                                        </p:tgtEl>
                                        <p:attrNameLst>
                                          <p:attrName>style.visibility</p:attrName>
                                        </p:attrNameLst>
                                      </p:cBhvr>
                                      <p:to>
                                        <p:strVal val="visible"/>
                                      </p:to>
                                    </p:set>
                                    <p:animEffect transition="in" filter="fade">
                                      <p:cBhvr>
                                        <p:cTn id="250" dur="1000"/>
                                        <p:tgtEl>
                                          <p:spTgt spid="203"/>
                                        </p:tgtEl>
                                      </p:cBhvr>
                                    </p:animEffect>
                                    <p:anim calcmode="lin" valueType="num">
                                      <p:cBhvr>
                                        <p:cTn id="251" dur="1000" fill="hold"/>
                                        <p:tgtEl>
                                          <p:spTgt spid="203"/>
                                        </p:tgtEl>
                                        <p:attrNameLst>
                                          <p:attrName>ppt_x</p:attrName>
                                        </p:attrNameLst>
                                      </p:cBhvr>
                                      <p:tavLst>
                                        <p:tav tm="0">
                                          <p:val>
                                            <p:strVal val="#ppt_x"/>
                                          </p:val>
                                        </p:tav>
                                        <p:tav tm="100000">
                                          <p:val>
                                            <p:strVal val="#ppt_x"/>
                                          </p:val>
                                        </p:tav>
                                      </p:tavLst>
                                    </p:anim>
                                    <p:anim calcmode="lin" valueType="num">
                                      <p:cBhvr>
                                        <p:cTn id="252" dur="1000" fill="hold"/>
                                        <p:tgtEl>
                                          <p:spTgt spid="203"/>
                                        </p:tgtEl>
                                        <p:attrNameLst>
                                          <p:attrName>ppt_y</p:attrName>
                                        </p:attrNameLst>
                                      </p:cBhvr>
                                      <p:tavLst>
                                        <p:tav tm="0">
                                          <p:val>
                                            <p:strVal val="#ppt_y+.1"/>
                                          </p:val>
                                        </p:tav>
                                        <p:tav tm="100000">
                                          <p:val>
                                            <p:strVal val="#ppt_y"/>
                                          </p:val>
                                        </p:tav>
                                      </p:tavLst>
                                    </p:anim>
                                  </p:childTnLst>
                                </p:cTn>
                              </p:par>
                              <p:par>
                                <p:cTn id="253" presetID="42" presetClass="entr" presetSubtype="0" fill="hold" nodeType="withEffect">
                                  <p:stCondLst>
                                    <p:cond delay="0"/>
                                  </p:stCondLst>
                                  <p:childTnLst>
                                    <p:set>
                                      <p:cBhvr>
                                        <p:cTn id="254" dur="1" fill="hold">
                                          <p:stCondLst>
                                            <p:cond delay="0"/>
                                          </p:stCondLst>
                                        </p:cTn>
                                        <p:tgtEl>
                                          <p:spTgt spid="204"/>
                                        </p:tgtEl>
                                        <p:attrNameLst>
                                          <p:attrName>style.visibility</p:attrName>
                                        </p:attrNameLst>
                                      </p:cBhvr>
                                      <p:to>
                                        <p:strVal val="visible"/>
                                      </p:to>
                                    </p:set>
                                    <p:animEffect transition="in" filter="fade">
                                      <p:cBhvr>
                                        <p:cTn id="255" dur="1000"/>
                                        <p:tgtEl>
                                          <p:spTgt spid="204"/>
                                        </p:tgtEl>
                                      </p:cBhvr>
                                    </p:animEffect>
                                    <p:anim calcmode="lin" valueType="num">
                                      <p:cBhvr>
                                        <p:cTn id="256" dur="1000" fill="hold"/>
                                        <p:tgtEl>
                                          <p:spTgt spid="204"/>
                                        </p:tgtEl>
                                        <p:attrNameLst>
                                          <p:attrName>ppt_x</p:attrName>
                                        </p:attrNameLst>
                                      </p:cBhvr>
                                      <p:tavLst>
                                        <p:tav tm="0">
                                          <p:val>
                                            <p:strVal val="#ppt_x"/>
                                          </p:val>
                                        </p:tav>
                                        <p:tav tm="100000">
                                          <p:val>
                                            <p:strVal val="#ppt_x"/>
                                          </p:val>
                                        </p:tav>
                                      </p:tavLst>
                                    </p:anim>
                                    <p:anim calcmode="lin" valueType="num">
                                      <p:cBhvr>
                                        <p:cTn id="257" dur="1000" fill="hold"/>
                                        <p:tgtEl>
                                          <p:spTgt spid="204"/>
                                        </p:tgtEl>
                                        <p:attrNameLst>
                                          <p:attrName>ppt_y</p:attrName>
                                        </p:attrNameLst>
                                      </p:cBhvr>
                                      <p:tavLst>
                                        <p:tav tm="0">
                                          <p:val>
                                            <p:strVal val="#ppt_y+.1"/>
                                          </p:val>
                                        </p:tav>
                                        <p:tav tm="100000">
                                          <p:val>
                                            <p:strVal val="#ppt_y"/>
                                          </p:val>
                                        </p:tav>
                                      </p:tavLst>
                                    </p:anim>
                                  </p:childTnLst>
                                </p:cTn>
                              </p:par>
                              <p:par>
                                <p:cTn id="258" presetID="42" presetClass="entr" presetSubtype="0" fill="hold" nodeType="withEffect">
                                  <p:stCondLst>
                                    <p:cond delay="0"/>
                                  </p:stCondLst>
                                  <p:childTnLst>
                                    <p:set>
                                      <p:cBhvr>
                                        <p:cTn id="259" dur="1" fill="hold">
                                          <p:stCondLst>
                                            <p:cond delay="0"/>
                                          </p:stCondLst>
                                        </p:cTn>
                                        <p:tgtEl>
                                          <p:spTgt spid="205"/>
                                        </p:tgtEl>
                                        <p:attrNameLst>
                                          <p:attrName>style.visibility</p:attrName>
                                        </p:attrNameLst>
                                      </p:cBhvr>
                                      <p:to>
                                        <p:strVal val="visible"/>
                                      </p:to>
                                    </p:set>
                                    <p:animEffect transition="in" filter="fade">
                                      <p:cBhvr>
                                        <p:cTn id="260" dur="1000"/>
                                        <p:tgtEl>
                                          <p:spTgt spid="205"/>
                                        </p:tgtEl>
                                      </p:cBhvr>
                                    </p:animEffect>
                                    <p:anim calcmode="lin" valueType="num">
                                      <p:cBhvr>
                                        <p:cTn id="261" dur="1000" fill="hold"/>
                                        <p:tgtEl>
                                          <p:spTgt spid="205"/>
                                        </p:tgtEl>
                                        <p:attrNameLst>
                                          <p:attrName>ppt_x</p:attrName>
                                        </p:attrNameLst>
                                      </p:cBhvr>
                                      <p:tavLst>
                                        <p:tav tm="0">
                                          <p:val>
                                            <p:strVal val="#ppt_x"/>
                                          </p:val>
                                        </p:tav>
                                        <p:tav tm="100000">
                                          <p:val>
                                            <p:strVal val="#ppt_x"/>
                                          </p:val>
                                        </p:tav>
                                      </p:tavLst>
                                    </p:anim>
                                    <p:anim calcmode="lin" valueType="num">
                                      <p:cBhvr>
                                        <p:cTn id="262" dur="1000" fill="hold"/>
                                        <p:tgtEl>
                                          <p:spTgt spid="205"/>
                                        </p:tgtEl>
                                        <p:attrNameLst>
                                          <p:attrName>ppt_y</p:attrName>
                                        </p:attrNameLst>
                                      </p:cBhvr>
                                      <p:tavLst>
                                        <p:tav tm="0">
                                          <p:val>
                                            <p:strVal val="#ppt_y+.1"/>
                                          </p:val>
                                        </p:tav>
                                        <p:tav tm="100000">
                                          <p:val>
                                            <p:strVal val="#ppt_y"/>
                                          </p:val>
                                        </p:tav>
                                      </p:tavLst>
                                    </p:anim>
                                  </p:childTnLst>
                                </p:cTn>
                              </p:par>
                              <p:par>
                                <p:cTn id="263" presetID="42" presetClass="entr" presetSubtype="0" fill="hold" nodeType="withEffect">
                                  <p:stCondLst>
                                    <p:cond delay="0"/>
                                  </p:stCondLst>
                                  <p:childTnLst>
                                    <p:set>
                                      <p:cBhvr>
                                        <p:cTn id="264" dur="1" fill="hold">
                                          <p:stCondLst>
                                            <p:cond delay="0"/>
                                          </p:stCondLst>
                                        </p:cTn>
                                        <p:tgtEl>
                                          <p:spTgt spid="206"/>
                                        </p:tgtEl>
                                        <p:attrNameLst>
                                          <p:attrName>style.visibility</p:attrName>
                                        </p:attrNameLst>
                                      </p:cBhvr>
                                      <p:to>
                                        <p:strVal val="visible"/>
                                      </p:to>
                                    </p:set>
                                    <p:animEffect transition="in" filter="fade">
                                      <p:cBhvr>
                                        <p:cTn id="265" dur="1000"/>
                                        <p:tgtEl>
                                          <p:spTgt spid="206"/>
                                        </p:tgtEl>
                                      </p:cBhvr>
                                    </p:animEffect>
                                    <p:anim calcmode="lin" valueType="num">
                                      <p:cBhvr>
                                        <p:cTn id="266" dur="1000" fill="hold"/>
                                        <p:tgtEl>
                                          <p:spTgt spid="206"/>
                                        </p:tgtEl>
                                        <p:attrNameLst>
                                          <p:attrName>ppt_x</p:attrName>
                                        </p:attrNameLst>
                                      </p:cBhvr>
                                      <p:tavLst>
                                        <p:tav tm="0">
                                          <p:val>
                                            <p:strVal val="#ppt_x"/>
                                          </p:val>
                                        </p:tav>
                                        <p:tav tm="100000">
                                          <p:val>
                                            <p:strVal val="#ppt_x"/>
                                          </p:val>
                                        </p:tav>
                                      </p:tavLst>
                                    </p:anim>
                                    <p:anim calcmode="lin" valueType="num">
                                      <p:cBhvr>
                                        <p:cTn id="267" dur="1000" fill="hold"/>
                                        <p:tgtEl>
                                          <p:spTgt spid="206"/>
                                        </p:tgtEl>
                                        <p:attrNameLst>
                                          <p:attrName>ppt_y</p:attrName>
                                        </p:attrNameLst>
                                      </p:cBhvr>
                                      <p:tavLst>
                                        <p:tav tm="0">
                                          <p:val>
                                            <p:strVal val="#ppt_y+.1"/>
                                          </p:val>
                                        </p:tav>
                                        <p:tav tm="100000">
                                          <p:val>
                                            <p:strVal val="#ppt_y"/>
                                          </p:val>
                                        </p:tav>
                                      </p:tavLst>
                                    </p:anim>
                                  </p:childTnLst>
                                </p:cTn>
                              </p:par>
                              <p:par>
                                <p:cTn id="268" presetID="42" presetClass="entr" presetSubtype="0" fill="hold" nodeType="withEffect">
                                  <p:stCondLst>
                                    <p:cond delay="0"/>
                                  </p:stCondLst>
                                  <p:childTnLst>
                                    <p:set>
                                      <p:cBhvr>
                                        <p:cTn id="269" dur="1" fill="hold">
                                          <p:stCondLst>
                                            <p:cond delay="0"/>
                                          </p:stCondLst>
                                        </p:cTn>
                                        <p:tgtEl>
                                          <p:spTgt spid="207"/>
                                        </p:tgtEl>
                                        <p:attrNameLst>
                                          <p:attrName>style.visibility</p:attrName>
                                        </p:attrNameLst>
                                      </p:cBhvr>
                                      <p:to>
                                        <p:strVal val="visible"/>
                                      </p:to>
                                    </p:set>
                                    <p:animEffect transition="in" filter="fade">
                                      <p:cBhvr>
                                        <p:cTn id="270" dur="1000"/>
                                        <p:tgtEl>
                                          <p:spTgt spid="207"/>
                                        </p:tgtEl>
                                      </p:cBhvr>
                                    </p:animEffect>
                                    <p:anim calcmode="lin" valueType="num">
                                      <p:cBhvr>
                                        <p:cTn id="271" dur="1000" fill="hold"/>
                                        <p:tgtEl>
                                          <p:spTgt spid="207"/>
                                        </p:tgtEl>
                                        <p:attrNameLst>
                                          <p:attrName>ppt_x</p:attrName>
                                        </p:attrNameLst>
                                      </p:cBhvr>
                                      <p:tavLst>
                                        <p:tav tm="0">
                                          <p:val>
                                            <p:strVal val="#ppt_x"/>
                                          </p:val>
                                        </p:tav>
                                        <p:tav tm="100000">
                                          <p:val>
                                            <p:strVal val="#ppt_x"/>
                                          </p:val>
                                        </p:tav>
                                      </p:tavLst>
                                    </p:anim>
                                    <p:anim calcmode="lin" valueType="num">
                                      <p:cBhvr>
                                        <p:cTn id="272" dur="1000" fill="hold"/>
                                        <p:tgtEl>
                                          <p:spTgt spid="207"/>
                                        </p:tgtEl>
                                        <p:attrNameLst>
                                          <p:attrName>ppt_y</p:attrName>
                                        </p:attrNameLst>
                                      </p:cBhvr>
                                      <p:tavLst>
                                        <p:tav tm="0">
                                          <p:val>
                                            <p:strVal val="#ppt_y+.1"/>
                                          </p:val>
                                        </p:tav>
                                        <p:tav tm="100000">
                                          <p:val>
                                            <p:strVal val="#ppt_y"/>
                                          </p:val>
                                        </p:tav>
                                      </p:tavLst>
                                    </p:anim>
                                  </p:childTnLst>
                                </p:cTn>
                              </p:par>
                              <p:par>
                                <p:cTn id="273" presetID="42" presetClass="entr" presetSubtype="0" fill="hold" nodeType="withEffect">
                                  <p:stCondLst>
                                    <p:cond delay="0"/>
                                  </p:stCondLst>
                                  <p:childTnLst>
                                    <p:set>
                                      <p:cBhvr>
                                        <p:cTn id="274" dur="1" fill="hold">
                                          <p:stCondLst>
                                            <p:cond delay="0"/>
                                          </p:stCondLst>
                                        </p:cTn>
                                        <p:tgtEl>
                                          <p:spTgt spid="208"/>
                                        </p:tgtEl>
                                        <p:attrNameLst>
                                          <p:attrName>style.visibility</p:attrName>
                                        </p:attrNameLst>
                                      </p:cBhvr>
                                      <p:to>
                                        <p:strVal val="visible"/>
                                      </p:to>
                                    </p:set>
                                    <p:animEffect transition="in" filter="fade">
                                      <p:cBhvr>
                                        <p:cTn id="275" dur="1000"/>
                                        <p:tgtEl>
                                          <p:spTgt spid="208"/>
                                        </p:tgtEl>
                                      </p:cBhvr>
                                    </p:animEffect>
                                    <p:anim calcmode="lin" valueType="num">
                                      <p:cBhvr>
                                        <p:cTn id="276" dur="1000" fill="hold"/>
                                        <p:tgtEl>
                                          <p:spTgt spid="208"/>
                                        </p:tgtEl>
                                        <p:attrNameLst>
                                          <p:attrName>ppt_x</p:attrName>
                                        </p:attrNameLst>
                                      </p:cBhvr>
                                      <p:tavLst>
                                        <p:tav tm="0">
                                          <p:val>
                                            <p:strVal val="#ppt_x"/>
                                          </p:val>
                                        </p:tav>
                                        <p:tav tm="100000">
                                          <p:val>
                                            <p:strVal val="#ppt_x"/>
                                          </p:val>
                                        </p:tav>
                                      </p:tavLst>
                                    </p:anim>
                                    <p:anim calcmode="lin" valueType="num">
                                      <p:cBhvr>
                                        <p:cTn id="277" dur="1000" fill="hold"/>
                                        <p:tgtEl>
                                          <p:spTgt spid="208"/>
                                        </p:tgtEl>
                                        <p:attrNameLst>
                                          <p:attrName>ppt_y</p:attrName>
                                        </p:attrNameLst>
                                      </p:cBhvr>
                                      <p:tavLst>
                                        <p:tav tm="0">
                                          <p:val>
                                            <p:strVal val="#ppt_y+.1"/>
                                          </p:val>
                                        </p:tav>
                                        <p:tav tm="100000">
                                          <p:val>
                                            <p:strVal val="#ppt_y"/>
                                          </p:val>
                                        </p:tav>
                                      </p:tavLst>
                                    </p:anim>
                                  </p:childTnLst>
                                </p:cTn>
                              </p:par>
                              <p:par>
                                <p:cTn id="278" presetID="42" presetClass="entr" presetSubtype="0" fill="hold" nodeType="withEffect">
                                  <p:stCondLst>
                                    <p:cond delay="0"/>
                                  </p:stCondLst>
                                  <p:childTnLst>
                                    <p:set>
                                      <p:cBhvr>
                                        <p:cTn id="279" dur="1" fill="hold">
                                          <p:stCondLst>
                                            <p:cond delay="0"/>
                                          </p:stCondLst>
                                        </p:cTn>
                                        <p:tgtEl>
                                          <p:spTgt spid="209"/>
                                        </p:tgtEl>
                                        <p:attrNameLst>
                                          <p:attrName>style.visibility</p:attrName>
                                        </p:attrNameLst>
                                      </p:cBhvr>
                                      <p:to>
                                        <p:strVal val="visible"/>
                                      </p:to>
                                    </p:set>
                                    <p:animEffect transition="in" filter="fade">
                                      <p:cBhvr>
                                        <p:cTn id="280" dur="1000"/>
                                        <p:tgtEl>
                                          <p:spTgt spid="209"/>
                                        </p:tgtEl>
                                      </p:cBhvr>
                                    </p:animEffect>
                                    <p:anim calcmode="lin" valueType="num">
                                      <p:cBhvr>
                                        <p:cTn id="281" dur="1000" fill="hold"/>
                                        <p:tgtEl>
                                          <p:spTgt spid="209"/>
                                        </p:tgtEl>
                                        <p:attrNameLst>
                                          <p:attrName>ppt_x</p:attrName>
                                        </p:attrNameLst>
                                      </p:cBhvr>
                                      <p:tavLst>
                                        <p:tav tm="0">
                                          <p:val>
                                            <p:strVal val="#ppt_x"/>
                                          </p:val>
                                        </p:tav>
                                        <p:tav tm="100000">
                                          <p:val>
                                            <p:strVal val="#ppt_x"/>
                                          </p:val>
                                        </p:tav>
                                      </p:tavLst>
                                    </p:anim>
                                    <p:anim calcmode="lin" valueType="num">
                                      <p:cBhvr>
                                        <p:cTn id="282" dur="1000" fill="hold"/>
                                        <p:tgtEl>
                                          <p:spTgt spid="209"/>
                                        </p:tgtEl>
                                        <p:attrNameLst>
                                          <p:attrName>ppt_y</p:attrName>
                                        </p:attrNameLst>
                                      </p:cBhvr>
                                      <p:tavLst>
                                        <p:tav tm="0">
                                          <p:val>
                                            <p:strVal val="#ppt_y+.1"/>
                                          </p:val>
                                        </p:tav>
                                        <p:tav tm="100000">
                                          <p:val>
                                            <p:strVal val="#ppt_y"/>
                                          </p:val>
                                        </p:tav>
                                      </p:tavLst>
                                    </p:anim>
                                  </p:childTnLst>
                                </p:cTn>
                              </p:par>
                              <p:par>
                                <p:cTn id="283" presetID="42" presetClass="entr" presetSubtype="0" fill="hold" nodeType="withEffect">
                                  <p:stCondLst>
                                    <p:cond delay="0"/>
                                  </p:stCondLst>
                                  <p:childTnLst>
                                    <p:set>
                                      <p:cBhvr>
                                        <p:cTn id="284" dur="1" fill="hold">
                                          <p:stCondLst>
                                            <p:cond delay="0"/>
                                          </p:stCondLst>
                                        </p:cTn>
                                        <p:tgtEl>
                                          <p:spTgt spid="210"/>
                                        </p:tgtEl>
                                        <p:attrNameLst>
                                          <p:attrName>style.visibility</p:attrName>
                                        </p:attrNameLst>
                                      </p:cBhvr>
                                      <p:to>
                                        <p:strVal val="visible"/>
                                      </p:to>
                                    </p:set>
                                    <p:animEffect transition="in" filter="fade">
                                      <p:cBhvr>
                                        <p:cTn id="285" dur="1000"/>
                                        <p:tgtEl>
                                          <p:spTgt spid="210"/>
                                        </p:tgtEl>
                                      </p:cBhvr>
                                    </p:animEffect>
                                    <p:anim calcmode="lin" valueType="num">
                                      <p:cBhvr>
                                        <p:cTn id="286" dur="1000" fill="hold"/>
                                        <p:tgtEl>
                                          <p:spTgt spid="210"/>
                                        </p:tgtEl>
                                        <p:attrNameLst>
                                          <p:attrName>ppt_x</p:attrName>
                                        </p:attrNameLst>
                                      </p:cBhvr>
                                      <p:tavLst>
                                        <p:tav tm="0">
                                          <p:val>
                                            <p:strVal val="#ppt_x"/>
                                          </p:val>
                                        </p:tav>
                                        <p:tav tm="100000">
                                          <p:val>
                                            <p:strVal val="#ppt_x"/>
                                          </p:val>
                                        </p:tav>
                                      </p:tavLst>
                                    </p:anim>
                                    <p:anim calcmode="lin" valueType="num">
                                      <p:cBhvr>
                                        <p:cTn id="287" dur="1000" fill="hold"/>
                                        <p:tgtEl>
                                          <p:spTgt spid="210"/>
                                        </p:tgtEl>
                                        <p:attrNameLst>
                                          <p:attrName>ppt_y</p:attrName>
                                        </p:attrNameLst>
                                      </p:cBhvr>
                                      <p:tavLst>
                                        <p:tav tm="0">
                                          <p:val>
                                            <p:strVal val="#ppt_y+.1"/>
                                          </p:val>
                                        </p:tav>
                                        <p:tav tm="100000">
                                          <p:val>
                                            <p:strVal val="#ppt_y"/>
                                          </p:val>
                                        </p:tav>
                                      </p:tavLst>
                                    </p:anim>
                                  </p:childTnLst>
                                </p:cTn>
                              </p:par>
                              <p:par>
                                <p:cTn id="288" presetID="42" presetClass="entr" presetSubtype="0" fill="hold" nodeType="withEffect">
                                  <p:stCondLst>
                                    <p:cond delay="0"/>
                                  </p:stCondLst>
                                  <p:childTnLst>
                                    <p:set>
                                      <p:cBhvr>
                                        <p:cTn id="289" dur="1" fill="hold">
                                          <p:stCondLst>
                                            <p:cond delay="0"/>
                                          </p:stCondLst>
                                        </p:cTn>
                                        <p:tgtEl>
                                          <p:spTgt spid="211"/>
                                        </p:tgtEl>
                                        <p:attrNameLst>
                                          <p:attrName>style.visibility</p:attrName>
                                        </p:attrNameLst>
                                      </p:cBhvr>
                                      <p:to>
                                        <p:strVal val="visible"/>
                                      </p:to>
                                    </p:set>
                                    <p:animEffect transition="in" filter="fade">
                                      <p:cBhvr>
                                        <p:cTn id="290" dur="1000"/>
                                        <p:tgtEl>
                                          <p:spTgt spid="211"/>
                                        </p:tgtEl>
                                      </p:cBhvr>
                                    </p:animEffect>
                                    <p:anim calcmode="lin" valueType="num">
                                      <p:cBhvr>
                                        <p:cTn id="291" dur="1000" fill="hold"/>
                                        <p:tgtEl>
                                          <p:spTgt spid="211"/>
                                        </p:tgtEl>
                                        <p:attrNameLst>
                                          <p:attrName>ppt_x</p:attrName>
                                        </p:attrNameLst>
                                      </p:cBhvr>
                                      <p:tavLst>
                                        <p:tav tm="0">
                                          <p:val>
                                            <p:strVal val="#ppt_x"/>
                                          </p:val>
                                        </p:tav>
                                        <p:tav tm="100000">
                                          <p:val>
                                            <p:strVal val="#ppt_x"/>
                                          </p:val>
                                        </p:tav>
                                      </p:tavLst>
                                    </p:anim>
                                    <p:anim calcmode="lin" valueType="num">
                                      <p:cBhvr>
                                        <p:cTn id="292" dur="1000" fill="hold"/>
                                        <p:tgtEl>
                                          <p:spTgt spid="211"/>
                                        </p:tgtEl>
                                        <p:attrNameLst>
                                          <p:attrName>ppt_y</p:attrName>
                                        </p:attrNameLst>
                                      </p:cBhvr>
                                      <p:tavLst>
                                        <p:tav tm="0">
                                          <p:val>
                                            <p:strVal val="#ppt_y+.1"/>
                                          </p:val>
                                        </p:tav>
                                        <p:tav tm="100000">
                                          <p:val>
                                            <p:strVal val="#ppt_y"/>
                                          </p:val>
                                        </p:tav>
                                      </p:tavLst>
                                    </p:anim>
                                  </p:childTnLst>
                                </p:cTn>
                              </p:par>
                              <p:par>
                                <p:cTn id="293" presetID="42" presetClass="entr" presetSubtype="0" fill="hold" nodeType="withEffect">
                                  <p:stCondLst>
                                    <p:cond delay="0"/>
                                  </p:stCondLst>
                                  <p:childTnLst>
                                    <p:set>
                                      <p:cBhvr>
                                        <p:cTn id="294" dur="1" fill="hold">
                                          <p:stCondLst>
                                            <p:cond delay="0"/>
                                          </p:stCondLst>
                                        </p:cTn>
                                        <p:tgtEl>
                                          <p:spTgt spid="212"/>
                                        </p:tgtEl>
                                        <p:attrNameLst>
                                          <p:attrName>style.visibility</p:attrName>
                                        </p:attrNameLst>
                                      </p:cBhvr>
                                      <p:to>
                                        <p:strVal val="visible"/>
                                      </p:to>
                                    </p:set>
                                    <p:animEffect transition="in" filter="fade">
                                      <p:cBhvr>
                                        <p:cTn id="295" dur="1000"/>
                                        <p:tgtEl>
                                          <p:spTgt spid="212"/>
                                        </p:tgtEl>
                                      </p:cBhvr>
                                    </p:animEffect>
                                    <p:anim calcmode="lin" valueType="num">
                                      <p:cBhvr>
                                        <p:cTn id="296" dur="1000" fill="hold"/>
                                        <p:tgtEl>
                                          <p:spTgt spid="212"/>
                                        </p:tgtEl>
                                        <p:attrNameLst>
                                          <p:attrName>ppt_x</p:attrName>
                                        </p:attrNameLst>
                                      </p:cBhvr>
                                      <p:tavLst>
                                        <p:tav tm="0">
                                          <p:val>
                                            <p:strVal val="#ppt_x"/>
                                          </p:val>
                                        </p:tav>
                                        <p:tav tm="100000">
                                          <p:val>
                                            <p:strVal val="#ppt_x"/>
                                          </p:val>
                                        </p:tav>
                                      </p:tavLst>
                                    </p:anim>
                                    <p:anim calcmode="lin" valueType="num">
                                      <p:cBhvr>
                                        <p:cTn id="297" dur="1000" fill="hold"/>
                                        <p:tgtEl>
                                          <p:spTgt spid="212"/>
                                        </p:tgtEl>
                                        <p:attrNameLst>
                                          <p:attrName>ppt_y</p:attrName>
                                        </p:attrNameLst>
                                      </p:cBhvr>
                                      <p:tavLst>
                                        <p:tav tm="0">
                                          <p:val>
                                            <p:strVal val="#ppt_y+.1"/>
                                          </p:val>
                                        </p:tav>
                                        <p:tav tm="100000">
                                          <p:val>
                                            <p:strVal val="#ppt_y"/>
                                          </p:val>
                                        </p:tav>
                                      </p:tavLst>
                                    </p:anim>
                                  </p:childTnLst>
                                </p:cTn>
                              </p:par>
                              <p:par>
                                <p:cTn id="298" presetID="42" presetClass="entr" presetSubtype="0" fill="hold" nodeType="withEffect">
                                  <p:stCondLst>
                                    <p:cond delay="0"/>
                                  </p:stCondLst>
                                  <p:childTnLst>
                                    <p:set>
                                      <p:cBhvr>
                                        <p:cTn id="299" dur="1" fill="hold">
                                          <p:stCondLst>
                                            <p:cond delay="0"/>
                                          </p:stCondLst>
                                        </p:cTn>
                                        <p:tgtEl>
                                          <p:spTgt spid="213"/>
                                        </p:tgtEl>
                                        <p:attrNameLst>
                                          <p:attrName>style.visibility</p:attrName>
                                        </p:attrNameLst>
                                      </p:cBhvr>
                                      <p:to>
                                        <p:strVal val="visible"/>
                                      </p:to>
                                    </p:set>
                                    <p:animEffect transition="in" filter="fade">
                                      <p:cBhvr>
                                        <p:cTn id="300" dur="1000"/>
                                        <p:tgtEl>
                                          <p:spTgt spid="213"/>
                                        </p:tgtEl>
                                      </p:cBhvr>
                                    </p:animEffect>
                                    <p:anim calcmode="lin" valueType="num">
                                      <p:cBhvr>
                                        <p:cTn id="301" dur="1000" fill="hold"/>
                                        <p:tgtEl>
                                          <p:spTgt spid="213"/>
                                        </p:tgtEl>
                                        <p:attrNameLst>
                                          <p:attrName>ppt_x</p:attrName>
                                        </p:attrNameLst>
                                      </p:cBhvr>
                                      <p:tavLst>
                                        <p:tav tm="0">
                                          <p:val>
                                            <p:strVal val="#ppt_x"/>
                                          </p:val>
                                        </p:tav>
                                        <p:tav tm="100000">
                                          <p:val>
                                            <p:strVal val="#ppt_x"/>
                                          </p:val>
                                        </p:tav>
                                      </p:tavLst>
                                    </p:anim>
                                    <p:anim calcmode="lin" valueType="num">
                                      <p:cBhvr>
                                        <p:cTn id="302" dur="1000" fill="hold"/>
                                        <p:tgtEl>
                                          <p:spTgt spid="213"/>
                                        </p:tgtEl>
                                        <p:attrNameLst>
                                          <p:attrName>ppt_y</p:attrName>
                                        </p:attrNameLst>
                                      </p:cBhvr>
                                      <p:tavLst>
                                        <p:tav tm="0">
                                          <p:val>
                                            <p:strVal val="#ppt_y+.1"/>
                                          </p:val>
                                        </p:tav>
                                        <p:tav tm="100000">
                                          <p:val>
                                            <p:strVal val="#ppt_y"/>
                                          </p:val>
                                        </p:tav>
                                      </p:tavLst>
                                    </p:anim>
                                  </p:childTnLst>
                                </p:cTn>
                              </p:par>
                              <p:par>
                                <p:cTn id="303" presetID="42" presetClass="entr" presetSubtype="0" fill="hold" nodeType="withEffect">
                                  <p:stCondLst>
                                    <p:cond delay="0"/>
                                  </p:stCondLst>
                                  <p:childTnLst>
                                    <p:set>
                                      <p:cBhvr>
                                        <p:cTn id="304" dur="1" fill="hold">
                                          <p:stCondLst>
                                            <p:cond delay="0"/>
                                          </p:stCondLst>
                                        </p:cTn>
                                        <p:tgtEl>
                                          <p:spTgt spid="214"/>
                                        </p:tgtEl>
                                        <p:attrNameLst>
                                          <p:attrName>style.visibility</p:attrName>
                                        </p:attrNameLst>
                                      </p:cBhvr>
                                      <p:to>
                                        <p:strVal val="visible"/>
                                      </p:to>
                                    </p:set>
                                    <p:animEffect transition="in" filter="fade">
                                      <p:cBhvr>
                                        <p:cTn id="305" dur="1000"/>
                                        <p:tgtEl>
                                          <p:spTgt spid="214"/>
                                        </p:tgtEl>
                                      </p:cBhvr>
                                    </p:animEffect>
                                    <p:anim calcmode="lin" valueType="num">
                                      <p:cBhvr>
                                        <p:cTn id="306" dur="1000" fill="hold"/>
                                        <p:tgtEl>
                                          <p:spTgt spid="214"/>
                                        </p:tgtEl>
                                        <p:attrNameLst>
                                          <p:attrName>ppt_x</p:attrName>
                                        </p:attrNameLst>
                                      </p:cBhvr>
                                      <p:tavLst>
                                        <p:tav tm="0">
                                          <p:val>
                                            <p:strVal val="#ppt_x"/>
                                          </p:val>
                                        </p:tav>
                                        <p:tav tm="100000">
                                          <p:val>
                                            <p:strVal val="#ppt_x"/>
                                          </p:val>
                                        </p:tav>
                                      </p:tavLst>
                                    </p:anim>
                                    <p:anim calcmode="lin" valueType="num">
                                      <p:cBhvr>
                                        <p:cTn id="307" dur="1000" fill="hold"/>
                                        <p:tgtEl>
                                          <p:spTgt spid="214"/>
                                        </p:tgtEl>
                                        <p:attrNameLst>
                                          <p:attrName>ppt_y</p:attrName>
                                        </p:attrNameLst>
                                      </p:cBhvr>
                                      <p:tavLst>
                                        <p:tav tm="0">
                                          <p:val>
                                            <p:strVal val="#ppt_y+.1"/>
                                          </p:val>
                                        </p:tav>
                                        <p:tav tm="100000">
                                          <p:val>
                                            <p:strVal val="#ppt_y"/>
                                          </p:val>
                                        </p:tav>
                                      </p:tavLst>
                                    </p:anim>
                                  </p:childTnLst>
                                </p:cTn>
                              </p:par>
                              <p:par>
                                <p:cTn id="308" presetID="42" presetClass="entr" presetSubtype="0" fill="hold" nodeType="withEffect">
                                  <p:stCondLst>
                                    <p:cond delay="0"/>
                                  </p:stCondLst>
                                  <p:childTnLst>
                                    <p:set>
                                      <p:cBhvr>
                                        <p:cTn id="309" dur="1" fill="hold">
                                          <p:stCondLst>
                                            <p:cond delay="0"/>
                                          </p:stCondLst>
                                        </p:cTn>
                                        <p:tgtEl>
                                          <p:spTgt spid="215"/>
                                        </p:tgtEl>
                                        <p:attrNameLst>
                                          <p:attrName>style.visibility</p:attrName>
                                        </p:attrNameLst>
                                      </p:cBhvr>
                                      <p:to>
                                        <p:strVal val="visible"/>
                                      </p:to>
                                    </p:set>
                                    <p:animEffect transition="in" filter="fade">
                                      <p:cBhvr>
                                        <p:cTn id="310" dur="1000"/>
                                        <p:tgtEl>
                                          <p:spTgt spid="215"/>
                                        </p:tgtEl>
                                      </p:cBhvr>
                                    </p:animEffect>
                                    <p:anim calcmode="lin" valueType="num">
                                      <p:cBhvr>
                                        <p:cTn id="311" dur="1000" fill="hold"/>
                                        <p:tgtEl>
                                          <p:spTgt spid="215"/>
                                        </p:tgtEl>
                                        <p:attrNameLst>
                                          <p:attrName>ppt_x</p:attrName>
                                        </p:attrNameLst>
                                      </p:cBhvr>
                                      <p:tavLst>
                                        <p:tav tm="0">
                                          <p:val>
                                            <p:strVal val="#ppt_x"/>
                                          </p:val>
                                        </p:tav>
                                        <p:tav tm="100000">
                                          <p:val>
                                            <p:strVal val="#ppt_x"/>
                                          </p:val>
                                        </p:tav>
                                      </p:tavLst>
                                    </p:anim>
                                    <p:anim calcmode="lin" valueType="num">
                                      <p:cBhvr>
                                        <p:cTn id="312" dur="1000" fill="hold"/>
                                        <p:tgtEl>
                                          <p:spTgt spid="215"/>
                                        </p:tgtEl>
                                        <p:attrNameLst>
                                          <p:attrName>ppt_y</p:attrName>
                                        </p:attrNameLst>
                                      </p:cBhvr>
                                      <p:tavLst>
                                        <p:tav tm="0">
                                          <p:val>
                                            <p:strVal val="#ppt_y+.1"/>
                                          </p:val>
                                        </p:tav>
                                        <p:tav tm="100000">
                                          <p:val>
                                            <p:strVal val="#ppt_y"/>
                                          </p:val>
                                        </p:tav>
                                      </p:tavLst>
                                    </p:anim>
                                  </p:childTnLst>
                                </p:cTn>
                              </p:par>
                              <p:par>
                                <p:cTn id="313" presetID="42" presetClass="entr" presetSubtype="0" fill="hold" nodeType="withEffect">
                                  <p:stCondLst>
                                    <p:cond delay="0"/>
                                  </p:stCondLst>
                                  <p:childTnLst>
                                    <p:set>
                                      <p:cBhvr>
                                        <p:cTn id="314" dur="1" fill="hold">
                                          <p:stCondLst>
                                            <p:cond delay="0"/>
                                          </p:stCondLst>
                                        </p:cTn>
                                        <p:tgtEl>
                                          <p:spTgt spid="216"/>
                                        </p:tgtEl>
                                        <p:attrNameLst>
                                          <p:attrName>style.visibility</p:attrName>
                                        </p:attrNameLst>
                                      </p:cBhvr>
                                      <p:to>
                                        <p:strVal val="visible"/>
                                      </p:to>
                                    </p:set>
                                    <p:animEffect transition="in" filter="fade">
                                      <p:cBhvr>
                                        <p:cTn id="315" dur="1000"/>
                                        <p:tgtEl>
                                          <p:spTgt spid="216"/>
                                        </p:tgtEl>
                                      </p:cBhvr>
                                    </p:animEffect>
                                    <p:anim calcmode="lin" valueType="num">
                                      <p:cBhvr>
                                        <p:cTn id="316" dur="1000" fill="hold"/>
                                        <p:tgtEl>
                                          <p:spTgt spid="216"/>
                                        </p:tgtEl>
                                        <p:attrNameLst>
                                          <p:attrName>ppt_x</p:attrName>
                                        </p:attrNameLst>
                                      </p:cBhvr>
                                      <p:tavLst>
                                        <p:tav tm="0">
                                          <p:val>
                                            <p:strVal val="#ppt_x"/>
                                          </p:val>
                                        </p:tav>
                                        <p:tav tm="100000">
                                          <p:val>
                                            <p:strVal val="#ppt_x"/>
                                          </p:val>
                                        </p:tav>
                                      </p:tavLst>
                                    </p:anim>
                                    <p:anim calcmode="lin" valueType="num">
                                      <p:cBhvr>
                                        <p:cTn id="317" dur="1000" fill="hold"/>
                                        <p:tgtEl>
                                          <p:spTgt spid="216"/>
                                        </p:tgtEl>
                                        <p:attrNameLst>
                                          <p:attrName>ppt_y</p:attrName>
                                        </p:attrNameLst>
                                      </p:cBhvr>
                                      <p:tavLst>
                                        <p:tav tm="0">
                                          <p:val>
                                            <p:strVal val="#ppt_y+.1"/>
                                          </p:val>
                                        </p:tav>
                                        <p:tav tm="100000">
                                          <p:val>
                                            <p:strVal val="#ppt_y"/>
                                          </p:val>
                                        </p:tav>
                                      </p:tavLst>
                                    </p:anim>
                                  </p:childTnLst>
                                </p:cTn>
                              </p:par>
                              <p:par>
                                <p:cTn id="318" presetID="42" presetClass="entr" presetSubtype="0" fill="hold" nodeType="withEffect">
                                  <p:stCondLst>
                                    <p:cond delay="0"/>
                                  </p:stCondLst>
                                  <p:childTnLst>
                                    <p:set>
                                      <p:cBhvr>
                                        <p:cTn id="319" dur="1" fill="hold">
                                          <p:stCondLst>
                                            <p:cond delay="0"/>
                                          </p:stCondLst>
                                        </p:cTn>
                                        <p:tgtEl>
                                          <p:spTgt spid="217"/>
                                        </p:tgtEl>
                                        <p:attrNameLst>
                                          <p:attrName>style.visibility</p:attrName>
                                        </p:attrNameLst>
                                      </p:cBhvr>
                                      <p:to>
                                        <p:strVal val="visible"/>
                                      </p:to>
                                    </p:set>
                                    <p:animEffect transition="in" filter="fade">
                                      <p:cBhvr>
                                        <p:cTn id="320" dur="1000"/>
                                        <p:tgtEl>
                                          <p:spTgt spid="217"/>
                                        </p:tgtEl>
                                      </p:cBhvr>
                                    </p:animEffect>
                                    <p:anim calcmode="lin" valueType="num">
                                      <p:cBhvr>
                                        <p:cTn id="321" dur="1000" fill="hold"/>
                                        <p:tgtEl>
                                          <p:spTgt spid="217"/>
                                        </p:tgtEl>
                                        <p:attrNameLst>
                                          <p:attrName>ppt_x</p:attrName>
                                        </p:attrNameLst>
                                      </p:cBhvr>
                                      <p:tavLst>
                                        <p:tav tm="0">
                                          <p:val>
                                            <p:strVal val="#ppt_x"/>
                                          </p:val>
                                        </p:tav>
                                        <p:tav tm="100000">
                                          <p:val>
                                            <p:strVal val="#ppt_x"/>
                                          </p:val>
                                        </p:tav>
                                      </p:tavLst>
                                    </p:anim>
                                    <p:anim calcmode="lin" valueType="num">
                                      <p:cBhvr>
                                        <p:cTn id="322" dur="1000" fill="hold"/>
                                        <p:tgtEl>
                                          <p:spTgt spid="217"/>
                                        </p:tgtEl>
                                        <p:attrNameLst>
                                          <p:attrName>ppt_y</p:attrName>
                                        </p:attrNameLst>
                                      </p:cBhvr>
                                      <p:tavLst>
                                        <p:tav tm="0">
                                          <p:val>
                                            <p:strVal val="#ppt_y+.1"/>
                                          </p:val>
                                        </p:tav>
                                        <p:tav tm="100000">
                                          <p:val>
                                            <p:strVal val="#ppt_y"/>
                                          </p:val>
                                        </p:tav>
                                      </p:tavLst>
                                    </p:anim>
                                  </p:childTnLst>
                                </p:cTn>
                              </p:par>
                              <p:par>
                                <p:cTn id="323" presetID="42" presetClass="entr" presetSubtype="0" fill="hold" nodeType="withEffect">
                                  <p:stCondLst>
                                    <p:cond delay="0"/>
                                  </p:stCondLst>
                                  <p:childTnLst>
                                    <p:set>
                                      <p:cBhvr>
                                        <p:cTn id="324" dur="1" fill="hold">
                                          <p:stCondLst>
                                            <p:cond delay="0"/>
                                          </p:stCondLst>
                                        </p:cTn>
                                        <p:tgtEl>
                                          <p:spTgt spid="218"/>
                                        </p:tgtEl>
                                        <p:attrNameLst>
                                          <p:attrName>style.visibility</p:attrName>
                                        </p:attrNameLst>
                                      </p:cBhvr>
                                      <p:to>
                                        <p:strVal val="visible"/>
                                      </p:to>
                                    </p:set>
                                    <p:animEffect transition="in" filter="fade">
                                      <p:cBhvr>
                                        <p:cTn id="325" dur="1000"/>
                                        <p:tgtEl>
                                          <p:spTgt spid="218"/>
                                        </p:tgtEl>
                                      </p:cBhvr>
                                    </p:animEffect>
                                    <p:anim calcmode="lin" valueType="num">
                                      <p:cBhvr>
                                        <p:cTn id="326" dur="1000" fill="hold"/>
                                        <p:tgtEl>
                                          <p:spTgt spid="218"/>
                                        </p:tgtEl>
                                        <p:attrNameLst>
                                          <p:attrName>ppt_x</p:attrName>
                                        </p:attrNameLst>
                                      </p:cBhvr>
                                      <p:tavLst>
                                        <p:tav tm="0">
                                          <p:val>
                                            <p:strVal val="#ppt_x"/>
                                          </p:val>
                                        </p:tav>
                                        <p:tav tm="100000">
                                          <p:val>
                                            <p:strVal val="#ppt_x"/>
                                          </p:val>
                                        </p:tav>
                                      </p:tavLst>
                                    </p:anim>
                                    <p:anim calcmode="lin" valueType="num">
                                      <p:cBhvr>
                                        <p:cTn id="327" dur="1000" fill="hold"/>
                                        <p:tgtEl>
                                          <p:spTgt spid="218"/>
                                        </p:tgtEl>
                                        <p:attrNameLst>
                                          <p:attrName>ppt_y</p:attrName>
                                        </p:attrNameLst>
                                      </p:cBhvr>
                                      <p:tavLst>
                                        <p:tav tm="0">
                                          <p:val>
                                            <p:strVal val="#ppt_y+.1"/>
                                          </p:val>
                                        </p:tav>
                                        <p:tav tm="100000">
                                          <p:val>
                                            <p:strVal val="#ppt_y"/>
                                          </p:val>
                                        </p:tav>
                                      </p:tavLst>
                                    </p:anim>
                                  </p:childTnLst>
                                </p:cTn>
                              </p:par>
                              <p:par>
                                <p:cTn id="328" presetID="42" presetClass="entr" presetSubtype="0" fill="hold" nodeType="withEffect">
                                  <p:stCondLst>
                                    <p:cond delay="0"/>
                                  </p:stCondLst>
                                  <p:childTnLst>
                                    <p:set>
                                      <p:cBhvr>
                                        <p:cTn id="329" dur="1" fill="hold">
                                          <p:stCondLst>
                                            <p:cond delay="0"/>
                                          </p:stCondLst>
                                        </p:cTn>
                                        <p:tgtEl>
                                          <p:spTgt spid="219"/>
                                        </p:tgtEl>
                                        <p:attrNameLst>
                                          <p:attrName>style.visibility</p:attrName>
                                        </p:attrNameLst>
                                      </p:cBhvr>
                                      <p:to>
                                        <p:strVal val="visible"/>
                                      </p:to>
                                    </p:set>
                                    <p:animEffect transition="in" filter="fade">
                                      <p:cBhvr>
                                        <p:cTn id="330" dur="1000"/>
                                        <p:tgtEl>
                                          <p:spTgt spid="219"/>
                                        </p:tgtEl>
                                      </p:cBhvr>
                                    </p:animEffect>
                                    <p:anim calcmode="lin" valueType="num">
                                      <p:cBhvr>
                                        <p:cTn id="331" dur="1000" fill="hold"/>
                                        <p:tgtEl>
                                          <p:spTgt spid="219"/>
                                        </p:tgtEl>
                                        <p:attrNameLst>
                                          <p:attrName>ppt_x</p:attrName>
                                        </p:attrNameLst>
                                      </p:cBhvr>
                                      <p:tavLst>
                                        <p:tav tm="0">
                                          <p:val>
                                            <p:strVal val="#ppt_x"/>
                                          </p:val>
                                        </p:tav>
                                        <p:tav tm="100000">
                                          <p:val>
                                            <p:strVal val="#ppt_x"/>
                                          </p:val>
                                        </p:tav>
                                      </p:tavLst>
                                    </p:anim>
                                    <p:anim calcmode="lin" valueType="num">
                                      <p:cBhvr>
                                        <p:cTn id="332" dur="1000" fill="hold"/>
                                        <p:tgtEl>
                                          <p:spTgt spid="219"/>
                                        </p:tgtEl>
                                        <p:attrNameLst>
                                          <p:attrName>ppt_y</p:attrName>
                                        </p:attrNameLst>
                                      </p:cBhvr>
                                      <p:tavLst>
                                        <p:tav tm="0">
                                          <p:val>
                                            <p:strVal val="#ppt_y+.1"/>
                                          </p:val>
                                        </p:tav>
                                        <p:tav tm="100000">
                                          <p:val>
                                            <p:strVal val="#ppt_y"/>
                                          </p:val>
                                        </p:tav>
                                      </p:tavLst>
                                    </p:anim>
                                  </p:childTnLst>
                                </p:cTn>
                              </p:par>
                              <p:par>
                                <p:cTn id="333" presetID="42" presetClass="entr" presetSubtype="0" fill="hold" nodeType="withEffect">
                                  <p:stCondLst>
                                    <p:cond delay="0"/>
                                  </p:stCondLst>
                                  <p:childTnLst>
                                    <p:set>
                                      <p:cBhvr>
                                        <p:cTn id="334" dur="1" fill="hold">
                                          <p:stCondLst>
                                            <p:cond delay="0"/>
                                          </p:stCondLst>
                                        </p:cTn>
                                        <p:tgtEl>
                                          <p:spTgt spid="220"/>
                                        </p:tgtEl>
                                        <p:attrNameLst>
                                          <p:attrName>style.visibility</p:attrName>
                                        </p:attrNameLst>
                                      </p:cBhvr>
                                      <p:to>
                                        <p:strVal val="visible"/>
                                      </p:to>
                                    </p:set>
                                    <p:animEffect transition="in" filter="fade">
                                      <p:cBhvr>
                                        <p:cTn id="335" dur="1000"/>
                                        <p:tgtEl>
                                          <p:spTgt spid="220"/>
                                        </p:tgtEl>
                                      </p:cBhvr>
                                    </p:animEffect>
                                    <p:anim calcmode="lin" valueType="num">
                                      <p:cBhvr>
                                        <p:cTn id="336" dur="1000" fill="hold"/>
                                        <p:tgtEl>
                                          <p:spTgt spid="220"/>
                                        </p:tgtEl>
                                        <p:attrNameLst>
                                          <p:attrName>ppt_x</p:attrName>
                                        </p:attrNameLst>
                                      </p:cBhvr>
                                      <p:tavLst>
                                        <p:tav tm="0">
                                          <p:val>
                                            <p:strVal val="#ppt_x"/>
                                          </p:val>
                                        </p:tav>
                                        <p:tav tm="100000">
                                          <p:val>
                                            <p:strVal val="#ppt_x"/>
                                          </p:val>
                                        </p:tav>
                                      </p:tavLst>
                                    </p:anim>
                                    <p:anim calcmode="lin" valueType="num">
                                      <p:cBhvr>
                                        <p:cTn id="337" dur="1000" fill="hold"/>
                                        <p:tgtEl>
                                          <p:spTgt spid="220"/>
                                        </p:tgtEl>
                                        <p:attrNameLst>
                                          <p:attrName>ppt_y</p:attrName>
                                        </p:attrNameLst>
                                      </p:cBhvr>
                                      <p:tavLst>
                                        <p:tav tm="0">
                                          <p:val>
                                            <p:strVal val="#ppt_y+.1"/>
                                          </p:val>
                                        </p:tav>
                                        <p:tav tm="100000">
                                          <p:val>
                                            <p:strVal val="#ppt_y"/>
                                          </p:val>
                                        </p:tav>
                                      </p:tavLst>
                                    </p:anim>
                                  </p:childTnLst>
                                </p:cTn>
                              </p:par>
                              <p:par>
                                <p:cTn id="338" presetID="42" presetClass="entr" presetSubtype="0" fill="hold" nodeType="withEffect">
                                  <p:stCondLst>
                                    <p:cond delay="0"/>
                                  </p:stCondLst>
                                  <p:childTnLst>
                                    <p:set>
                                      <p:cBhvr>
                                        <p:cTn id="339" dur="1" fill="hold">
                                          <p:stCondLst>
                                            <p:cond delay="0"/>
                                          </p:stCondLst>
                                        </p:cTn>
                                        <p:tgtEl>
                                          <p:spTgt spid="221"/>
                                        </p:tgtEl>
                                        <p:attrNameLst>
                                          <p:attrName>style.visibility</p:attrName>
                                        </p:attrNameLst>
                                      </p:cBhvr>
                                      <p:to>
                                        <p:strVal val="visible"/>
                                      </p:to>
                                    </p:set>
                                    <p:animEffect transition="in" filter="fade">
                                      <p:cBhvr>
                                        <p:cTn id="340" dur="1000"/>
                                        <p:tgtEl>
                                          <p:spTgt spid="221"/>
                                        </p:tgtEl>
                                      </p:cBhvr>
                                    </p:animEffect>
                                    <p:anim calcmode="lin" valueType="num">
                                      <p:cBhvr>
                                        <p:cTn id="341" dur="1000" fill="hold"/>
                                        <p:tgtEl>
                                          <p:spTgt spid="221"/>
                                        </p:tgtEl>
                                        <p:attrNameLst>
                                          <p:attrName>ppt_x</p:attrName>
                                        </p:attrNameLst>
                                      </p:cBhvr>
                                      <p:tavLst>
                                        <p:tav tm="0">
                                          <p:val>
                                            <p:strVal val="#ppt_x"/>
                                          </p:val>
                                        </p:tav>
                                        <p:tav tm="100000">
                                          <p:val>
                                            <p:strVal val="#ppt_x"/>
                                          </p:val>
                                        </p:tav>
                                      </p:tavLst>
                                    </p:anim>
                                    <p:anim calcmode="lin" valueType="num">
                                      <p:cBhvr>
                                        <p:cTn id="342" dur="1000" fill="hold"/>
                                        <p:tgtEl>
                                          <p:spTgt spid="221"/>
                                        </p:tgtEl>
                                        <p:attrNameLst>
                                          <p:attrName>ppt_y</p:attrName>
                                        </p:attrNameLst>
                                      </p:cBhvr>
                                      <p:tavLst>
                                        <p:tav tm="0">
                                          <p:val>
                                            <p:strVal val="#ppt_y+.1"/>
                                          </p:val>
                                        </p:tav>
                                        <p:tav tm="100000">
                                          <p:val>
                                            <p:strVal val="#ppt_y"/>
                                          </p:val>
                                        </p:tav>
                                      </p:tavLst>
                                    </p:anim>
                                  </p:childTnLst>
                                </p:cTn>
                              </p:par>
                              <p:par>
                                <p:cTn id="343" presetID="42" presetClass="entr" presetSubtype="0" fill="hold" nodeType="withEffect">
                                  <p:stCondLst>
                                    <p:cond delay="0"/>
                                  </p:stCondLst>
                                  <p:childTnLst>
                                    <p:set>
                                      <p:cBhvr>
                                        <p:cTn id="344" dur="1" fill="hold">
                                          <p:stCondLst>
                                            <p:cond delay="0"/>
                                          </p:stCondLst>
                                        </p:cTn>
                                        <p:tgtEl>
                                          <p:spTgt spid="222"/>
                                        </p:tgtEl>
                                        <p:attrNameLst>
                                          <p:attrName>style.visibility</p:attrName>
                                        </p:attrNameLst>
                                      </p:cBhvr>
                                      <p:to>
                                        <p:strVal val="visible"/>
                                      </p:to>
                                    </p:set>
                                    <p:animEffect transition="in" filter="fade">
                                      <p:cBhvr>
                                        <p:cTn id="345" dur="1000"/>
                                        <p:tgtEl>
                                          <p:spTgt spid="222"/>
                                        </p:tgtEl>
                                      </p:cBhvr>
                                    </p:animEffect>
                                    <p:anim calcmode="lin" valueType="num">
                                      <p:cBhvr>
                                        <p:cTn id="346" dur="1000" fill="hold"/>
                                        <p:tgtEl>
                                          <p:spTgt spid="222"/>
                                        </p:tgtEl>
                                        <p:attrNameLst>
                                          <p:attrName>ppt_x</p:attrName>
                                        </p:attrNameLst>
                                      </p:cBhvr>
                                      <p:tavLst>
                                        <p:tav tm="0">
                                          <p:val>
                                            <p:strVal val="#ppt_x"/>
                                          </p:val>
                                        </p:tav>
                                        <p:tav tm="100000">
                                          <p:val>
                                            <p:strVal val="#ppt_x"/>
                                          </p:val>
                                        </p:tav>
                                      </p:tavLst>
                                    </p:anim>
                                    <p:anim calcmode="lin" valueType="num">
                                      <p:cBhvr>
                                        <p:cTn id="347" dur="1000" fill="hold"/>
                                        <p:tgtEl>
                                          <p:spTgt spid="222"/>
                                        </p:tgtEl>
                                        <p:attrNameLst>
                                          <p:attrName>ppt_y</p:attrName>
                                        </p:attrNameLst>
                                      </p:cBhvr>
                                      <p:tavLst>
                                        <p:tav tm="0">
                                          <p:val>
                                            <p:strVal val="#ppt_y+.1"/>
                                          </p:val>
                                        </p:tav>
                                        <p:tav tm="100000">
                                          <p:val>
                                            <p:strVal val="#ppt_y"/>
                                          </p:val>
                                        </p:tav>
                                      </p:tavLst>
                                    </p:anim>
                                  </p:childTnLst>
                                </p:cTn>
                              </p:par>
                              <p:par>
                                <p:cTn id="348" presetID="42" presetClass="entr" presetSubtype="0" fill="hold" nodeType="withEffect">
                                  <p:stCondLst>
                                    <p:cond delay="0"/>
                                  </p:stCondLst>
                                  <p:childTnLst>
                                    <p:set>
                                      <p:cBhvr>
                                        <p:cTn id="349" dur="1" fill="hold">
                                          <p:stCondLst>
                                            <p:cond delay="0"/>
                                          </p:stCondLst>
                                        </p:cTn>
                                        <p:tgtEl>
                                          <p:spTgt spid="223"/>
                                        </p:tgtEl>
                                        <p:attrNameLst>
                                          <p:attrName>style.visibility</p:attrName>
                                        </p:attrNameLst>
                                      </p:cBhvr>
                                      <p:to>
                                        <p:strVal val="visible"/>
                                      </p:to>
                                    </p:set>
                                    <p:animEffect transition="in" filter="fade">
                                      <p:cBhvr>
                                        <p:cTn id="350" dur="1000"/>
                                        <p:tgtEl>
                                          <p:spTgt spid="223"/>
                                        </p:tgtEl>
                                      </p:cBhvr>
                                    </p:animEffect>
                                    <p:anim calcmode="lin" valueType="num">
                                      <p:cBhvr>
                                        <p:cTn id="351" dur="1000" fill="hold"/>
                                        <p:tgtEl>
                                          <p:spTgt spid="223"/>
                                        </p:tgtEl>
                                        <p:attrNameLst>
                                          <p:attrName>ppt_x</p:attrName>
                                        </p:attrNameLst>
                                      </p:cBhvr>
                                      <p:tavLst>
                                        <p:tav tm="0">
                                          <p:val>
                                            <p:strVal val="#ppt_x"/>
                                          </p:val>
                                        </p:tav>
                                        <p:tav tm="100000">
                                          <p:val>
                                            <p:strVal val="#ppt_x"/>
                                          </p:val>
                                        </p:tav>
                                      </p:tavLst>
                                    </p:anim>
                                    <p:anim calcmode="lin" valueType="num">
                                      <p:cBhvr>
                                        <p:cTn id="352" dur="1000" fill="hold"/>
                                        <p:tgtEl>
                                          <p:spTgt spid="223"/>
                                        </p:tgtEl>
                                        <p:attrNameLst>
                                          <p:attrName>ppt_y</p:attrName>
                                        </p:attrNameLst>
                                      </p:cBhvr>
                                      <p:tavLst>
                                        <p:tav tm="0">
                                          <p:val>
                                            <p:strVal val="#ppt_y+.1"/>
                                          </p:val>
                                        </p:tav>
                                        <p:tav tm="100000">
                                          <p:val>
                                            <p:strVal val="#ppt_y"/>
                                          </p:val>
                                        </p:tav>
                                      </p:tavLst>
                                    </p:anim>
                                  </p:childTnLst>
                                </p:cTn>
                              </p:par>
                              <p:par>
                                <p:cTn id="353" presetID="42" presetClass="entr" presetSubtype="0" fill="hold" nodeType="withEffect">
                                  <p:stCondLst>
                                    <p:cond delay="0"/>
                                  </p:stCondLst>
                                  <p:childTnLst>
                                    <p:set>
                                      <p:cBhvr>
                                        <p:cTn id="354" dur="1" fill="hold">
                                          <p:stCondLst>
                                            <p:cond delay="0"/>
                                          </p:stCondLst>
                                        </p:cTn>
                                        <p:tgtEl>
                                          <p:spTgt spid="224"/>
                                        </p:tgtEl>
                                        <p:attrNameLst>
                                          <p:attrName>style.visibility</p:attrName>
                                        </p:attrNameLst>
                                      </p:cBhvr>
                                      <p:to>
                                        <p:strVal val="visible"/>
                                      </p:to>
                                    </p:set>
                                    <p:animEffect transition="in" filter="fade">
                                      <p:cBhvr>
                                        <p:cTn id="355" dur="1000"/>
                                        <p:tgtEl>
                                          <p:spTgt spid="224"/>
                                        </p:tgtEl>
                                      </p:cBhvr>
                                    </p:animEffect>
                                    <p:anim calcmode="lin" valueType="num">
                                      <p:cBhvr>
                                        <p:cTn id="356" dur="1000" fill="hold"/>
                                        <p:tgtEl>
                                          <p:spTgt spid="224"/>
                                        </p:tgtEl>
                                        <p:attrNameLst>
                                          <p:attrName>ppt_x</p:attrName>
                                        </p:attrNameLst>
                                      </p:cBhvr>
                                      <p:tavLst>
                                        <p:tav tm="0">
                                          <p:val>
                                            <p:strVal val="#ppt_x"/>
                                          </p:val>
                                        </p:tav>
                                        <p:tav tm="100000">
                                          <p:val>
                                            <p:strVal val="#ppt_x"/>
                                          </p:val>
                                        </p:tav>
                                      </p:tavLst>
                                    </p:anim>
                                    <p:anim calcmode="lin" valueType="num">
                                      <p:cBhvr>
                                        <p:cTn id="357" dur="1000" fill="hold"/>
                                        <p:tgtEl>
                                          <p:spTgt spid="224"/>
                                        </p:tgtEl>
                                        <p:attrNameLst>
                                          <p:attrName>ppt_y</p:attrName>
                                        </p:attrNameLst>
                                      </p:cBhvr>
                                      <p:tavLst>
                                        <p:tav tm="0">
                                          <p:val>
                                            <p:strVal val="#ppt_y+.1"/>
                                          </p:val>
                                        </p:tav>
                                        <p:tav tm="100000">
                                          <p:val>
                                            <p:strVal val="#ppt_y"/>
                                          </p:val>
                                        </p:tav>
                                      </p:tavLst>
                                    </p:anim>
                                  </p:childTnLst>
                                </p:cTn>
                              </p:par>
                              <p:par>
                                <p:cTn id="358" presetID="42" presetClass="entr" presetSubtype="0" fill="hold" grpId="0" nodeType="withEffect">
                                  <p:stCondLst>
                                    <p:cond delay="0"/>
                                  </p:stCondLst>
                                  <p:childTnLst>
                                    <p:set>
                                      <p:cBhvr>
                                        <p:cTn id="359" dur="1" fill="hold">
                                          <p:stCondLst>
                                            <p:cond delay="0"/>
                                          </p:stCondLst>
                                        </p:cTn>
                                        <p:tgtEl>
                                          <p:spTgt spid="225"/>
                                        </p:tgtEl>
                                        <p:attrNameLst>
                                          <p:attrName>style.visibility</p:attrName>
                                        </p:attrNameLst>
                                      </p:cBhvr>
                                      <p:to>
                                        <p:strVal val="visible"/>
                                      </p:to>
                                    </p:set>
                                    <p:animEffect transition="in" filter="fade">
                                      <p:cBhvr>
                                        <p:cTn id="360" dur="1000"/>
                                        <p:tgtEl>
                                          <p:spTgt spid="225"/>
                                        </p:tgtEl>
                                      </p:cBhvr>
                                    </p:animEffect>
                                    <p:anim calcmode="lin" valueType="num">
                                      <p:cBhvr>
                                        <p:cTn id="361" dur="1000" fill="hold"/>
                                        <p:tgtEl>
                                          <p:spTgt spid="225"/>
                                        </p:tgtEl>
                                        <p:attrNameLst>
                                          <p:attrName>ppt_x</p:attrName>
                                        </p:attrNameLst>
                                      </p:cBhvr>
                                      <p:tavLst>
                                        <p:tav tm="0">
                                          <p:val>
                                            <p:strVal val="#ppt_x"/>
                                          </p:val>
                                        </p:tav>
                                        <p:tav tm="100000">
                                          <p:val>
                                            <p:strVal val="#ppt_x"/>
                                          </p:val>
                                        </p:tav>
                                      </p:tavLst>
                                    </p:anim>
                                    <p:anim calcmode="lin" valueType="num">
                                      <p:cBhvr>
                                        <p:cTn id="362" dur="1000" fill="hold"/>
                                        <p:tgtEl>
                                          <p:spTgt spid="225"/>
                                        </p:tgtEl>
                                        <p:attrNameLst>
                                          <p:attrName>ppt_y</p:attrName>
                                        </p:attrNameLst>
                                      </p:cBhvr>
                                      <p:tavLst>
                                        <p:tav tm="0">
                                          <p:val>
                                            <p:strVal val="#ppt_y+.1"/>
                                          </p:val>
                                        </p:tav>
                                        <p:tav tm="100000">
                                          <p:val>
                                            <p:strVal val="#ppt_y"/>
                                          </p:val>
                                        </p:tav>
                                      </p:tavLst>
                                    </p:anim>
                                  </p:childTnLst>
                                </p:cTn>
                              </p:par>
                              <p:par>
                                <p:cTn id="363" presetID="42" presetClass="entr" presetSubtype="0" fill="hold" grpId="0" nodeType="withEffect">
                                  <p:stCondLst>
                                    <p:cond delay="0"/>
                                  </p:stCondLst>
                                  <p:childTnLst>
                                    <p:set>
                                      <p:cBhvr>
                                        <p:cTn id="364" dur="1" fill="hold">
                                          <p:stCondLst>
                                            <p:cond delay="0"/>
                                          </p:stCondLst>
                                        </p:cTn>
                                        <p:tgtEl>
                                          <p:spTgt spid="226"/>
                                        </p:tgtEl>
                                        <p:attrNameLst>
                                          <p:attrName>style.visibility</p:attrName>
                                        </p:attrNameLst>
                                      </p:cBhvr>
                                      <p:to>
                                        <p:strVal val="visible"/>
                                      </p:to>
                                    </p:set>
                                    <p:animEffect transition="in" filter="fade">
                                      <p:cBhvr>
                                        <p:cTn id="365" dur="1000"/>
                                        <p:tgtEl>
                                          <p:spTgt spid="226"/>
                                        </p:tgtEl>
                                      </p:cBhvr>
                                    </p:animEffect>
                                    <p:anim calcmode="lin" valueType="num">
                                      <p:cBhvr>
                                        <p:cTn id="366" dur="1000" fill="hold"/>
                                        <p:tgtEl>
                                          <p:spTgt spid="226"/>
                                        </p:tgtEl>
                                        <p:attrNameLst>
                                          <p:attrName>ppt_x</p:attrName>
                                        </p:attrNameLst>
                                      </p:cBhvr>
                                      <p:tavLst>
                                        <p:tav tm="0">
                                          <p:val>
                                            <p:strVal val="#ppt_x"/>
                                          </p:val>
                                        </p:tav>
                                        <p:tav tm="100000">
                                          <p:val>
                                            <p:strVal val="#ppt_x"/>
                                          </p:val>
                                        </p:tav>
                                      </p:tavLst>
                                    </p:anim>
                                    <p:anim calcmode="lin" valueType="num">
                                      <p:cBhvr>
                                        <p:cTn id="367" dur="1000" fill="hold"/>
                                        <p:tgtEl>
                                          <p:spTgt spid="226"/>
                                        </p:tgtEl>
                                        <p:attrNameLst>
                                          <p:attrName>ppt_y</p:attrName>
                                        </p:attrNameLst>
                                      </p:cBhvr>
                                      <p:tavLst>
                                        <p:tav tm="0">
                                          <p:val>
                                            <p:strVal val="#ppt_y+.1"/>
                                          </p:val>
                                        </p:tav>
                                        <p:tav tm="100000">
                                          <p:val>
                                            <p:strVal val="#ppt_y"/>
                                          </p:val>
                                        </p:tav>
                                      </p:tavLst>
                                    </p:anim>
                                  </p:childTnLst>
                                </p:cTn>
                              </p:par>
                              <p:par>
                                <p:cTn id="368" presetID="42" presetClass="entr" presetSubtype="0" fill="hold" grpId="0" nodeType="withEffect">
                                  <p:stCondLst>
                                    <p:cond delay="0"/>
                                  </p:stCondLst>
                                  <p:childTnLst>
                                    <p:set>
                                      <p:cBhvr>
                                        <p:cTn id="369" dur="1" fill="hold">
                                          <p:stCondLst>
                                            <p:cond delay="0"/>
                                          </p:stCondLst>
                                        </p:cTn>
                                        <p:tgtEl>
                                          <p:spTgt spid="227"/>
                                        </p:tgtEl>
                                        <p:attrNameLst>
                                          <p:attrName>style.visibility</p:attrName>
                                        </p:attrNameLst>
                                      </p:cBhvr>
                                      <p:to>
                                        <p:strVal val="visible"/>
                                      </p:to>
                                    </p:set>
                                    <p:animEffect transition="in" filter="fade">
                                      <p:cBhvr>
                                        <p:cTn id="370" dur="1000"/>
                                        <p:tgtEl>
                                          <p:spTgt spid="227"/>
                                        </p:tgtEl>
                                      </p:cBhvr>
                                    </p:animEffect>
                                    <p:anim calcmode="lin" valueType="num">
                                      <p:cBhvr>
                                        <p:cTn id="371" dur="1000" fill="hold"/>
                                        <p:tgtEl>
                                          <p:spTgt spid="227"/>
                                        </p:tgtEl>
                                        <p:attrNameLst>
                                          <p:attrName>ppt_x</p:attrName>
                                        </p:attrNameLst>
                                      </p:cBhvr>
                                      <p:tavLst>
                                        <p:tav tm="0">
                                          <p:val>
                                            <p:strVal val="#ppt_x"/>
                                          </p:val>
                                        </p:tav>
                                        <p:tav tm="100000">
                                          <p:val>
                                            <p:strVal val="#ppt_x"/>
                                          </p:val>
                                        </p:tav>
                                      </p:tavLst>
                                    </p:anim>
                                    <p:anim calcmode="lin" valueType="num">
                                      <p:cBhvr>
                                        <p:cTn id="372" dur="1000" fill="hold"/>
                                        <p:tgtEl>
                                          <p:spTgt spid="227"/>
                                        </p:tgtEl>
                                        <p:attrNameLst>
                                          <p:attrName>ppt_y</p:attrName>
                                        </p:attrNameLst>
                                      </p:cBhvr>
                                      <p:tavLst>
                                        <p:tav tm="0">
                                          <p:val>
                                            <p:strVal val="#ppt_y+.1"/>
                                          </p:val>
                                        </p:tav>
                                        <p:tav tm="100000">
                                          <p:val>
                                            <p:strVal val="#ppt_y"/>
                                          </p:val>
                                        </p:tav>
                                      </p:tavLst>
                                    </p:anim>
                                  </p:childTnLst>
                                </p:cTn>
                              </p:par>
                              <p:par>
                                <p:cTn id="373" presetID="42" presetClass="entr" presetSubtype="0" fill="hold" grpId="0" nodeType="withEffect">
                                  <p:stCondLst>
                                    <p:cond delay="0"/>
                                  </p:stCondLst>
                                  <p:childTnLst>
                                    <p:set>
                                      <p:cBhvr>
                                        <p:cTn id="374" dur="1" fill="hold">
                                          <p:stCondLst>
                                            <p:cond delay="0"/>
                                          </p:stCondLst>
                                        </p:cTn>
                                        <p:tgtEl>
                                          <p:spTgt spid="228"/>
                                        </p:tgtEl>
                                        <p:attrNameLst>
                                          <p:attrName>style.visibility</p:attrName>
                                        </p:attrNameLst>
                                      </p:cBhvr>
                                      <p:to>
                                        <p:strVal val="visible"/>
                                      </p:to>
                                    </p:set>
                                    <p:animEffect transition="in" filter="fade">
                                      <p:cBhvr>
                                        <p:cTn id="375" dur="1000"/>
                                        <p:tgtEl>
                                          <p:spTgt spid="228"/>
                                        </p:tgtEl>
                                      </p:cBhvr>
                                    </p:animEffect>
                                    <p:anim calcmode="lin" valueType="num">
                                      <p:cBhvr>
                                        <p:cTn id="376" dur="1000" fill="hold"/>
                                        <p:tgtEl>
                                          <p:spTgt spid="228"/>
                                        </p:tgtEl>
                                        <p:attrNameLst>
                                          <p:attrName>ppt_x</p:attrName>
                                        </p:attrNameLst>
                                      </p:cBhvr>
                                      <p:tavLst>
                                        <p:tav tm="0">
                                          <p:val>
                                            <p:strVal val="#ppt_x"/>
                                          </p:val>
                                        </p:tav>
                                        <p:tav tm="100000">
                                          <p:val>
                                            <p:strVal val="#ppt_x"/>
                                          </p:val>
                                        </p:tav>
                                      </p:tavLst>
                                    </p:anim>
                                    <p:anim calcmode="lin" valueType="num">
                                      <p:cBhvr>
                                        <p:cTn id="377" dur="1000" fill="hold"/>
                                        <p:tgtEl>
                                          <p:spTgt spid="228"/>
                                        </p:tgtEl>
                                        <p:attrNameLst>
                                          <p:attrName>ppt_y</p:attrName>
                                        </p:attrNameLst>
                                      </p:cBhvr>
                                      <p:tavLst>
                                        <p:tav tm="0">
                                          <p:val>
                                            <p:strVal val="#ppt_y+.1"/>
                                          </p:val>
                                        </p:tav>
                                        <p:tav tm="100000">
                                          <p:val>
                                            <p:strVal val="#ppt_y"/>
                                          </p:val>
                                        </p:tav>
                                      </p:tavLst>
                                    </p:anim>
                                  </p:childTnLst>
                                </p:cTn>
                              </p:par>
                              <p:par>
                                <p:cTn id="378" presetID="42" presetClass="entr" presetSubtype="0" fill="hold" grpId="0" nodeType="withEffect">
                                  <p:stCondLst>
                                    <p:cond delay="0"/>
                                  </p:stCondLst>
                                  <p:childTnLst>
                                    <p:set>
                                      <p:cBhvr>
                                        <p:cTn id="379" dur="1" fill="hold">
                                          <p:stCondLst>
                                            <p:cond delay="0"/>
                                          </p:stCondLst>
                                        </p:cTn>
                                        <p:tgtEl>
                                          <p:spTgt spid="229"/>
                                        </p:tgtEl>
                                        <p:attrNameLst>
                                          <p:attrName>style.visibility</p:attrName>
                                        </p:attrNameLst>
                                      </p:cBhvr>
                                      <p:to>
                                        <p:strVal val="visible"/>
                                      </p:to>
                                    </p:set>
                                    <p:animEffect transition="in" filter="fade">
                                      <p:cBhvr>
                                        <p:cTn id="380" dur="1000"/>
                                        <p:tgtEl>
                                          <p:spTgt spid="229"/>
                                        </p:tgtEl>
                                      </p:cBhvr>
                                    </p:animEffect>
                                    <p:anim calcmode="lin" valueType="num">
                                      <p:cBhvr>
                                        <p:cTn id="381" dur="1000" fill="hold"/>
                                        <p:tgtEl>
                                          <p:spTgt spid="229"/>
                                        </p:tgtEl>
                                        <p:attrNameLst>
                                          <p:attrName>ppt_x</p:attrName>
                                        </p:attrNameLst>
                                      </p:cBhvr>
                                      <p:tavLst>
                                        <p:tav tm="0">
                                          <p:val>
                                            <p:strVal val="#ppt_x"/>
                                          </p:val>
                                        </p:tav>
                                        <p:tav tm="100000">
                                          <p:val>
                                            <p:strVal val="#ppt_x"/>
                                          </p:val>
                                        </p:tav>
                                      </p:tavLst>
                                    </p:anim>
                                    <p:anim calcmode="lin" valueType="num">
                                      <p:cBhvr>
                                        <p:cTn id="382" dur="1000" fill="hold"/>
                                        <p:tgtEl>
                                          <p:spTgt spid="229"/>
                                        </p:tgtEl>
                                        <p:attrNameLst>
                                          <p:attrName>ppt_y</p:attrName>
                                        </p:attrNameLst>
                                      </p:cBhvr>
                                      <p:tavLst>
                                        <p:tav tm="0">
                                          <p:val>
                                            <p:strVal val="#ppt_y+.1"/>
                                          </p:val>
                                        </p:tav>
                                        <p:tav tm="100000">
                                          <p:val>
                                            <p:strVal val="#ppt_y"/>
                                          </p:val>
                                        </p:tav>
                                      </p:tavLst>
                                    </p:anim>
                                  </p:childTnLst>
                                </p:cTn>
                              </p:par>
                              <p:par>
                                <p:cTn id="383" presetID="42" presetClass="entr" presetSubtype="0" fill="hold" grpId="0" nodeType="withEffect">
                                  <p:stCondLst>
                                    <p:cond delay="0"/>
                                  </p:stCondLst>
                                  <p:childTnLst>
                                    <p:set>
                                      <p:cBhvr>
                                        <p:cTn id="384" dur="1" fill="hold">
                                          <p:stCondLst>
                                            <p:cond delay="0"/>
                                          </p:stCondLst>
                                        </p:cTn>
                                        <p:tgtEl>
                                          <p:spTgt spid="231"/>
                                        </p:tgtEl>
                                        <p:attrNameLst>
                                          <p:attrName>style.visibility</p:attrName>
                                        </p:attrNameLst>
                                      </p:cBhvr>
                                      <p:to>
                                        <p:strVal val="visible"/>
                                      </p:to>
                                    </p:set>
                                    <p:animEffect transition="in" filter="fade">
                                      <p:cBhvr>
                                        <p:cTn id="385" dur="1000"/>
                                        <p:tgtEl>
                                          <p:spTgt spid="231"/>
                                        </p:tgtEl>
                                      </p:cBhvr>
                                    </p:animEffect>
                                    <p:anim calcmode="lin" valueType="num">
                                      <p:cBhvr>
                                        <p:cTn id="386" dur="1000" fill="hold"/>
                                        <p:tgtEl>
                                          <p:spTgt spid="231"/>
                                        </p:tgtEl>
                                        <p:attrNameLst>
                                          <p:attrName>ppt_x</p:attrName>
                                        </p:attrNameLst>
                                      </p:cBhvr>
                                      <p:tavLst>
                                        <p:tav tm="0">
                                          <p:val>
                                            <p:strVal val="#ppt_x"/>
                                          </p:val>
                                        </p:tav>
                                        <p:tav tm="100000">
                                          <p:val>
                                            <p:strVal val="#ppt_x"/>
                                          </p:val>
                                        </p:tav>
                                      </p:tavLst>
                                    </p:anim>
                                    <p:anim calcmode="lin" valueType="num">
                                      <p:cBhvr>
                                        <p:cTn id="387" dur="1000" fill="hold"/>
                                        <p:tgtEl>
                                          <p:spTgt spid="231"/>
                                        </p:tgtEl>
                                        <p:attrNameLst>
                                          <p:attrName>ppt_y</p:attrName>
                                        </p:attrNameLst>
                                      </p:cBhvr>
                                      <p:tavLst>
                                        <p:tav tm="0">
                                          <p:val>
                                            <p:strVal val="#ppt_y+.1"/>
                                          </p:val>
                                        </p:tav>
                                        <p:tav tm="100000">
                                          <p:val>
                                            <p:strVal val="#ppt_y"/>
                                          </p:val>
                                        </p:tav>
                                      </p:tavLst>
                                    </p:anim>
                                  </p:childTnLst>
                                </p:cTn>
                              </p:par>
                              <p:par>
                                <p:cTn id="388" presetID="42" presetClass="entr" presetSubtype="0" fill="hold" grpId="0" nodeType="withEffect">
                                  <p:stCondLst>
                                    <p:cond delay="0"/>
                                  </p:stCondLst>
                                  <p:childTnLst>
                                    <p:set>
                                      <p:cBhvr>
                                        <p:cTn id="389" dur="1" fill="hold">
                                          <p:stCondLst>
                                            <p:cond delay="0"/>
                                          </p:stCondLst>
                                        </p:cTn>
                                        <p:tgtEl>
                                          <p:spTgt spid="232"/>
                                        </p:tgtEl>
                                        <p:attrNameLst>
                                          <p:attrName>style.visibility</p:attrName>
                                        </p:attrNameLst>
                                      </p:cBhvr>
                                      <p:to>
                                        <p:strVal val="visible"/>
                                      </p:to>
                                    </p:set>
                                    <p:animEffect transition="in" filter="fade">
                                      <p:cBhvr>
                                        <p:cTn id="390" dur="1000"/>
                                        <p:tgtEl>
                                          <p:spTgt spid="232"/>
                                        </p:tgtEl>
                                      </p:cBhvr>
                                    </p:animEffect>
                                    <p:anim calcmode="lin" valueType="num">
                                      <p:cBhvr>
                                        <p:cTn id="391" dur="1000" fill="hold"/>
                                        <p:tgtEl>
                                          <p:spTgt spid="232"/>
                                        </p:tgtEl>
                                        <p:attrNameLst>
                                          <p:attrName>ppt_x</p:attrName>
                                        </p:attrNameLst>
                                      </p:cBhvr>
                                      <p:tavLst>
                                        <p:tav tm="0">
                                          <p:val>
                                            <p:strVal val="#ppt_x"/>
                                          </p:val>
                                        </p:tav>
                                        <p:tav tm="100000">
                                          <p:val>
                                            <p:strVal val="#ppt_x"/>
                                          </p:val>
                                        </p:tav>
                                      </p:tavLst>
                                    </p:anim>
                                    <p:anim calcmode="lin" valueType="num">
                                      <p:cBhvr>
                                        <p:cTn id="392" dur="1000" fill="hold"/>
                                        <p:tgtEl>
                                          <p:spTgt spid="232"/>
                                        </p:tgtEl>
                                        <p:attrNameLst>
                                          <p:attrName>ppt_y</p:attrName>
                                        </p:attrNameLst>
                                      </p:cBhvr>
                                      <p:tavLst>
                                        <p:tav tm="0">
                                          <p:val>
                                            <p:strVal val="#ppt_y+.1"/>
                                          </p:val>
                                        </p:tav>
                                        <p:tav tm="100000">
                                          <p:val>
                                            <p:strVal val="#ppt_y"/>
                                          </p:val>
                                        </p:tav>
                                      </p:tavLst>
                                    </p:anim>
                                  </p:childTnLst>
                                </p:cTn>
                              </p:par>
                              <p:par>
                                <p:cTn id="393" presetID="42" presetClass="entr" presetSubtype="0" fill="hold" grpId="0" nodeType="withEffect">
                                  <p:stCondLst>
                                    <p:cond delay="0"/>
                                  </p:stCondLst>
                                  <p:childTnLst>
                                    <p:set>
                                      <p:cBhvr>
                                        <p:cTn id="394" dur="1" fill="hold">
                                          <p:stCondLst>
                                            <p:cond delay="0"/>
                                          </p:stCondLst>
                                        </p:cTn>
                                        <p:tgtEl>
                                          <p:spTgt spid="233"/>
                                        </p:tgtEl>
                                        <p:attrNameLst>
                                          <p:attrName>style.visibility</p:attrName>
                                        </p:attrNameLst>
                                      </p:cBhvr>
                                      <p:to>
                                        <p:strVal val="visible"/>
                                      </p:to>
                                    </p:set>
                                    <p:animEffect transition="in" filter="fade">
                                      <p:cBhvr>
                                        <p:cTn id="395" dur="1000"/>
                                        <p:tgtEl>
                                          <p:spTgt spid="233"/>
                                        </p:tgtEl>
                                      </p:cBhvr>
                                    </p:animEffect>
                                    <p:anim calcmode="lin" valueType="num">
                                      <p:cBhvr>
                                        <p:cTn id="396" dur="1000" fill="hold"/>
                                        <p:tgtEl>
                                          <p:spTgt spid="233"/>
                                        </p:tgtEl>
                                        <p:attrNameLst>
                                          <p:attrName>ppt_x</p:attrName>
                                        </p:attrNameLst>
                                      </p:cBhvr>
                                      <p:tavLst>
                                        <p:tav tm="0">
                                          <p:val>
                                            <p:strVal val="#ppt_x"/>
                                          </p:val>
                                        </p:tav>
                                        <p:tav tm="100000">
                                          <p:val>
                                            <p:strVal val="#ppt_x"/>
                                          </p:val>
                                        </p:tav>
                                      </p:tavLst>
                                    </p:anim>
                                    <p:anim calcmode="lin" valueType="num">
                                      <p:cBhvr>
                                        <p:cTn id="397" dur="1000" fill="hold"/>
                                        <p:tgtEl>
                                          <p:spTgt spid="233"/>
                                        </p:tgtEl>
                                        <p:attrNameLst>
                                          <p:attrName>ppt_y</p:attrName>
                                        </p:attrNameLst>
                                      </p:cBhvr>
                                      <p:tavLst>
                                        <p:tav tm="0">
                                          <p:val>
                                            <p:strVal val="#ppt_y+.1"/>
                                          </p:val>
                                        </p:tav>
                                        <p:tav tm="100000">
                                          <p:val>
                                            <p:strVal val="#ppt_y"/>
                                          </p:val>
                                        </p:tav>
                                      </p:tavLst>
                                    </p:anim>
                                  </p:childTnLst>
                                </p:cTn>
                              </p:par>
                              <p:par>
                                <p:cTn id="398" presetID="42" presetClass="entr" presetSubtype="0" fill="hold" grpId="0" nodeType="withEffect">
                                  <p:stCondLst>
                                    <p:cond delay="0"/>
                                  </p:stCondLst>
                                  <p:childTnLst>
                                    <p:set>
                                      <p:cBhvr>
                                        <p:cTn id="399" dur="1" fill="hold">
                                          <p:stCondLst>
                                            <p:cond delay="0"/>
                                          </p:stCondLst>
                                        </p:cTn>
                                        <p:tgtEl>
                                          <p:spTgt spid="234"/>
                                        </p:tgtEl>
                                        <p:attrNameLst>
                                          <p:attrName>style.visibility</p:attrName>
                                        </p:attrNameLst>
                                      </p:cBhvr>
                                      <p:to>
                                        <p:strVal val="visible"/>
                                      </p:to>
                                    </p:set>
                                    <p:animEffect transition="in" filter="fade">
                                      <p:cBhvr>
                                        <p:cTn id="400" dur="1000"/>
                                        <p:tgtEl>
                                          <p:spTgt spid="234"/>
                                        </p:tgtEl>
                                      </p:cBhvr>
                                    </p:animEffect>
                                    <p:anim calcmode="lin" valueType="num">
                                      <p:cBhvr>
                                        <p:cTn id="401" dur="1000" fill="hold"/>
                                        <p:tgtEl>
                                          <p:spTgt spid="234"/>
                                        </p:tgtEl>
                                        <p:attrNameLst>
                                          <p:attrName>ppt_x</p:attrName>
                                        </p:attrNameLst>
                                      </p:cBhvr>
                                      <p:tavLst>
                                        <p:tav tm="0">
                                          <p:val>
                                            <p:strVal val="#ppt_x"/>
                                          </p:val>
                                        </p:tav>
                                        <p:tav tm="100000">
                                          <p:val>
                                            <p:strVal val="#ppt_x"/>
                                          </p:val>
                                        </p:tav>
                                      </p:tavLst>
                                    </p:anim>
                                    <p:anim calcmode="lin" valueType="num">
                                      <p:cBhvr>
                                        <p:cTn id="402" dur="1000" fill="hold"/>
                                        <p:tgtEl>
                                          <p:spTgt spid="234"/>
                                        </p:tgtEl>
                                        <p:attrNameLst>
                                          <p:attrName>ppt_y</p:attrName>
                                        </p:attrNameLst>
                                      </p:cBhvr>
                                      <p:tavLst>
                                        <p:tav tm="0">
                                          <p:val>
                                            <p:strVal val="#ppt_y+.1"/>
                                          </p:val>
                                        </p:tav>
                                        <p:tav tm="100000">
                                          <p:val>
                                            <p:strVal val="#ppt_y"/>
                                          </p:val>
                                        </p:tav>
                                      </p:tavLst>
                                    </p:anim>
                                  </p:childTnLst>
                                </p:cTn>
                              </p:par>
                              <p:par>
                                <p:cTn id="403" presetID="42" presetClass="entr" presetSubtype="0" fill="hold" grpId="0" nodeType="withEffect">
                                  <p:stCondLst>
                                    <p:cond delay="0"/>
                                  </p:stCondLst>
                                  <p:childTnLst>
                                    <p:set>
                                      <p:cBhvr>
                                        <p:cTn id="404" dur="1" fill="hold">
                                          <p:stCondLst>
                                            <p:cond delay="0"/>
                                          </p:stCondLst>
                                        </p:cTn>
                                        <p:tgtEl>
                                          <p:spTgt spid="235"/>
                                        </p:tgtEl>
                                        <p:attrNameLst>
                                          <p:attrName>style.visibility</p:attrName>
                                        </p:attrNameLst>
                                      </p:cBhvr>
                                      <p:to>
                                        <p:strVal val="visible"/>
                                      </p:to>
                                    </p:set>
                                    <p:animEffect transition="in" filter="fade">
                                      <p:cBhvr>
                                        <p:cTn id="405" dur="1000"/>
                                        <p:tgtEl>
                                          <p:spTgt spid="235"/>
                                        </p:tgtEl>
                                      </p:cBhvr>
                                    </p:animEffect>
                                    <p:anim calcmode="lin" valueType="num">
                                      <p:cBhvr>
                                        <p:cTn id="406" dur="1000" fill="hold"/>
                                        <p:tgtEl>
                                          <p:spTgt spid="235"/>
                                        </p:tgtEl>
                                        <p:attrNameLst>
                                          <p:attrName>ppt_x</p:attrName>
                                        </p:attrNameLst>
                                      </p:cBhvr>
                                      <p:tavLst>
                                        <p:tav tm="0">
                                          <p:val>
                                            <p:strVal val="#ppt_x"/>
                                          </p:val>
                                        </p:tav>
                                        <p:tav tm="100000">
                                          <p:val>
                                            <p:strVal val="#ppt_x"/>
                                          </p:val>
                                        </p:tav>
                                      </p:tavLst>
                                    </p:anim>
                                    <p:anim calcmode="lin" valueType="num">
                                      <p:cBhvr>
                                        <p:cTn id="407" dur="1000" fill="hold"/>
                                        <p:tgtEl>
                                          <p:spTgt spid="235"/>
                                        </p:tgtEl>
                                        <p:attrNameLst>
                                          <p:attrName>ppt_y</p:attrName>
                                        </p:attrNameLst>
                                      </p:cBhvr>
                                      <p:tavLst>
                                        <p:tav tm="0">
                                          <p:val>
                                            <p:strVal val="#ppt_y+.1"/>
                                          </p:val>
                                        </p:tav>
                                        <p:tav tm="100000">
                                          <p:val>
                                            <p:strVal val="#ppt_y"/>
                                          </p:val>
                                        </p:tav>
                                      </p:tavLst>
                                    </p:anim>
                                  </p:childTnLst>
                                </p:cTn>
                              </p:par>
                              <p:par>
                                <p:cTn id="408" presetID="42" presetClass="entr" presetSubtype="0" fill="hold" nodeType="withEffect">
                                  <p:stCondLst>
                                    <p:cond delay="0"/>
                                  </p:stCondLst>
                                  <p:childTnLst>
                                    <p:set>
                                      <p:cBhvr>
                                        <p:cTn id="409" dur="1" fill="hold">
                                          <p:stCondLst>
                                            <p:cond delay="0"/>
                                          </p:stCondLst>
                                        </p:cTn>
                                        <p:tgtEl>
                                          <p:spTgt spid="238"/>
                                        </p:tgtEl>
                                        <p:attrNameLst>
                                          <p:attrName>style.visibility</p:attrName>
                                        </p:attrNameLst>
                                      </p:cBhvr>
                                      <p:to>
                                        <p:strVal val="visible"/>
                                      </p:to>
                                    </p:set>
                                    <p:animEffect transition="in" filter="fade">
                                      <p:cBhvr>
                                        <p:cTn id="410" dur="1000"/>
                                        <p:tgtEl>
                                          <p:spTgt spid="238"/>
                                        </p:tgtEl>
                                      </p:cBhvr>
                                    </p:animEffect>
                                    <p:anim calcmode="lin" valueType="num">
                                      <p:cBhvr>
                                        <p:cTn id="411" dur="1000" fill="hold"/>
                                        <p:tgtEl>
                                          <p:spTgt spid="238"/>
                                        </p:tgtEl>
                                        <p:attrNameLst>
                                          <p:attrName>ppt_x</p:attrName>
                                        </p:attrNameLst>
                                      </p:cBhvr>
                                      <p:tavLst>
                                        <p:tav tm="0">
                                          <p:val>
                                            <p:strVal val="#ppt_x"/>
                                          </p:val>
                                        </p:tav>
                                        <p:tav tm="100000">
                                          <p:val>
                                            <p:strVal val="#ppt_x"/>
                                          </p:val>
                                        </p:tav>
                                      </p:tavLst>
                                    </p:anim>
                                    <p:anim calcmode="lin" valueType="num">
                                      <p:cBhvr>
                                        <p:cTn id="412" dur="1000" fill="hold"/>
                                        <p:tgtEl>
                                          <p:spTgt spid="238"/>
                                        </p:tgtEl>
                                        <p:attrNameLst>
                                          <p:attrName>ppt_y</p:attrName>
                                        </p:attrNameLst>
                                      </p:cBhvr>
                                      <p:tavLst>
                                        <p:tav tm="0">
                                          <p:val>
                                            <p:strVal val="#ppt_y+.1"/>
                                          </p:val>
                                        </p:tav>
                                        <p:tav tm="100000">
                                          <p:val>
                                            <p:strVal val="#ppt_y"/>
                                          </p:val>
                                        </p:tav>
                                      </p:tavLst>
                                    </p:anim>
                                  </p:childTnLst>
                                </p:cTn>
                              </p:par>
                              <p:par>
                                <p:cTn id="413" presetID="42" presetClass="entr" presetSubtype="0" fill="hold" nodeType="withEffect">
                                  <p:stCondLst>
                                    <p:cond delay="0"/>
                                  </p:stCondLst>
                                  <p:childTnLst>
                                    <p:set>
                                      <p:cBhvr>
                                        <p:cTn id="414" dur="1" fill="hold">
                                          <p:stCondLst>
                                            <p:cond delay="0"/>
                                          </p:stCondLst>
                                        </p:cTn>
                                        <p:tgtEl>
                                          <p:spTgt spid="239"/>
                                        </p:tgtEl>
                                        <p:attrNameLst>
                                          <p:attrName>style.visibility</p:attrName>
                                        </p:attrNameLst>
                                      </p:cBhvr>
                                      <p:to>
                                        <p:strVal val="visible"/>
                                      </p:to>
                                    </p:set>
                                    <p:animEffect transition="in" filter="fade">
                                      <p:cBhvr>
                                        <p:cTn id="415" dur="1000"/>
                                        <p:tgtEl>
                                          <p:spTgt spid="239"/>
                                        </p:tgtEl>
                                      </p:cBhvr>
                                    </p:animEffect>
                                    <p:anim calcmode="lin" valueType="num">
                                      <p:cBhvr>
                                        <p:cTn id="416" dur="1000" fill="hold"/>
                                        <p:tgtEl>
                                          <p:spTgt spid="239"/>
                                        </p:tgtEl>
                                        <p:attrNameLst>
                                          <p:attrName>ppt_x</p:attrName>
                                        </p:attrNameLst>
                                      </p:cBhvr>
                                      <p:tavLst>
                                        <p:tav tm="0">
                                          <p:val>
                                            <p:strVal val="#ppt_x"/>
                                          </p:val>
                                        </p:tav>
                                        <p:tav tm="100000">
                                          <p:val>
                                            <p:strVal val="#ppt_x"/>
                                          </p:val>
                                        </p:tav>
                                      </p:tavLst>
                                    </p:anim>
                                    <p:anim calcmode="lin" valueType="num">
                                      <p:cBhvr>
                                        <p:cTn id="417" dur="1000" fill="hold"/>
                                        <p:tgtEl>
                                          <p:spTgt spid="239"/>
                                        </p:tgtEl>
                                        <p:attrNameLst>
                                          <p:attrName>ppt_y</p:attrName>
                                        </p:attrNameLst>
                                      </p:cBhvr>
                                      <p:tavLst>
                                        <p:tav tm="0">
                                          <p:val>
                                            <p:strVal val="#ppt_y+.1"/>
                                          </p:val>
                                        </p:tav>
                                        <p:tav tm="100000">
                                          <p:val>
                                            <p:strVal val="#ppt_y"/>
                                          </p:val>
                                        </p:tav>
                                      </p:tavLst>
                                    </p:anim>
                                  </p:childTnLst>
                                </p:cTn>
                              </p:par>
                            </p:childTnLst>
                          </p:cTn>
                        </p:par>
                      </p:childTnLst>
                    </p:cTn>
                  </p:par>
                  <p:par>
                    <p:cTn id="418" fill="hold">
                      <p:stCondLst>
                        <p:cond delay="indefinite"/>
                      </p:stCondLst>
                      <p:childTnLst>
                        <p:par>
                          <p:cTn id="419" fill="hold">
                            <p:stCondLst>
                              <p:cond delay="0"/>
                            </p:stCondLst>
                            <p:childTnLst>
                              <p:par>
                                <p:cTn id="420" presetID="1" presetClass="entr" presetSubtype="0" fill="hold" nodeType="clickEffect">
                                  <p:stCondLst>
                                    <p:cond delay="0"/>
                                  </p:stCondLst>
                                  <p:childTnLst>
                                    <p:set>
                                      <p:cBhvr>
                                        <p:cTn id="421" dur="1" fill="hold">
                                          <p:stCondLst>
                                            <p:cond delay="0"/>
                                          </p:stCondLst>
                                        </p:cTn>
                                        <p:tgtEl>
                                          <p:spTgt spid="162">
                                            <p:txEl>
                                              <p:pRg st="0" end="0"/>
                                            </p:txEl>
                                          </p:spTgt>
                                        </p:tgtEl>
                                        <p:attrNameLst>
                                          <p:attrName>style.visibility</p:attrName>
                                        </p:attrNameLst>
                                      </p:cBhvr>
                                      <p:to>
                                        <p:strVal val="visible"/>
                                      </p:to>
                                    </p:set>
                                  </p:childTnLst>
                                </p:cTn>
                              </p:par>
                              <p:par>
                                <p:cTn id="422" presetID="42" presetClass="entr" presetSubtype="0" fill="hold" grpId="0" nodeType="withEffect">
                                  <p:stCondLst>
                                    <p:cond delay="0"/>
                                  </p:stCondLst>
                                  <p:childTnLst>
                                    <p:set>
                                      <p:cBhvr>
                                        <p:cTn id="423" dur="1" fill="hold">
                                          <p:stCondLst>
                                            <p:cond delay="0"/>
                                          </p:stCondLst>
                                        </p:cTn>
                                        <p:tgtEl>
                                          <p:spTgt spid="159"/>
                                        </p:tgtEl>
                                        <p:attrNameLst>
                                          <p:attrName>style.visibility</p:attrName>
                                        </p:attrNameLst>
                                      </p:cBhvr>
                                      <p:to>
                                        <p:strVal val="visible"/>
                                      </p:to>
                                    </p:set>
                                    <p:animEffect transition="in" filter="fade">
                                      <p:cBhvr>
                                        <p:cTn id="424" dur="1000"/>
                                        <p:tgtEl>
                                          <p:spTgt spid="159"/>
                                        </p:tgtEl>
                                      </p:cBhvr>
                                    </p:animEffect>
                                    <p:anim calcmode="lin" valueType="num">
                                      <p:cBhvr>
                                        <p:cTn id="425" dur="1000" fill="hold"/>
                                        <p:tgtEl>
                                          <p:spTgt spid="159"/>
                                        </p:tgtEl>
                                        <p:attrNameLst>
                                          <p:attrName>ppt_x</p:attrName>
                                        </p:attrNameLst>
                                      </p:cBhvr>
                                      <p:tavLst>
                                        <p:tav tm="0">
                                          <p:val>
                                            <p:strVal val="#ppt_x"/>
                                          </p:val>
                                        </p:tav>
                                        <p:tav tm="100000">
                                          <p:val>
                                            <p:strVal val="#ppt_x"/>
                                          </p:val>
                                        </p:tav>
                                      </p:tavLst>
                                    </p:anim>
                                    <p:anim calcmode="lin" valueType="num">
                                      <p:cBhvr>
                                        <p:cTn id="426" dur="1000" fill="hold"/>
                                        <p:tgtEl>
                                          <p:spTgt spid="159"/>
                                        </p:tgtEl>
                                        <p:attrNameLst>
                                          <p:attrName>ppt_y</p:attrName>
                                        </p:attrNameLst>
                                      </p:cBhvr>
                                      <p:tavLst>
                                        <p:tav tm="0">
                                          <p:val>
                                            <p:strVal val="#ppt_y+.1"/>
                                          </p:val>
                                        </p:tav>
                                        <p:tav tm="100000">
                                          <p:val>
                                            <p:strVal val="#ppt_y"/>
                                          </p:val>
                                        </p:tav>
                                      </p:tavLst>
                                    </p:anim>
                                  </p:childTnLst>
                                </p:cTn>
                              </p:par>
                            </p:childTnLst>
                          </p:cTn>
                        </p:par>
                      </p:childTnLst>
                    </p:cTn>
                  </p:par>
                  <p:par>
                    <p:cTn id="427" fill="hold">
                      <p:stCondLst>
                        <p:cond delay="indefinite"/>
                      </p:stCondLst>
                      <p:childTnLst>
                        <p:par>
                          <p:cTn id="428" fill="hold">
                            <p:stCondLst>
                              <p:cond delay="0"/>
                            </p:stCondLst>
                            <p:childTnLst>
                              <p:par>
                                <p:cTn id="429" presetID="42" presetClass="entr" presetSubtype="0" fill="hold" grpId="0" nodeType="clickEffect">
                                  <p:stCondLst>
                                    <p:cond delay="0"/>
                                  </p:stCondLst>
                                  <p:childTnLst>
                                    <p:set>
                                      <p:cBhvr>
                                        <p:cTn id="430" dur="1" fill="hold">
                                          <p:stCondLst>
                                            <p:cond delay="0"/>
                                          </p:stCondLst>
                                        </p:cTn>
                                        <p:tgtEl>
                                          <p:spTgt spid="162"/>
                                        </p:tgtEl>
                                        <p:attrNameLst>
                                          <p:attrName>style.visibility</p:attrName>
                                        </p:attrNameLst>
                                      </p:cBhvr>
                                      <p:to>
                                        <p:strVal val="visible"/>
                                      </p:to>
                                    </p:set>
                                    <p:animEffect transition="in" filter="fade">
                                      <p:cBhvr>
                                        <p:cTn id="431" dur="1000"/>
                                        <p:tgtEl>
                                          <p:spTgt spid="162"/>
                                        </p:tgtEl>
                                      </p:cBhvr>
                                    </p:animEffect>
                                    <p:anim calcmode="lin" valueType="num">
                                      <p:cBhvr>
                                        <p:cTn id="432" dur="1000" fill="hold"/>
                                        <p:tgtEl>
                                          <p:spTgt spid="162"/>
                                        </p:tgtEl>
                                        <p:attrNameLst>
                                          <p:attrName>ppt_x</p:attrName>
                                        </p:attrNameLst>
                                      </p:cBhvr>
                                      <p:tavLst>
                                        <p:tav tm="0">
                                          <p:val>
                                            <p:strVal val="#ppt_x"/>
                                          </p:val>
                                        </p:tav>
                                        <p:tav tm="100000">
                                          <p:val>
                                            <p:strVal val="#ppt_x"/>
                                          </p:val>
                                        </p:tav>
                                      </p:tavLst>
                                    </p:anim>
                                    <p:anim calcmode="lin" valueType="num">
                                      <p:cBhvr>
                                        <p:cTn id="433" dur="1000" fill="hold"/>
                                        <p:tgtEl>
                                          <p:spTgt spid="162"/>
                                        </p:tgtEl>
                                        <p:attrNameLst>
                                          <p:attrName>ppt_y</p:attrName>
                                        </p:attrNameLst>
                                      </p:cBhvr>
                                      <p:tavLst>
                                        <p:tav tm="0">
                                          <p:val>
                                            <p:strVal val="#ppt_y+.1"/>
                                          </p:val>
                                        </p:tav>
                                        <p:tav tm="100000">
                                          <p:val>
                                            <p:strVal val="#ppt_y"/>
                                          </p:val>
                                        </p:tav>
                                      </p:tavLst>
                                    </p:anim>
                                  </p:childTnLst>
                                </p:cTn>
                              </p:par>
                            </p:childTnLst>
                          </p:cTn>
                        </p:par>
                      </p:childTnLst>
                    </p:cTn>
                  </p:par>
                  <p:par>
                    <p:cTn id="434" fill="hold">
                      <p:stCondLst>
                        <p:cond delay="indefinite"/>
                      </p:stCondLst>
                      <p:childTnLst>
                        <p:par>
                          <p:cTn id="435" fill="hold">
                            <p:stCondLst>
                              <p:cond delay="0"/>
                            </p:stCondLst>
                            <p:childTnLst>
                              <p:par>
                                <p:cTn id="436" presetID="2" presetClass="entr" presetSubtype="4" fill="hold" grpId="0" nodeType="clickEffect">
                                  <p:stCondLst>
                                    <p:cond delay="0"/>
                                  </p:stCondLst>
                                  <p:childTnLst>
                                    <p:set>
                                      <p:cBhvr>
                                        <p:cTn id="437" dur="1" fill="hold">
                                          <p:stCondLst>
                                            <p:cond delay="0"/>
                                          </p:stCondLst>
                                        </p:cTn>
                                        <p:tgtEl>
                                          <p:spTgt spid="241"/>
                                        </p:tgtEl>
                                        <p:attrNameLst>
                                          <p:attrName>style.visibility</p:attrName>
                                        </p:attrNameLst>
                                      </p:cBhvr>
                                      <p:to>
                                        <p:strVal val="visible"/>
                                      </p:to>
                                    </p:set>
                                    <p:anim calcmode="lin" valueType="num">
                                      <p:cBhvr additive="base">
                                        <p:cTn id="438" dur="500" fill="hold"/>
                                        <p:tgtEl>
                                          <p:spTgt spid="241"/>
                                        </p:tgtEl>
                                        <p:attrNameLst>
                                          <p:attrName>ppt_x</p:attrName>
                                        </p:attrNameLst>
                                      </p:cBhvr>
                                      <p:tavLst>
                                        <p:tav tm="0">
                                          <p:val>
                                            <p:strVal val="#ppt_x"/>
                                          </p:val>
                                        </p:tav>
                                        <p:tav tm="100000">
                                          <p:val>
                                            <p:strVal val="#ppt_x"/>
                                          </p:val>
                                        </p:tav>
                                      </p:tavLst>
                                    </p:anim>
                                    <p:anim calcmode="lin" valueType="num">
                                      <p:cBhvr additive="base">
                                        <p:cTn id="439" dur="500" fill="hold"/>
                                        <p:tgtEl>
                                          <p:spTgt spid="241"/>
                                        </p:tgtEl>
                                        <p:attrNameLst>
                                          <p:attrName>ppt_y</p:attrName>
                                        </p:attrNameLst>
                                      </p:cBhvr>
                                      <p:tavLst>
                                        <p:tav tm="0">
                                          <p:val>
                                            <p:strVal val="1+#ppt_h/2"/>
                                          </p:val>
                                        </p:tav>
                                        <p:tav tm="100000">
                                          <p:val>
                                            <p:strVal val="#ppt_y"/>
                                          </p:val>
                                        </p:tav>
                                      </p:tavLst>
                                    </p:anim>
                                  </p:childTnLst>
                                </p:cTn>
                              </p:par>
                            </p:childTnLst>
                          </p:cTn>
                        </p:par>
                      </p:childTnLst>
                    </p:cTn>
                  </p:par>
                  <p:par>
                    <p:cTn id="440" fill="hold">
                      <p:stCondLst>
                        <p:cond delay="indefinite"/>
                      </p:stCondLst>
                      <p:childTnLst>
                        <p:par>
                          <p:cTn id="441" fill="hold">
                            <p:stCondLst>
                              <p:cond delay="0"/>
                            </p:stCondLst>
                            <p:childTnLst>
                              <p:par>
                                <p:cTn id="442" presetID="42" presetClass="entr" presetSubtype="0" fill="hold" nodeType="clickEffect">
                                  <p:stCondLst>
                                    <p:cond delay="0"/>
                                  </p:stCondLst>
                                  <p:childTnLst>
                                    <p:set>
                                      <p:cBhvr>
                                        <p:cTn id="443" dur="1" fill="hold">
                                          <p:stCondLst>
                                            <p:cond delay="0"/>
                                          </p:stCondLst>
                                        </p:cTn>
                                        <p:tgtEl>
                                          <p:spTgt spid="162">
                                            <p:txEl>
                                              <p:pRg st="1" end="1"/>
                                            </p:txEl>
                                          </p:spTgt>
                                        </p:tgtEl>
                                        <p:attrNameLst>
                                          <p:attrName>style.visibility</p:attrName>
                                        </p:attrNameLst>
                                      </p:cBhvr>
                                      <p:to>
                                        <p:strVal val="visible"/>
                                      </p:to>
                                    </p:set>
                                    <p:animEffect transition="in" filter="fade">
                                      <p:cBhvr>
                                        <p:cTn id="444" dur="1000"/>
                                        <p:tgtEl>
                                          <p:spTgt spid="162">
                                            <p:txEl>
                                              <p:pRg st="1" end="1"/>
                                            </p:txEl>
                                          </p:spTgt>
                                        </p:tgtEl>
                                      </p:cBhvr>
                                    </p:animEffect>
                                    <p:anim calcmode="lin" valueType="num">
                                      <p:cBhvr>
                                        <p:cTn id="445" dur="1000" fill="hold"/>
                                        <p:tgtEl>
                                          <p:spTgt spid="162">
                                            <p:txEl>
                                              <p:pRg st="1" end="1"/>
                                            </p:txEl>
                                          </p:spTgt>
                                        </p:tgtEl>
                                        <p:attrNameLst>
                                          <p:attrName>ppt_x</p:attrName>
                                        </p:attrNameLst>
                                      </p:cBhvr>
                                      <p:tavLst>
                                        <p:tav tm="0">
                                          <p:val>
                                            <p:strVal val="#ppt_x"/>
                                          </p:val>
                                        </p:tav>
                                        <p:tav tm="100000">
                                          <p:val>
                                            <p:strVal val="#ppt_x"/>
                                          </p:val>
                                        </p:tav>
                                      </p:tavLst>
                                    </p:anim>
                                    <p:anim calcmode="lin" valueType="num">
                                      <p:cBhvr>
                                        <p:cTn id="446" dur="1000" fill="hold"/>
                                        <p:tgtEl>
                                          <p:spTgt spid="16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47" fill="hold">
                      <p:stCondLst>
                        <p:cond delay="indefinite"/>
                      </p:stCondLst>
                      <p:childTnLst>
                        <p:par>
                          <p:cTn id="448" fill="hold">
                            <p:stCondLst>
                              <p:cond delay="0"/>
                            </p:stCondLst>
                            <p:childTnLst>
                              <p:par>
                                <p:cTn id="449" presetID="2" presetClass="entr" presetSubtype="4" fill="hold" grpId="0" nodeType="clickEffect">
                                  <p:stCondLst>
                                    <p:cond delay="0"/>
                                  </p:stCondLst>
                                  <p:childTnLst>
                                    <p:set>
                                      <p:cBhvr>
                                        <p:cTn id="450" dur="1" fill="hold">
                                          <p:stCondLst>
                                            <p:cond delay="0"/>
                                          </p:stCondLst>
                                        </p:cTn>
                                        <p:tgtEl>
                                          <p:spTgt spid="5"/>
                                        </p:tgtEl>
                                        <p:attrNameLst>
                                          <p:attrName>style.visibility</p:attrName>
                                        </p:attrNameLst>
                                      </p:cBhvr>
                                      <p:to>
                                        <p:strVal val="visible"/>
                                      </p:to>
                                    </p:set>
                                    <p:anim calcmode="lin" valueType="num">
                                      <p:cBhvr additive="base">
                                        <p:cTn id="451" dur="500" fill="hold"/>
                                        <p:tgtEl>
                                          <p:spTgt spid="5"/>
                                        </p:tgtEl>
                                        <p:attrNameLst>
                                          <p:attrName>ppt_x</p:attrName>
                                        </p:attrNameLst>
                                      </p:cBhvr>
                                      <p:tavLst>
                                        <p:tav tm="0">
                                          <p:val>
                                            <p:strVal val="#ppt_x"/>
                                          </p:val>
                                        </p:tav>
                                        <p:tav tm="100000">
                                          <p:val>
                                            <p:strVal val="#ppt_x"/>
                                          </p:val>
                                        </p:tav>
                                      </p:tavLst>
                                    </p:anim>
                                    <p:anim calcmode="lin" valueType="num">
                                      <p:cBhvr additive="base">
                                        <p:cTn id="452" dur="500" fill="hold"/>
                                        <p:tgtEl>
                                          <p:spTgt spid="5"/>
                                        </p:tgtEl>
                                        <p:attrNameLst>
                                          <p:attrName>ppt_y</p:attrName>
                                        </p:attrNameLst>
                                      </p:cBhvr>
                                      <p:tavLst>
                                        <p:tav tm="0">
                                          <p:val>
                                            <p:strVal val="1+#ppt_h/2"/>
                                          </p:val>
                                        </p:tav>
                                        <p:tav tm="100000">
                                          <p:val>
                                            <p:strVal val="#ppt_y"/>
                                          </p:val>
                                        </p:tav>
                                      </p:tavLst>
                                    </p:anim>
                                  </p:childTnLst>
                                </p:cTn>
                              </p:par>
                              <p:par>
                                <p:cTn id="453" presetID="2" presetClass="entr" presetSubtype="4" fill="hold" grpId="0" nodeType="withEffect">
                                  <p:stCondLst>
                                    <p:cond delay="0"/>
                                  </p:stCondLst>
                                  <p:childTnLst>
                                    <p:set>
                                      <p:cBhvr>
                                        <p:cTn id="454" dur="1" fill="hold">
                                          <p:stCondLst>
                                            <p:cond delay="0"/>
                                          </p:stCondLst>
                                        </p:cTn>
                                        <p:tgtEl>
                                          <p:spTgt spid="169"/>
                                        </p:tgtEl>
                                        <p:attrNameLst>
                                          <p:attrName>style.visibility</p:attrName>
                                        </p:attrNameLst>
                                      </p:cBhvr>
                                      <p:to>
                                        <p:strVal val="visible"/>
                                      </p:to>
                                    </p:set>
                                    <p:anim calcmode="lin" valueType="num">
                                      <p:cBhvr additive="base">
                                        <p:cTn id="455" dur="500" fill="hold"/>
                                        <p:tgtEl>
                                          <p:spTgt spid="169"/>
                                        </p:tgtEl>
                                        <p:attrNameLst>
                                          <p:attrName>ppt_x</p:attrName>
                                        </p:attrNameLst>
                                      </p:cBhvr>
                                      <p:tavLst>
                                        <p:tav tm="0">
                                          <p:val>
                                            <p:strVal val="#ppt_x"/>
                                          </p:val>
                                        </p:tav>
                                        <p:tav tm="100000">
                                          <p:val>
                                            <p:strVal val="#ppt_x"/>
                                          </p:val>
                                        </p:tav>
                                      </p:tavLst>
                                    </p:anim>
                                    <p:anim calcmode="lin" valueType="num">
                                      <p:cBhvr additive="base">
                                        <p:cTn id="456" dur="500" fill="hold"/>
                                        <p:tgtEl>
                                          <p:spTgt spid="169"/>
                                        </p:tgtEl>
                                        <p:attrNameLst>
                                          <p:attrName>ppt_y</p:attrName>
                                        </p:attrNameLst>
                                      </p:cBhvr>
                                      <p:tavLst>
                                        <p:tav tm="0">
                                          <p:val>
                                            <p:strVal val="1+#ppt_h/2"/>
                                          </p:val>
                                        </p:tav>
                                        <p:tav tm="100000">
                                          <p:val>
                                            <p:strVal val="#ppt_y"/>
                                          </p:val>
                                        </p:tav>
                                      </p:tavLst>
                                    </p:anim>
                                  </p:childTnLst>
                                </p:cTn>
                              </p:par>
                              <p:par>
                                <p:cTn id="457" presetID="2" presetClass="entr" presetSubtype="4" fill="hold" grpId="0" nodeType="withEffect">
                                  <p:stCondLst>
                                    <p:cond delay="0"/>
                                  </p:stCondLst>
                                  <p:childTnLst>
                                    <p:set>
                                      <p:cBhvr>
                                        <p:cTn id="458" dur="1" fill="hold">
                                          <p:stCondLst>
                                            <p:cond delay="0"/>
                                          </p:stCondLst>
                                        </p:cTn>
                                        <p:tgtEl>
                                          <p:spTgt spid="170"/>
                                        </p:tgtEl>
                                        <p:attrNameLst>
                                          <p:attrName>style.visibility</p:attrName>
                                        </p:attrNameLst>
                                      </p:cBhvr>
                                      <p:to>
                                        <p:strVal val="visible"/>
                                      </p:to>
                                    </p:set>
                                    <p:anim calcmode="lin" valueType="num">
                                      <p:cBhvr additive="base">
                                        <p:cTn id="459" dur="500" fill="hold"/>
                                        <p:tgtEl>
                                          <p:spTgt spid="170"/>
                                        </p:tgtEl>
                                        <p:attrNameLst>
                                          <p:attrName>ppt_x</p:attrName>
                                        </p:attrNameLst>
                                      </p:cBhvr>
                                      <p:tavLst>
                                        <p:tav tm="0">
                                          <p:val>
                                            <p:strVal val="#ppt_x"/>
                                          </p:val>
                                        </p:tav>
                                        <p:tav tm="100000">
                                          <p:val>
                                            <p:strVal val="#ppt_x"/>
                                          </p:val>
                                        </p:tav>
                                      </p:tavLst>
                                    </p:anim>
                                    <p:anim calcmode="lin" valueType="num">
                                      <p:cBhvr additive="base">
                                        <p:cTn id="460" dur="500" fill="hold"/>
                                        <p:tgtEl>
                                          <p:spTgt spid="170"/>
                                        </p:tgtEl>
                                        <p:attrNameLst>
                                          <p:attrName>ppt_y</p:attrName>
                                        </p:attrNameLst>
                                      </p:cBhvr>
                                      <p:tavLst>
                                        <p:tav tm="0">
                                          <p:val>
                                            <p:strVal val="1+#ppt_h/2"/>
                                          </p:val>
                                        </p:tav>
                                        <p:tav tm="100000">
                                          <p:val>
                                            <p:strVal val="#ppt_y"/>
                                          </p:val>
                                        </p:tav>
                                      </p:tavLst>
                                    </p:anim>
                                  </p:childTnLst>
                                </p:cTn>
                              </p:par>
                            </p:childTnLst>
                          </p:cTn>
                        </p:par>
                      </p:childTnLst>
                    </p:cTn>
                  </p:par>
                  <p:par>
                    <p:cTn id="461" fill="hold">
                      <p:stCondLst>
                        <p:cond delay="indefinite"/>
                      </p:stCondLst>
                      <p:childTnLst>
                        <p:par>
                          <p:cTn id="462" fill="hold">
                            <p:stCondLst>
                              <p:cond delay="0"/>
                            </p:stCondLst>
                            <p:childTnLst>
                              <p:par>
                                <p:cTn id="463" presetID="42" presetClass="entr" presetSubtype="0" fill="hold" nodeType="clickEffect">
                                  <p:stCondLst>
                                    <p:cond delay="0"/>
                                  </p:stCondLst>
                                  <p:childTnLst>
                                    <p:set>
                                      <p:cBhvr>
                                        <p:cTn id="464" dur="1" fill="hold">
                                          <p:stCondLst>
                                            <p:cond delay="0"/>
                                          </p:stCondLst>
                                        </p:cTn>
                                        <p:tgtEl>
                                          <p:spTgt spid="162">
                                            <p:txEl>
                                              <p:pRg st="3" end="3"/>
                                            </p:txEl>
                                          </p:spTgt>
                                        </p:tgtEl>
                                        <p:attrNameLst>
                                          <p:attrName>style.visibility</p:attrName>
                                        </p:attrNameLst>
                                      </p:cBhvr>
                                      <p:to>
                                        <p:strVal val="visible"/>
                                      </p:to>
                                    </p:set>
                                    <p:animEffect transition="in" filter="fade">
                                      <p:cBhvr>
                                        <p:cTn id="465" dur="1000"/>
                                        <p:tgtEl>
                                          <p:spTgt spid="162">
                                            <p:txEl>
                                              <p:pRg st="3" end="3"/>
                                            </p:txEl>
                                          </p:spTgt>
                                        </p:tgtEl>
                                      </p:cBhvr>
                                    </p:animEffect>
                                    <p:anim calcmode="lin" valueType="num">
                                      <p:cBhvr>
                                        <p:cTn id="466" dur="1000" fill="hold"/>
                                        <p:tgtEl>
                                          <p:spTgt spid="162">
                                            <p:txEl>
                                              <p:pRg st="3" end="3"/>
                                            </p:txEl>
                                          </p:spTgt>
                                        </p:tgtEl>
                                        <p:attrNameLst>
                                          <p:attrName>ppt_x</p:attrName>
                                        </p:attrNameLst>
                                      </p:cBhvr>
                                      <p:tavLst>
                                        <p:tav tm="0">
                                          <p:val>
                                            <p:strVal val="#ppt_x"/>
                                          </p:val>
                                        </p:tav>
                                        <p:tav tm="100000">
                                          <p:val>
                                            <p:strVal val="#ppt_x"/>
                                          </p:val>
                                        </p:tav>
                                      </p:tavLst>
                                    </p:anim>
                                    <p:anim calcmode="lin" valueType="num">
                                      <p:cBhvr>
                                        <p:cTn id="467" dur="1000" fill="hold"/>
                                        <p:tgtEl>
                                          <p:spTgt spid="16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68" fill="hold">
                      <p:stCondLst>
                        <p:cond delay="indefinite"/>
                      </p:stCondLst>
                      <p:childTnLst>
                        <p:par>
                          <p:cTn id="469" fill="hold">
                            <p:stCondLst>
                              <p:cond delay="0"/>
                            </p:stCondLst>
                            <p:childTnLst>
                              <p:par>
                                <p:cTn id="470" presetID="2" presetClass="entr" presetSubtype="4" fill="hold" grpId="0" nodeType="clickEffect">
                                  <p:stCondLst>
                                    <p:cond delay="0"/>
                                  </p:stCondLst>
                                  <p:childTnLst>
                                    <p:set>
                                      <p:cBhvr>
                                        <p:cTn id="471" dur="1" fill="hold">
                                          <p:stCondLst>
                                            <p:cond delay="0"/>
                                          </p:stCondLst>
                                        </p:cTn>
                                        <p:tgtEl>
                                          <p:spTgt spid="230"/>
                                        </p:tgtEl>
                                        <p:attrNameLst>
                                          <p:attrName>style.visibility</p:attrName>
                                        </p:attrNameLst>
                                      </p:cBhvr>
                                      <p:to>
                                        <p:strVal val="visible"/>
                                      </p:to>
                                    </p:set>
                                    <p:anim calcmode="lin" valueType="num">
                                      <p:cBhvr additive="base">
                                        <p:cTn id="472" dur="500" fill="hold"/>
                                        <p:tgtEl>
                                          <p:spTgt spid="230"/>
                                        </p:tgtEl>
                                        <p:attrNameLst>
                                          <p:attrName>ppt_x</p:attrName>
                                        </p:attrNameLst>
                                      </p:cBhvr>
                                      <p:tavLst>
                                        <p:tav tm="0">
                                          <p:val>
                                            <p:strVal val="#ppt_x"/>
                                          </p:val>
                                        </p:tav>
                                        <p:tav tm="100000">
                                          <p:val>
                                            <p:strVal val="#ppt_x"/>
                                          </p:val>
                                        </p:tav>
                                      </p:tavLst>
                                    </p:anim>
                                    <p:anim calcmode="lin" valueType="num">
                                      <p:cBhvr additive="base">
                                        <p:cTn id="473" dur="500" fill="hold"/>
                                        <p:tgtEl>
                                          <p:spTgt spid="230"/>
                                        </p:tgtEl>
                                        <p:attrNameLst>
                                          <p:attrName>ppt_y</p:attrName>
                                        </p:attrNameLst>
                                      </p:cBhvr>
                                      <p:tavLst>
                                        <p:tav tm="0">
                                          <p:val>
                                            <p:strVal val="1+#ppt_h/2"/>
                                          </p:val>
                                        </p:tav>
                                        <p:tav tm="100000">
                                          <p:val>
                                            <p:strVal val="#ppt_y"/>
                                          </p:val>
                                        </p:tav>
                                      </p:tavLst>
                                    </p:anim>
                                  </p:childTnLst>
                                </p:cTn>
                              </p:par>
                              <p:par>
                                <p:cTn id="474" presetID="2" presetClass="entr" presetSubtype="4" fill="hold" grpId="0" nodeType="withEffect">
                                  <p:stCondLst>
                                    <p:cond delay="0"/>
                                  </p:stCondLst>
                                  <p:childTnLst>
                                    <p:set>
                                      <p:cBhvr>
                                        <p:cTn id="475" dur="1" fill="hold">
                                          <p:stCondLst>
                                            <p:cond delay="0"/>
                                          </p:stCondLst>
                                        </p:cTn>
                                        <p:tgtEl>
                                          <p:spTgt spid="172"/>
                                        </p:tgtEl>
                                        <p:attrNameLst>
                                          <p:attrName>style.visibility</p:attrName>
                                        </p:attrNameLst>
                                      </p:cBhvr>
                                      <p:to>
                                        <p:strVal val="visible"/>
                                      </p:to>
                                    </p:set>
                                    <p:anim calcmode="lin" valueType="num">
                                      <p:cBhvr additive="base">
                                        <p:cTn id="476" dur="500" fill="hold"/>
                                        <p:tgtEl>
                                          <p:spTgt spid="172"/>
                                        </p:tgtEl>
                                        <p:attrNameLst>
                                          <p:attrName>ppt_x</p:attrName>
                                        </p:attrNameLst>
                                      </p:cBhvr>
                                      <p:tavLst>
                                        <p:tav tm="0">
                                          <p:val>
                                            <p:strVal val="#ppt_x"/>
                                          </p:val>
                                        </p:tav>
                                        <p:tav tm="100000">
                                          <p:val>
                                            <p:strVal val="#ppt_x"/>
                                          </p:val>
                                        </p:tav>
                                      </p:tavLst>
                                    </p:anim>
                                    <p:anim calcmode="lin" valueType="num">
                                      <p:cBhvr additive="base">
                                        <p:cTn id="477" dur="500" fill="hold"/>
                                        <p:tgtEl>
                                          <p:spTgt spid="172"/>
                                        </p:tgtEl>
                                        <p:attrNameLst>
                                          <p:attrName>ppt_y</p:attrName>
                                        </p:attrNameLst>
                                      </p:cBhvr>
                                      <p:tavLst>
                                        <p:tav tm="0">
                                          <p:val>
                                            <p:strVal val="1+#ppt_h/2"/>
                                          </p:val>
                                        </p:tav>
                                        <p:tav tm="100000">
                                          <p:val>
                                            <p:strVal val="#ppt_y"/>
                                          </p:val>
                                        </p:tav>
                                      </p:tavLst>
                                    </p:anim>
                                  </p:childTnLst>
                                </p:cTn>
                              </p:par>
                              <p:par>
                                <p:cTn id="478" presetID="2" presetClass="entr" presetSubtype="4" fill="hold" grpId="0" nodeType="withEffect">
                                  <p:stCondLst>
                                    <p:cond delay="0"/>
                                  </p:stCondLst>
                                  <p:childTnLst>
                                    <p:set>
                                      <p:cBhvr>
                                        <p:cTn id="479" dur="1" fill="hold">
                                          <p:stCondLst>
                                            <p:cond delay="0"/>
                                          </p:stCondLst>
                                        </p:cTn>
                                        <p:tgtEl>
                                          <p:spTgt spid="171"/>
                                        </p:tgtEl>
                                        <p:attrNameLst>
                                          <p:attrName>style.visibility</p:attrName>
                                        </p:attrNameLst>
                                      </p:cBhvr>
                                      <p:to>
                                        <p:strVal val="visible"/>
                                      </p:to>
                                    </p:set>
                                    <p:anim calcmode="lin" valueType="num">
                                      <p:cBhvr additive="base">
                                        <p:cTn id="480" dur="500" fill="hold"/>
                                        <p:tgtEl>
                                          <p:spTgt spid="171"/>
                                        </p:tgtEl>
                                        <p:attrNameLst>
                                          <p:attrName>ppt_x</p:attrName>
                                        </p:attrNameLst>
                                      </p:cBhvr>
                                      <p:tavLst>
                                        <p:tav tm="0">
                                          <p:val>
                                            <p:strVal val="#ppt_x"/>
                                          </p:val>
                                        </p:tav>
                                        <p:tav tm="100000">
                                          <p:val>
                                            <p:strVal val="#ppt_x"/>
                                          </p:val>
                                        </p:tav>
                                      </p:tavLst>
                                    </p:anim>
                                    <p:anim calcmode="lin" valueType="num">
                                      <p:cBhvr additive="base">
                                        <p:cTn id="481" dur="500" fill="hold"/>
                                        <p:tgtEl>
                                          <p:spTgt spid="171"/>
                                        </p:tgtEl>
                                        <p:attrNameLst>
                                          <p:attrName>ppt_y</p:attrName>
                                        </p:attrNameLst>
                                      </p:cBhvr>
                                      <p:tavLst>
                                        <p:tav tm="0">
                                          <p:val>
                                            <p:strVal val="1+#ppt_h/2"/>
                                          </p:val>
                                        </p:tav>
                                        <p:tav tm="100000">
                                          <p:val>
                                            <p:strVal val="#ppt_y"/>
                                          </p:val>
                                        </p:tav>
                                      </p:tavLst>
                                    </p:anim>
                                  </p:childTnLst>
                                </p:cTn>
                              </p:par>
                            </p:childTnLst>
                          </p:cTn>
                        </p:par>
                      </p:childTnLst>
                    </p:cTn>
                  </p:par>
                  <p:par>
                    <p:cTn id="482" fill="hold">
                      <p:stCondLst>
                        <p:cond delay="indefinite"/>
                      </p:stCondLst>
                      <p:childTnLst>
                        <p:par>
                          <p:cTn id="483" fill="hold">
                            <p:stCondLst>
                              <p:cond delay="0"/>
                            </p:stCondLst>
                            <p:childTnLst>
                              <p:par>
                                <p:cTn id="484" presetID="42" presetClass="entr" presetSubtype="0" fill="hold" nodeType="clickEffect">
                                  <p:stCondLst>
                                    <p:cond delay="0"/>
                                  </p:stCondLst>
                                  <p:childTnLst>
                                    <p:set>
                                      <p:cBhvr>
                                        <p:cTn id="485" dur="1" fill="hold">
                                          <p:stCondLst>
                                            <p:cond delay="0"/>
                                          </p:stCondLst>
                                        </p:cTn>
                                        <p:tgtEl>
                                          <p:spTgt spid="162">
                                            <p:txEl>
                                              <p:pRg st="4" end="4"/>
                                            </p:txEl>
                                          </p:spTgt>
                                        </p:tgtEl>
                                        <p:attrNameLst>
                                          <p:attrName>style.visibility</p:attrName>
                                        </p:attrNameLst>
                                      </p:cBhvr>
                                      <p:to>
                                        <p:strVal val="visible"/>
                                      </p:to>
                                    </p:set>
                                    <p:animEffect transition="in" filter="fade">
                                      <p:cBhvr>
                                        <p:cTn id="486" dur="1000"/>
                                        <p:tgtEl>
                                          <p:spTgt spid="162">
                                            <p:txEl>
                                              <p:pRg st="4" end="4"/>
                                            </p:txEl>
                                          </p:spTgt>
                                        </p:tgtEl>
                                      </p:cBhvr>
                                    </p:animEffect>
                                    <p:anim calcmode="lin" valueType="num">
                                      <p:cBhvr>
                                        <p:cTn id="487" dur="1000" fill="hold"/>
                                        <p:tgtEl>
                                          <p:spTgt spid="162">
                                            <p:txEl>
                                              <p:pRg st="4" end="4"/>
                                            </p:txEl>
                                          </p:spTgt>
                                        </p:tgtEl>
                                        <p:attrNameLst>
                                          <p:attrName>ppt_x</p:attrName>
                                        </p:attrNameLst>
                                      </p:cBhvr>
                                      <p:tavLst>
                                        <p:tav tm="0">
                                          <p:val>
                                            <p:strVal val="#ppt_x"/>
                                          </p:val>
                                        </p:tav>
                                        <p:tav tm="100000">
                                          <p:val>
                                            <p:strVal val="#ppt_x"/>
                                          </p:val>
                                        </p:tav>
                                      </p:tavLst>
                                    </p:anim>
                                    <p:anim calcmode="lin" valueType="num">
                                      <p:cBhvr>
                                        <p:cTn id="488" dur="1000" fill="hold"/>
                                        <p:tgtEl>
                                          <p:spTgt spid="162">
                                            <p:txEl>
                                              <p:pRg st="4" end="4"/>
                                            </p:txEl>
                                          </p:spTgt>
                                        </p:tgtEl>
                                        <p:attrNameLst>
                                          <p:attrName>ppt_y</p:attrName>
                                        </p:attrNameLst>
                                      </p:cBhvr>
                                      <p:tavLst>
                                        <p:tav tm="0">
                                          <p:val>
                                            <p:strVal val="#ppt_y+.1"/>
                                          </p:val>
                                        </p:tav>
                                        <p:tav tm="100000">
                                          <p:val>
                                            <p:strVal val="#ppt_y"/>
                                          </p:val>
                                        </p:tav>
                                      </p:tavLst>
                                    </p:anim>
                                  </p:childTnLst>
                                </p:cTn>
                              </p:par>
                              <p:par>
                                <p:cTn id="489" presetID="2" presetClass="entr" presetSubtype="4" fill="hold" grpId="0" nodeType="withEffect">
                                  <p:stCondLst>
                                    <p:cond delay="0"/>
                                  </p:stCondLst>
                                  <p:childTnLst>
                                    <p:set>
                                      <p:cBhvr>
                                        <p:cTn id="490" dur="1" fill="hold">
                                          <p:stCondLst>
                                            <p:cond delay="0"/>
                                          </p:stCondLst>
                                        </p:cTn>
                                        <p:tgtEl>
                                          <p:spTgt spid="237"/>
                                        </p:tgtEl>
                                        <p:attrNameLst>
                                          <p:attrName>style.visibility</p:attrName>
                                        </p:attrNameLst>
                                      </p:cBhvr>
                                      <p:to>
                                        <p:strVal val="visible"/>
                                      </p:to>
                                    </p:set>
                                    <p:anim calcmode="lin" valueType="num">
                                      <p:cBhvr additive="base">
                                        <p:cTn id="491" dur="500" fill="hold"/>
                                        <p:tgtEl>
                                          <p:spTgt spid="237"/>
                                        </p:tgtEl>
                                        <p:attrNameLst>
                                          <p:attrName>ppt_x</p:attrName>
                                        </p:attrNameLst>
                                      </p:cBhvr>
                                      <p:tavLst>
                                        <p:tav tm="0">
                                          <p:val>
                                            <p:strVal val="#ppt_x"/>
                                          </p:val>
                                        </p:tav>
                                        <p:tav tm="100000">
                                          <p:val>
                                            <p:strVal val="#ppt_x"/>
                                          </p:val>
                                        </p:tav>
                                      </p:tavLst>
                                    </p:anim>
                                    <p:anim calcmode="lin" valueType="num">
                                      <p:cBhvr additive="base">
                                        <p:cTn id="492" dur="500" fill="hold"/>
                                        <p:tgtEl>
                                          <p:spTgt spid="237"/>
                                        </p:tgtEl>
                                        <p:attrNameLst>
                                          <p:attrName>ppt_y</p:attrName>
                                        </p:attrNameLst>
                                      </p:cBhvr>
                                      <p:tavLst>
                                        <p:tav tm="0">
                                          <p:val>
                                            <p:strVal val="1+#ppt_h/2"/>
                                          </p:val>
                                        </p:tav>
                                        <p:tav tm="100000">
                                          <p:val>
                                            <p:strVal val="#ppt_y"/>
                                          </p:val>
                                        </p:tav>
                                      </p:tavLst>
                                    </p:anim>
                                  </p:childTnLst>
                                </p:cTn>
                              </p:par>
                              <p:par>
                                <p:cTn id="493" presetID="2" presetClass="entr" presetSubtype="4" fill="hold" grpId="0" nodeType="withEffect">
                                  <p:stCondLst>
                                    <p:cond delay="0"/>
                                  </p:stCondLst>
                                  <p:childTnLst>
                                    <p:set>
                                      <p:cBhvr>
                                        <p:cTn id="494" dur="1" fill="hold">
                                          <p:stCondLst>
                                            <p:cond delay="0"/>
                                          </p:stCondLst>
                                        </p:cTn>
                                        <p:tgtEl>
                                          <p:spTgt spid="242"/>
                                        </p:tgtEl>
                                        <p:attrNameLst>
                                          <p:attrName>style.visibility</p:attrName>
                                        </p:attrNameLst>
                                      </p:cBhvr>
                                      <p:to>
                                        <p:strVal val="visible"/>
                                      </p:to>
                                    </p:set>
                                    <p:anim calcmode="lin" valueType="num">
                                      <p:cBhvr additive="base">
                                        <p:cTn id="495" dur="500" fill="hold"/>
                                        <p:tgtEl>
                                          <p:spTgt spid="242"/>
                                        </p:tgtEl>
                                        <p:attrNameLst>
                                          <p:attrName>ppt_x</p:attrName>
                                        </p:attrNameLst>
                                      </p:cBhvr>
                                      <p:tavLst>
                                        <p:tav tm="0">
                                          <p:val>
                                            <p:strVal val="#ppt_x"/>
                                          </p:val>
                                        </p:tav>
                                        <p:tav tm="100000">
                                          <p:val>
                                            <p:strVal val="#ppt_x"/>
                                          </p:val>
                                        </p:tav>
                                      </p:tavLst>
                                    </p:anim>
                                    <p:anim calcmode="lin" valueType="num">
                                      <p:cBhvr additive="base">
                                        <p:cTn id="496" dur="500" fill="hold"/>
                                        <p:tgtEl>
                                          <p:spTgt spid="242"/>
                                        </p:tgtEl>
                                        <p:attrNameLst>
                                          <p:attrName>ppt_y</p:attrName>
                                        </p:attrNameLst>
                                      </p:cBhvr>
                                      <p:tavLst>
                                        <p:tav tm="0">
                                          <p:val>
                                            <p:strVal val="1+#ppt_h/2"/>
                                          </p:val>
                                        </p:tav>
                                        <p:tav tm="100000">
                                          <p:val>
                                            <p:strVal val="#ppt_y"/>
                                          </p:val>
                                        </p:tav>
                                      </p:tavLst>
                                    </p:anim>
                                  </p:childTnLst>
                                </p:cTn>
                              </p:par>
                            </p:childTnLst>
                          </p:cTn>
                        </p:par>
                      </p:childTnLst>
                    </p:cTn>
                  </p:par>
                  <p:par>
                    <p:cTn id="497" fill="hold">
                      <p:stCondLst>
                        <p:cond delay="indefinite"/>
                      </p:stCondLst>
                      <p:childTnLst>
                        <p:par>
                          <p:cTn id="498" fill="hold">
                            <p:stCondLst>
                              <p:cond delay="0"/>
                            </p:stCondLst>
                            <p:childTnLst>
                              <p:par>
                                <p:cTn id="499" presetID="42" presetClass="entr" presetSubtype="0" fill="hold" nodeType="clickEffect">
                                  <p:stCondLst>
                                    <p:cond delay="0"/>
                                  </p:stCondLst>
                                  <p:childTnLst>
                                    <p:set>
                                      <p:cBhvr>
                                        <p:cTn id="500" dur="1" fill="hold">
                                          <p:stCondLst>
                                            <p:cond delay="0"/>
                                          </p:stCondLst>
                                        </p:cTn>
                                        <p:tgtEl>
                                          <p:spTgt spid="162">
                                            <p:txEl>
                                              <p:pRg st="5" end="5"/>
                                            </p:txEl>
                                          </p:spTgt>
                                        </p:tgtEl>
                                        <p:attrNameLst>
                                          <p:attrName>style.visibility</p:attrName>
                                        </p:attrNameLst>
                                      </p:cBhvr>
                                      <p:to>
                                        <p:strVal val="visible"/>
                                      </p:to>
                                    </p:set>
                                    <p:animEffect transition="in" filter="fade">
                                      <p:cBhvr>
                                        <p:cTn id="501" dur="1000"/>
                                        <p:tgtEl>
                                          <p:spTgt spid="162">
                                            <p:txEl>
                                              <p:pRg st="5" end="5"/>
                                            </p:txEl>
                                          </p:spTgt>
                                        </p:tgtEl>
                                      </p:cBhvr>
                                    </p:animEffect>
                                    <p:anim calcmode="lin" valueType="num">
                                      <p:cBhvr>
                                        <p:cTn id="502" dur="1000" fill="hold"/>
                                        <p:tgtEl>
                                          <p:spTgt spid="162">
                                            <p:txEl>
                                              <p:pRg st="5" end="5"/>
                                            </p:txEl>
                                          </p:spTgt>
                                        </p:tgtEl>
                                        <p:attrNameLst>
                                          <p:attrName>ppt_x</p:attrName>
                                        </p:attrNameLst>
                                      </p:cBhvr>
                                      <p:tavLst>
                                        <p:tav tm="0">
                                          <p:val>
                                            <p:strVal val="#ppt_x"/>
                                          </p:val>
                                        </p:tav>
                                        <p:tav tm="100000">
                                          <p:val>
                                            <p:strVal val="#ppt_x"/>
                                          </p:val>
                                        </p:tav>
                                      </p:tavLst>
                                    </p:anim>
                                    <p:anim calcmode="lin" valueType="num">
                                      <p:cBhvr>
                                        <p:cTn id="503" dur="1000" fill="hold"/>
                                        <p:tgtEl>
                                          <p:spTgt spid="16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4" fill="hold">
                      <p:stCondLst>
                        <p:cond delay="indefinite"/>
                      </p:stCondLst>
                      <p:childTnLst>
                        <p:par>
                          <p:cTn id="505" fill="hold">
                            <p:stCondLst>
                              <p:cond delay="0"/>
                            </p:stCondLst>
                            <p:childTnLst>
                              <p:par>
                                <p:cTn id="506" presetID="2" presetClass="entr" presetSubtype="4" fill="hold" grpId="0" nodeType="clickEffect">
                                  <p:stCondLst>
                                    <p:cond delay="0"/>
                                  </p:stCondLst>
                                  <p:childTnLst>
                                    <p:set>
                                      <p:cBhvr>
                                        <p:cTn id="507" dur="1" fill="hold">
                                          <p:stCondLst>
                                            <p:cond delay="0"/>
                                          </p:stCondLst>
                                        </p:cTn>
                                        <p:tgtEl>
                                          <p:spTgt spid="243"/>
                                        </p:tgtEl>
                                        <p:attrNameLst>
                                          <p:attrName>style.visibility</p:attrName>
                                        </p:attrNameLst>
                                      </p:cBhvr>
                                      <p:to>
                                        <p:strVal val="visible"/>
                                      </p:to>
                                    </p:set>
                                    <p:anim calcmode="lin" valueType="num">
                                      <p:cBhvr additive="base">
                                        <p:cTn id="508" dur="500" fill="hold"/>
                                        <p:tgtEl>
                                          <p:spTgt spid="243"/>
                                        </p:tgtEl>
                                        <p:attrNameLst>
                                          <p:attrName>ppt_x</p:attrName>
                                        </p:attrNameLst>
                                      </p:cBhvr>
                                      <p:tavLst>
                                        <p:tav tm="0">
                                          <p:val>
                                            <p:strVal val="#ppt_x"/>
                                          </p:val>
                                        </p:tav>
                                        <p:tav tm="100000">
                                          <p:val>
                                            <p:strVal val="#ppt_x"/>
                                          </p:val>
                                        </p:tav>
                                      </p:tavLst>
                                    </p:anim>
                                    <p:anim calcmode="lin" valueType="num">
                                      <p:cBhvr additive="base">
                                        <p:cTn id="509" dur="500" fill="hold"/>
                                        <p:tgtEl>
                                          <p:spTgt spid="243"/>
                                        </p:tgtEl>
                                        <p:attrNameLst>
                                          <p:attrName>ppt_y</p:attrName>
                                        </p:attrNameLst>
                                      </p:cBhvr>
                                      <p:tavLst>
                                        <p:tav tm="0">
                                          <p:val>
                                            <p:strVal val="1+#ppt_h/2"/>
                                          </p:val>
                                        </p:tav>
                                        <p:tav tm="100000">
                                          <p:val>
                                            <p:strVal val="#ppt_y"/>
                                          </p:val>
                                        </p:tav>
                                      </p:tavLst>
                                    </p:anim>
                                  </p:childTnLst>
                                </p:cTn>
                              </p:par>
                              <p:par>
                                <p:cTn id="510" presetID="2" presetClass="entr" presetSubtype="4" fill="hold" grpId="0" nodeType="withEffect">
                                  <p:stCondLst>
                                    <p:cond delay="0"/>
                                  </p:stCondLst>
                                  <p:childTnLst>
                                    <p:set>
                                      <p:cBhvr>
                                        <p:cTn id="511" dur="1" fill="hold">
                                          <p:stCondLst>
                                            <p:cond delay="0"/>
                                          </p:stCondLst>
                                        </p:cTn>
                                        <p:tgtEl>
                                          <p:spTgt spid="245"/>
                                        </p:tgtEl>
                                        <p:attrNameLst>
                                          <p:attrName>style.visibility</p:attrName>
                                        </p:attrNameLst>
                                      </p:cBhvr>
                                      <p:to>
                                        <p:strVal val="visible"/>
                                      </p:to>
                                    </p:set>
                                    <p:anim calcmode="lin" valueType="num">
                                      <p:cBhvr additive="base">
                                        <p:cTn id="512" dur="500" fill="hold"/>
                                        <p:tgtEl>
                                          <p:spTgt spid="245"/>
                                        </p:tgtEl>
                                        <p:attrNameLst>
                                          <p:attrName>ppt_x</p:attrName>
                                        </p:attrNameLst>
                                      </p:cBhvr>
                                      <p:tavLst>
                                        <p:tav tm="0">
                                          <p:val>
                                            <p:strVal val="#ppt_x"/>
                                          </p:val>
                                        </p:tav>
                                        <p:tav tm="100000">
                                          <p:val>
                                            <p:strVal val="#ppt_x"/>
                                          </p:val>
                                        </p:tav>
                                      </p:tavLst>
                                    </p:anim>
                                    <p:anim calcmode="lin" valueType="num">
                                      <p:cBhvr additive="base">
                                        <p:cTn id="513" dur="500" fill="hold"/>
                                        <p:tgtEl>
                                          <p:spTgt spid="245"/>
                                        </p:tgtEl>
                                        <p:attrNameLst>
                                          <p:attrName>ppt_y</p:attrName>
                                        </p:attrNameLst>
                                      </p:cBhvr>
                                      <p:tavLst>
                                        <p:tav tm="0">
                                          <p:val>
                                            <p:strVal val="1+#ppt_h/2"/>
                                          </p:val>
                                        </p:tav>
                                        <p:tav tm="100000">
                                          <p:val>
                                            <p:strVal val="#ppt_y"/>
                                          </p:val>
                                        </p:tav>
                                      </p:tavLst>
                                    </p:anim>
                                  </p:childTnLst>
                                </p:cTn>
                              </p:par>
                              <p:par>
                                <p:cTn id="514" presetID="2" presetClass="entr" presetSubtype="4" fill="hold" grpId="0" nodeType="withEffect">
                                  <p:stCondLst>
                                    <p:cond delay="0"/>
                                  </p:stCondLst>
                                  <p:childTnLst>
                                    <p:set>
                                      <p:cBhvr>
                                        <p:cTn id="515" dur="1" fill="hold">
                                          <p:stCondLst>
                                            <p:cond delay="0"/>
                                          </p:stCondLst>
                                        </p:cTn>
                                        <p:tgtEl>
                                          <p:spTgt spid="244"/>
                                        </p:tgtEl>
                                        <p:attrNameLst>
                                          <p:attrName>style.visibility</p:attrName>
                                        </p:attrNameLst>
                                      </p:cBhvr>
                                      <p:to>
                                        <p:strVal val="visible"/>
                                      </p:to>
                                    </p:set>
                                    <p:anim calcmode="lin" valueType="num">
                                      <p:cBhvr additive="base">
                                        <p:cTn id="516" dur="500" fill="hold"/>
                                        <p:tgtEl>
                                          <p:spTgt spid="244"/>
                                        </p:tgtEl>
                                        <p:attrNameLst>
                                          <p:attrName>ppt_x</p:attrName>
                                        </p:attrNameLst>
                                      </p:cBhvr>
                                      <p:tavLst>
                                        <p:tav tm="0">
                                          <p:val>
                                            <p:strVal val="#ppt_x"/>
                                          </p:val>
                                        </p:tav>
                                        <p:tav tm="100000">
                                          <p:val>
                                            <p:strVal val="#ppt_x"/>
                                          </p:val>
                                        </p:tav>
                                      </p:tavLst>
                                    </p:anim>
                                    <p:anim calcmode="lin" valueType="num">
                                      <p:cBhvr additive="base">
                                        <p:cTn id="517" dur="500" fill="hold"/>
                                        <p:tgtEl>
                                          <p:spTgt spid="244"/>
                                        </p:tgtEl>
                                        <p:attrNameLst>
                                          <p:attrName>ppt_y</p:attrName>
                                        </p:attrNameLst>
                                      </p:cBhvr>
                                      <p:tavLst>
                                        <p:tav tm="0">
                                          <p:val>
                                            <p:strVal val="1+#ppt_h/2"/>
                                          </p:val>
                                        </p:tav>
                                        <p:tav tm="100000">
                                          <p:val>
                                            <p:strVal val="#ppt_y"/>
                                          </p:val>
                                        </p:tav>
                                      </p:tavLst>
                                    </p:anim>
                                  </p:childTnLst>
                                </p:cTn>
                              </p:par>
                            </p:childTnLst>
                          </p:cTn>
                        </p:par>
                      </p:childTnLst>
                    </p:cTn>
                  </p:par>
                  <p:par>
                    <p:cTn id="518" fill="hold">
                      <p:stCondLst>
                        <p:cond delay="indefinite"/>
                      </p:stCondLst>
                      <p:childTnLst>
                        <p:par>
                          <p:cTn id="519" fill="hold">
                            <p:stCondLst>
                              <p:cond delay="0"/>
                            </p:stCondLst>
                            <p:childTnLst>
                              <p:par>
                                <p:cTn id="520" presetID="2" presetClass="entr" presetSubtype="4" fill="hold" nodeType="clickEffect">
                                  <p:stCondLst>
                                    <p:cond delay="0"/>
                                  </p:stCondLst>
                                  <p:childTnLst>
                                    <p:set>
                                      <p:cBhvr>
                                        <p:cTn id="521" dur="1" fill="hold">
                                          <p:stCondLst>
                                            <p:cond delay="0"/>
                                          </p:stCondLst>
                                        </p:cTn>
                                        <p:tgtEl>
                                          <p:spTgt spid="162">
                                            <p:txEl>
                                              <p:pRg st="6" end="6"/>
                                            </p:txEl>
                                          </p:spTgt>
                                        </p:tgtEl>
                                        <p:attrNameLst>
                                          <p:attrName>style.visibility</p:attrName>
                                        </p:attrNameLst>
                                      </p:cBhvr>
                                      <p:to>
                                        <p:strVal val="visible"/>
                                      </p:to>
                                    </p:set>
                                    <p:anim calcmode="lin" valueType="num">
                                      <p:cBhvr additive="base">
                                        <p:cTn id="522" dur="500" fill="hold"/>
                                        <p:tgtEl>
                                          <p:spTgt spid="162">
                                            <p:txEl>
                                              <p:pRg st="6" end="6"/>
                                            </p:txEl>
                                          </p:spTgt>
                                        </p:tgtEl>
                                        <p:attrNameLst>
                                          <p:attrName>ppt_x</p:attrName>
                                        </p:attrNameLst>
                                      </p:cBhvr>
                                      <p:tavLst>
                                        <p:tav tm="0">
                                          <p:val>
                                            <p:strVal val="#ppt_x"/>
                                          </p:val>
                                        </p:tav>
                                        <p:tav tm="100000">
                                          <p:val>
                                            <p:strVal val="#ppt_x"/>
                                          </p:val>
                                        </p:tav>
                                      </p:tavLst>
                                    </p:anim>
                                    <p:anim calcmode="lin" valueType="num">
                                      <p:cBhvr additive="base">
                                        <p:cTn id="523" dur="500" fill="hold"/>
                                        <p:tgtEl>
                                          <p:spTgt spid="16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24" fill="hold">
                      <p:stCondLst>
                        <p:cond delay="indefinite"/>
                      </p:stCondLst>
                      <p:childTnLst>
                        <p:par>
                          <p:cTn id="525" fill="hold">
                            <p:stCondLst>
                              <p:cond delay="0"/>
                            </p:stCondLst>
                            <p:childTnLst>
                              <p:par>
                                <p:cTn id="526" presetID="42" presetClass="entr" presetSubtype="0" fill="hold" grpId="0" nodeType="clickEffect">
                                  <p:stCondLst>
                                    <p:cond delay="0"/>
                                  </p:stCondLst>
                                  <p:childTnLst>
                                    <p:set>
                                      <p:cBhvr>
                                        <p:cTn id="527" dur="1" fill="hold">
                                          <p:stCondLst>
                                            <p:cond delay="0"/>
                                          </p:stCondLst>
                                        </p:cTn>
                                        <p:tgtEl>
                                          <p:spTgt spid="246"/>
                                        </p:tgtEl>
                                        <p:attrNameLst>
                                          <p:attrName>style.visibility</p:attrName>
                                        </p:attrNameLst>
                                      </p:cBhvr>
                                      <p:to>
                                        <p:strVal val="visible"/>
                                      </p:to>
                                    </p:set>
                                    <p:animEffect transition="in" filter="fade">
                                      <p:cBhvr>
                                        <p:cTn id="528" dur="1000"/>
                                        <p:tgtEl>
                                          <p:spTgt spid="246"/>
                                        </p:tgtEl>
                                      </p:cBhvr>
                                    </p:animEffect>
                                    <p:anim calcmode="lin" valueType="num">
                                      <p:cBhvr>
                                        <p:cTn id="529" dur="1000" fill="hold"/>
                                        <p:tgtEl>
                                          <p:spTgt spid="246"/>
                                        </p:tgtEl>
                                        <p:attrNameLst>
                                          <p:attrName>ppt_x</p:attrName>
                                        </p:attrNameLst>
                                      </p:cBhvr>
                                      <p:tavLst>
                                        <p:tav tm="0">
                                          <p:val>
                                            <p:strVal val="#ppt_x"/>
                                          </p:val>
                                        </p:tav>
                                        <p:tav tm="100000">
                                          <p:val>
                                            <p:strVal val="#ppt_x"/>
                                          </p:val>
                                        </p:tav>
                                      </p:tavLst>
                                    </p:anim>
                                    <p:anim calcmode="lin" valueType="num">
                                      <p:cBhvr>
                                        <p:cTn id="530" dur="1000" fill="hold"/>
                                        <p:tgtEl>
                                          <p:spTgt spid="246"/>
                                        </p:tgtEl>
                                        <p:attrNameLst>
                                          <p:attrName>ppt_y</p:attrName>
                                        </p:attrNameLst>
                                      </p:cBhvr>
                                      <p:tavLst>
                                        <p:tav tm="0">
                                          <p:val>
                                            <p:strVal val="#ppt_y+.1"/>
                                          </p:val>
                                        </p:tav>
                                        <p:tav tm="100000">
                                          <p:val>
                                            <p:strVal val="#ppt_y"/>
                                          </p:val>
                                        </p:tav>
                                      </p:tavLst>
                                    </p:anim>
                                  </p:childTnLst>
                                </p:cTn>
                              </p:par>
                              <p:par>
                                <p:cTn id="531" presetID="42" presetClass="entr" presetSubtype="0" fill="hold" grpId="0" nodeType="withEffect">
                                  <p:stCondLst>
                                    <p:cond delay="0"/>
                                  </p:stCondLst>
                                  <p:childTnLst>
                                    <p:set>
                                      <p:cBhvr>
                                        <p:cTn id="532" dur="1" fill="hold">
                                          <p:stCondLst>
                                            <p:cond delay="0"/>
                                          </p:stCondLst>
                                        </p:cTn>
                                        <p:tgtEl>
                                          <p:spTgt spid="247"/>
                                        </p:tgtEl>
                                        <p:attrNameLst>
                                          <p:attrName>style.visibility</p:attrName>
                                        </p:attrNameLst>
                                      </p:cBhvr>
                                      <p:to>
                                        <p:strVal val="visible"/>
                                      </p:to>
                                    </p:set>
                                    <p:animEffect transition="in" filter="fade">
                                      <p:cBhvr>
                                        <p:cTn id="533" dur="1000"/>
                                        <p:tgtEl>
                                          <p:spTgt spid="247"/>
                                        </p:tgtEl>
                                      </p:cBhvr>
                                    </p:animEffect>
                                    <p:anim calcmode="lin" valueType="num">
                                      <p:cBhvr>
                                        <p:cTn id="534" dur="1000" fill="hold"/>
                                        <p:tgtEl>
                                          <p:spTgt spid="247"/>
                                        </p:tgtEl>
                                        <p:attrNameLst>
                                          <p:attrName>ppt_x</p:attrName>
                                        </p:attrNameLst>
                                      </p:cBhvr>
                                      <p:tavLst>
                                        <p:tav tm="0">
                                          <p:val>
                                            <p:strVal val="#ppt_x"/>
                                          </p:val>
                                        </p:tav>
                                        <p:tav tm="100000">
                                          <p:val>
                                            <p:strVal val="#ppt_x"/>
                                          </p:val>
                                        </p:tav>
                                      </p:tavLst>
                                    </p:anim>
                                    <p:anim calcmode="lin" valueType="num">
                                      <p:cBhvr>
                                        <p:cTn id="535" dur="1000" fill="hold"/>
                                        <p:tgtEl>
                                          <p:spTgt spid="247"/>
                                        </p:tgtEl>
                                        <p:attrNameLst>
                                          <p:attrName>ppt_y</p:attrName>
                                        </p:attrNameLst>
                                      </p:cBhvr>
                                      <p:tavLst>
                                        <p:tav tm="0">
                                          <p:val>
                                            <p:strVal val="#ppt_y+.1"/>
                                          </p:val>
                                        </p:tav>
                                        <p:tav tm="100000">
                                          <p:val>
                                            <p:strVal val="#ppt_y"/>
                                          </p:val>
                                        </p:tav>
                                      </p:tavLst>
                                    </p:anim>
                                  </p:childTnLst>
                                </p:cTn>
                              </p:par>
                              <p:par>
                                <p:cTn id="536" presetID="42" presetClass="entr" presetSubtype="0" fill="hold" grpId="0" nodeType="withEffect">
                                  <p:stCondLst>
                                    <p:cond delay="0"/>
                                  </p:stCondLst>
                                  <p:childTnLst>
                                    <p:set>
                                      <p:cBhvr>
                                        <p:cTn id="537" dur="1" fill="hold">
                                          <p:stCondLst>
                                            <p:cond delay="0"/>
                                          </p:stCondLst>
                                        </p:cTn>
                                        <p:tgtEl>
                                          <p:spTgt spid="248"/>
                                        </p:tgtEl>
                                        <p:attrNameLst>
                                          <p:attrName>style.visibility</p:attrName>
                                        </p:attrNameLst>
                                      </p:cBhvr>
                                      <p:to>
                                        <p:strVal val="visible"/>
                                      </p:to>
                                    </p:set>
                                    <p:animEffect transition="in" filter="fade">
                                      <p:cBhvr>
                                        <p:cTn id="538" dur="1000"/>
                                        <p:tgtEl>
                                          <p:spTgt spid="248"/>
                                        </p:tgtEl>
                                      </p:cBhvr>
                                    </p:animEffect>
                                    <p:anim calcmode="lin" valueType="num">
                                      <p:cBhvr>
                                        <p:cTn id="539" dur="1000" fill="hold"/>
                                        <p:tgtEl>
                                          <p:spTgt spid="248"/>
                                        </p:tgtEl>
                                        <p:attrNameLst>
                                          <p:attrName>ppt_x</p:attrName>
                                        </p:attrNameLst>
                                      </p:cBhvr>
                                      <p:tavLst>
                                        <p:tav tm="0">
                                          <p:val>
                                            <p:strVal val="#ppt_x"/>
                                          </p:val>
                                        </p:tav>
                                        <p:tav tm="100000">
                                          <p:val>
                                            <p:strVal val="#ppt_x"/>
                                          </p:val>
                                        </p:tav>
                                      </p:tavLst>
                                    </p:anim>
                                    <p:anim calcmode="lin" valueType="num">
                                      <p:cBhvr>
                                        <p:cTn id="540" dur="1000" fill="hold"/>
                                        <p:tgtEl>
                                          <p:spTgt spid="248"/>
                                        </p:tgtEl>
                                        <p:attrNameLst>
                                          <p:attrName>ppt_y</p:attrName>
                                        </p:attrNameLst>
                                      </p:cBhvr>
                                      <p:tavLst>
                                        <p:tav tm="0">
                                          <p:val>
                                            <p:strVal val="#ppt_y+.1"/>
                                          </p:val>
                                        </p:tav>
                                        <p:tav tm="100000">
                                          <p:val>
                                            <p:strVal val="#ppt_y"/>
                                          </p:val>
                                        </p:tav>
                                      </p:tavLst>
                                    </p:anim>
                                  </p:childTnLst>
                                </p:cTn>
                              </p:par>
                            </p:childTnLst>
                          </p:cTn>
                        </p:par>
                      </p:childTnLst>
                    </p:cTn>
                  </p:par>
                  <p:par>
                    <p:cTn id="541" fill="hold">
                      <p:stCondLst>
                        <p:cond delay="indefinite"/>
                      </p:stCondLst>
                      <p:childTnLst>
                        <p:par>
                          <p:cTn id="542" fill="hold">
                            <p:stCondLst>
                              <p:cond delay="0"/>
                            </p:stCondLst>
                            <p:childTnLst>
                              <p:par>
                                <p:cTn id="543" presetID="42" presetClass="entr" presetSubtype="0" fill="hold" nodeType="clickEffect">
                                  <p:stCondLst>
                                    <p:cond delay="0"/>
                                  </p:stCondLst>
                                  <p:childTnLst>
                                    <p:set>
                                      <p:cBhvr>
                                        <p:cTn id="544" dur="1" fill="hold">
                                          <p:stCondLst>
                                            <p:cond delay="0"/>
                                          </p:stCondLst>
                                        </p:cTn>
                                        <p:tgtEl>
                                          <p:spTgt spid="162">
                                            <p:txEl>
                                              <p:pRg st="7" end="7"/>
                                            </p:txEl>
                                          </p:spTgt>
                                        </p:tgtEl>
                                        <p:attrNameLst>
                                          <p:attrName>style.visibility</p:attrName>
                                        </p:attrNameLst>
                                      </p:cBhvr>
                                      <p:to>
                                        <p:strVal val="visible"/>
                                      </p:to>
                                    </p:set>
                                    <p:animEffect transition="in" filter="fade">
                                      <p:cBhvr>
                                        <p:cTn id="545" dur="1000"/>
                                        <p:tgtEl>
                                          <p:spTgt spid="162">
                                            <p:txEl>
                                              <p:pRg st="7" end="7"/>
                                            </p:txEl>
                                          </p:spTgt>
                                        </p:tgtEl>
                                      </p:cBhvr>
                                    </p:animEffect>
                                    <p:anim calcmode="lin" valueType="num">
                                      <p:cBhvr>
                                        <p:cTn id="546" dur="1000" fill="hold"/>
                                        <p:tgtEl>
                                          <p:spTgt spid="162">
                                            <p:txEl>
                                              <p:pRg st="7" end="7"/>
                                            </p:txEl>
                                          </p:spTgt>
                                        </p:tgtEl>
                                        <p:attrNameLst>
                                          <p:attrName>ppt_x</p:attrName>
                                        </p:attrNameLst>
                                      </p:cBhvr>
                                      <p:tavLst>
                                        <p:tav tm="0">
                                          <p:val>
                                            <p:strVal val="#ppt_x"/>
                                          </p:val>
                                        </p:tav>
                                        <p:tav tm="100000">
                                          <p:val>
                                            <p:strVal val="#ppt_x"/>
                                          </p:val>
                                        </p:tav>
                                      </p:tavLst>
                                    </p:anim>
                                    <p:anim calcmode="lin" valueType="num">
                                      <p:cBhvr>
                                        <p:cTn id="547" dur="1000" fill="hold"/>
                                        <p:tgtEl>
                                          <p:spTgt spid="16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6" grpId="0" animBg="1"/>
      <p:bldP spid="225" grpId="0" animBg="1"/>
      <p:bldP spid="226" grpId="0"/>
      <p:bldP spid="227" grpId="0"/>
      <p:bldP spid="228" grpId="0"/>
      <p:bldP spid="229" grpId="0"/>
      <p:bldP spid="231" grpId="0" animBg="1"/>
      <p:bldP spid="232" grpId="0" animBg="1"/>
      <p:bldP spid="233" grpId="0" animBg="1"/>
      <p:bldP spid="234" grpId="0" animBg="1"/>
      <p:bldP spid="235" grpId="0" animBg="1"/>
      <p:bldP spid="236" grpId="0" animBg="1"/>
      <p:bldP spid="159" grpId="0"/>
      <p:bldP spid="18" grpId="0"/>
      <p:bldP spid="173" grpId="0" animBg="1"/>
      <p:bldP spid="162" grpId="0"/>
      <p:bldP spid="5" grpId="0" animBg="1"/>
      <p:bldP spid="169" grpId="0" animBg="1"/>
      <p:bldP spid="170" grpId="0" animBg="1"/>
      <p:bldP spid="171" grpId="0" animBg="1"/>
      <p:bldP spid="172" grpId="0" animBg="1"/>
      <p:bldP spid="230" grpId="0" animBg="1"/>
      <p:bldP spid="237" grpId="0" animBg="1"/>
      <p:bldP spid="241" grpId="0" animBg="1"/>
      <p:bldP spid="242" grpId="0" animBg="1"/>
      <p:bldP spid="243" grpId="0" animBg="1"/>
      <p:bldP spid="244" grpId="0" animBg="1"/>
      <p:bldP spid="245" grpId="0" animBg="1"/>
      <p:bldP spid="246" grpId="0" animBg="1"/>
      <p:bldP spid="247" grpId="0" animBg="1"/>
      <p:bldP spid="24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6735"/>
            <a:ext cx="9144000" cy="464790"/>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7" name="Rectangle 6"/>
          <p:cNvSpPr/>
          <p:nvPr/>
        </p:nvSpPr>
        <p:spPr>
          <a:xfrm>
            <a:off x="4143198" y="509452"/>
            <a:ext cx="4826962" cy="461665"/>
          </a:xfrm>
          <a:prstGeom prst="rect">
            <a:avLst/>
          </a:prstGeom>
        </p:spPr>
        <p:txBody>
          <a:bodyPr wrap="none">
            <a:spAutoFit/>
          </a:bodyPr>
          <a:lstStyle/>
          <a:p>
            <a:pPr defTabSz="457200"/>
            <a:r>
              <a:rPr lang="en-US" sz="2400" b="1" dirty="0">
                <a:solidFill>
                  <a:srgbClr val="931909"/>
                </a:solidFill>
                <a:latin typeface="Segoe UI Black"/>
              </a:rPr>
              <a:t>Shear and moment diagrams…</a:t>
            </a:r>
          </a:p>
        </p:txBody>
      </p:sp>
      <p:sp>
        <p:nvSpPr>
          <p:cNvPr id="15" name="Rectangle 14"/>
          <p:cNvSpPr/>
          <p:nvPr/>
        </p:nvSpPr>
        <p:spPr>
          <a:xfrm>
            <a:off x="1558536" y="925745"/>
            <a:ext cx="8692378" cy="338554"/>
          </a:xfrm>
          <a:prstGeom prst="rect">
            <a:avLst/>
          </a:prstGeom>
          <a:solidFill>
            <a:schemeClr val="accent1">
              <a:lumMod val="75000"/>
            </a:schemeClr>
          </a:solidFill>
        </p:spPr>
        <p:txBody>
          <a:bodyPr wrap="square">
            <a:spAutoFit/>
          </a:bodyPr>
          <a:lstStyle/>
          <a:p>
            <a:pPr defTabSz="457200">
              <a:buClr>
                <a:srgbClr val="00B050"/>
              </a:buClr>
              <a:buSzPct val="115000"/>
            </a:pPr>
            <a:r>
              <a:rPr lang="en-US" sz="1600" b="1" dirty="0">
                <a:solidFill>
                  <a:srgbClr val="FFFFFF"/>
                </a:solidFill>
                <a:latin typeface="Segoe UI Black"/>
              </a:rPr>
              <a:t>Example 2: solution …</a:t>
            </a: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14</a:t>
            </a:fld>
            <a:endParaRPr lang="en-US" sz="2000" dirty="0">
              <a:solidFill>
                <a:srgbClr val="931909">
                  <a:lumMod val="50000"/>
                </a:srgbClr>
              </a:solidFill>
              <a:latin typeface="Segoe UI Black"/>
            </a:endParaRPr>
          </a:p>
        </p:txBody>
      </p:sp>
      <p:sp>
        <p:nvSpPr>
          <p:cNvPr id="236" name="Rectangle 235"/>
          <p:cNvSpPr/>
          <p:nvPr/>
        </p:nvSpPr>
        <p:spPr>
          <a:xfrm>
            <a:off x="1573208" y="1390308"/>
            <a:ext cx="8692378" cy="307777"/>
          </a:xfrm>
          <a:prstGeom prst="rect">
            <a:avLst/>
          </a:prstGeom>
          <a:solidFill>
            <a:schemeClr val="accent1">
              <a:lumMod val="75000"/>
            </a:schemeClr>
          </a:solidFill>
        </p:spPr>
        <p:txBody>
          <a:bodyPr wrap="square">
            <a:spAutoFit/>
          </a:bodyPr>
          <a:lstStyle/>
          <a:p>
            <a:pPr marL="285750" indent="-285750" defTabSz="457200">
              <a:buClr>
                <a:srgbClr val="00B050"/>
              </a:buClr>
              <a:buSzPct val="115000"/>
              <a:buFont typeface="Wingdings" panose="05000000000000000000" pitchFamily="2" charset="2"/>
              <a:buChar char="Ø"/>
            </a:pPr>
            <a:r>
              <a:rPr lang="en-US" sz="1400" b="1" dirty="0">
                <a:solidFill>
                  <a:srgbClr val="FFFFFF"/>
                </a:solidFill>
                <a:latin typeface="Segoe UI Black"/>
              </a:rPr>
              <a:t> Analysis of beam segment (0&lt; X ≤2)</a:t>
            </a:r>
          </a:p>
        </p:txBody>
      </p:sp>
      <p:sp>
        <p:nvSpPr>
          <p:cNvPr id="18" name="TextBox 17"/>
          <p:cNvSpPr txBox="1"/>
          <p:nvPr/>
        </p:nvSpPr>
        <p:spPr>
          <a:xfrm>
            <a:off x="2072915" y="1714006"/>
            <a:ext cx="4312399" cy="307777"/>
          </a:xfrm>
          <a:prstGeom prst="rect">
            <a:avLst/>
          </a:prstGeom>
          <a:noFill/>
        </p:spPr>
        <p:txBody>
          <a:bodyPr wrap="none" rtlCol="0">
            <a:spAutoFit/>
          </a:bodyPr>
          <a:lstStyle/>
          <a:p>
            <a:pPr marL="285750" indent="-285750" defTabSz="457200">
              <a:buFont typeface="Arial" panose="020B0604020202020204" pitchFamily="34" charset="0"/>
              <a:buChar char="•"/>
            </a:pPr>
            <a:r>
              <a:rPr lang="en-US" sz="1400" dirty="0">
                <a:solidFill>
                  <a:srgbClr val="931909"/>
                </a:solidFill>
                <a:latin typeface="Segoe UI Black"/>
              </a:rPr>
              <a:t>Free body diagram of LHS of section 1---1 </a:t>
            </a:r>
          </a:p>
        </p:txBody>
      </p:sp>
      <p:sp>
        <p:nvSpPr>
          <p:cNvPr id="257" name="Rectangle 256"/>
          <p:cNvSpPr/>
          <p:nvPr/>
        </p:nvSpPr>
        <p:spPr>
          <a:xfrm>
            <a:off x="2072915" y="2614270"/>
            <a:ext cx="1705733" cy="136584"/>
          </a:xfrm>
          <a:prstGeom prst="rect">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cxnSp>
        <p:nvCxnSpPr>
          <p:cNvPr id="261" name="Straight Connector 260"/>
          <p:cNvCxnSpPr/>
          <p:nvPr/>
        </p:nvCxnSpPr>
        <p:spPr>
          <a:xfrm>
            <a:off x="2072915" y="3198710"/>
            <a:ext cx="1705733" cy="958"/>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p:nvCxnSpPr>
        <p:spPr>
          <a:xfrm flipH="1">
            <a:off x="2054047" y="3104859"/>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p:nvCxnSpPr>
        <p:spPr>
          <a:xfrm flipV="1">
            <a:off x="2090243" y="2393099"/>
            <a:ext cx="1688405" cy="213375"/>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23" name="Straight Arrow Connector 322"/>
          <p:cNvCxnSpPr/>
          <p:nvPr/>
        </p:nvCxnSpPr>
        <p:spPr>
          <a:xfrm>
            <a:off x="3771601" y="2407427"/>
            <a:ext cx="3010" cy="19904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4" name="Straight Arrow Connector 323"/>
          <p:cNvCxnSpPr/>
          <p:nvPr/>
        </p:nvCxnSpPr>
        <p:spPr>
          <a:xfrm>
            <a:off x="3474552" y="2431912"/>
            <a:ext cx="7244" cy="18235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5" name="Straight Arrow Connector 324"/>
          <p:cNvCxnSpPr/>
          <p:nvPr/>
        </p:nvCxnSpPr>
        <p:spPr>
          <a:xfrm>
            <a:off x="3366079" y="2448085"/>
            <a:ext cx="0" cy="15838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6" name="Straight Arrow Connector 325"/>
          <p:cNvCxnSpPr/>
          <p:nvPr/>
        </p:nvCxnSpPr>
        <p:spPr>
          <a:xfrm flipH="1">
            <a:off x="3269800" y="2459908"/>
            <a:ext cx="779" cy="154363"/>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7" name="Straight Arrow Connector 326"/>
          <p:cNvCxnSpPr/>
          <p:nvPr/>
        </p:nvCxnSpPr>
        <p:spPr>
          <a:xfrm>
            <a:off x="3157722" y="2471148"/>
            <a:ext cx="3451" cy="143122"/>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8" name="Straight Arrow Connector 327"/>
          <p:cNvCxnSpPr/>
          <p:nvPr/>
        </p:nvCxnSpPr>
        <p:spPr>
          <a:xfrm>
            <a:off x="3043605" y="2491673"/>
            <a:ext cx="4049" cy="130821"/>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9" name="Straight Arrow Connector 328"/>
          <p:cNvCxnSpPr/>
          <p:nvPr/>
        </p:nvCxnSpPr>
        <p:spPr>
          <a:xfrm>
            <a:off x="2929686" y="2505639"/>
            <a:ext cx="5483" cy="11685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0" name="Straight Arrow Connector 329"/>
          <p:cNvCxnSpPr/>
          <p:nvPr/>
        </p:nvCxnSpPr>
        <p:spPr>
          <a:xfrm>
            <a:off x="2835002" y="2515156"/>
            <a:ext cx="114" cy="10177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1" name="Straight Arrow Connector 330"/>
          <p:cNvCxnSpPr/>
          <p:nvPr/>
        </p:nvCxnSpPr>
        <p:spPr>
          <a:xfrm>
            <a:off x="2739245" y="2530204"/>
            <a:ext cx="2374" cy="91039"/>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2" name="Straight Arrow Connector 331"/>
          <p:cNvCxnSpPr/>
          <p:nvPr/>
        </p:nvCxnSpPr>
        <p:spPr>
          <a:xfrm>
            <a:off x="2624387" y="2530202"/>
            <a:ext cx="5124" cy="99826"/>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3" name="Straight Arrow Connector 332"/>
          <p:cNvCxnSpPr/>
          <p:nvPr/>
        </p:nvCxnSpPr>
        <p:spPr>
          <a:xfrm flipH="1">
            <a:off x="2497622" y="2541980"/>
            <a:ext cx="2803" cy="88048"/>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42" name="TextBox 341"/>
          <p:cNvSpPr txBox="1"/>
          <p:nvPr/>
        </p:nvSpPr>
        <p:spPr>
          <a:xfrm>
            <a:off x="2708003" y="3046347"/>
            <a:ext cx="335602"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x</a:t>
            </a:r>
          </a:p>
        </p:txBody>
      </p:sp>
      <p:cxnSp>
        <p:nvCxnSpPr>
          <p:cNvPr id="343" name="Straight Arrow Connector 342"/>
          <p:cNvCxnSpPr/>
          <p:nvPr/>
        </p:nvCxnSpPr>
        <p:spPr>
          <a:xfrm flipH="1" flipV="1">
            <a:off x="2090102" y="2727404"/>
            <a:ext cx="140" cy="302454"/>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5" name="TextBox 344"/>
          <p:cNvSpPr txBox="1"/>
          <p:nvPr/>
        </p:nvSpPr>
        <p:spPr>
          <a:xfrm>
            <a:off x="4848819" y="3427465"/>
            <a:ext cx="5317737" cy="1138773"/>
          </a:xfrm>
          <a:prstGeom prst="rect">
            <a:avLst/>
          </a:prstGeom>
          <a:noFill/>
        </p:spPr>
        <p:txBody>
          <a:bodyPr wrap="square" rtlCol="0">
            <a:spAutoFit/>
          </a:bodyPr>
          <a:lstStyle/>
          <a:p>
            <a:pPr marL="171450" indent="-171450" defTabSz="457200">
              <a:buFont typeface="Arial" panose="020B0604020202020204" pitchFamily="34" charset="0"/>
              <a:buChar char="•"/>
            </a:pPr>
            <a:r>
              <a:rPr lang="en-US" sz="1400" dirty="0">
                <a:solidFill>
                  <a:srgbClr val="002060"/>
                </a:solidFill>
                <a:latin typeface="Segoe UI Black"/>
              </a:rPr>
              <a:t>From triangle similarity, w/1=x/2  ; Thus w=(x/2)</a:t>
            </a:r>
            <a:r>
              <a:rPr lang="en-US" sz="1400" dirty="0" err="1">
                <a:solidFill>
                  <a:srgbClr val="002060"/>
                </a:solidFill>
                <a:latin typeface="Segoe UI Black"/>
              </a:rPr>
              <a:t>kN</a:t>
            </a:r>
            <a:r>
              <a:rPr lang="en-US" sz="1400" dirty="0">
                <a:solidFill>
                  <a:srgbClr val="002060"/>
                </a:solidFill>
                <a:latin typeface="Segoe UI Black"/>
              </a:rPr>
              <a:t>/m. </a:t>
            </a:r>
          </a:p>
          <a:p>
            <a:pPr marL="171450" indent="-171450" defTabSz="457200">
              <a:buFont typeface="Arial" panose="020B0604020202020204" pitchFamily="34" charset="0"/>
              <a:buChar char="•"/>
            </a:pPr>
            <a:r>
              <a:rPr lang="en-US" sz="1400" dirty="0">
                <a:solidFill>
                  <a:srgbClr val="002060"/>
                </a:solidFill>
                <a:latin typeface="Segoe UI Black"/>
              </a:rPr>
              <a:t>Its equivalent concentrated force =w*x/2</a:t>
            </a:r>
          </a:p>
          <a:p>
            <a:pPr defTabSz="457200"/>
            <a:r>
              <a:rPr lang="en-US" sz="1400" dirty="0">
                <a:solidFill>
                  <a:srgbClr val="002060"/>
                </a:solidFill>
                <a:latin typeface="Segoe UI Black"/>
              </a:rPr>
              <a:t>                                                                =(x/2)*(x/2)=x</a:t>
            </a:r>
            <a:r>
              <a:rPr lang="en-US" sz="1400" baseline="30000" dirty="0">
                <a:solidFill>
                  <a:srgbClr val="002060"/>
                </a:solidFill>
                <a:latin typeface="Segoe UI Black"/>
              </a:rPr>
              <a:t>2</a:t>
            </a:r>
            <a:r>
              <a:rPr lang="en-US" sz="1400" dirty="0">
                <a:solidFill>
                  <a:srgbClr val="002060"/>
                </a:solidFill>
                <a:latin typeface="Segoe UI Black"/>
              </a:rPr>
              <a:t>/4</a:t>
            </a:r>
          </a:p>
          <a:p>
            <a:pPr defTabSz="457200"/>
            <a:r>
              <a:rPr lang="en-US" sz="1400" dirty="0">
                <a:solidFill>
                  <a:srgbClr val="002060"/>
                </a:solidFill>
                <a:latin typeface="Segoe UI Black"/>
              </a:rPr>
              <a:t>                       Which is to be located 2x/3 from left end</a:t>
            </a:r>
          </a:p>
          <a:p>
            <a:pPr defTabSz="457200"/>
            <a:endParaRPr lang="en-US" sz="1200" dirty="0">
              <a:solidFill>
                <a:srgbClr val="002060"/>
              </a:solidFill>
              <a:latin typeface="Segoe UI Black"/>
            </a:endParaRPr>
          </a:p>
        </p:txBody>
      </p:sp>
      <p:cxnSp>
        <p:nvCxnSpPr>
          <p:cNvPr id="361" name="Straight Arrow Connector 360"/>
          <p:cNvCxnSpPr/>
          <p:nvPr/>
        </p:nvCxnSpPr>
        <p:spPr>
          <a:xfrm>
            <a:off x="3622183" y="2401700"/>
            <a:ext cx="3010" cy="19904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62" name="Straight Arrow Connector 361"/>
          <p:cNvCxnSpPr/>
          <p:nvPr/>
        </p:nvCxnSpPr>
        <p:spPr>
          <a:xfrm>
            <a:off x="3894641" y="2508305"/>
            <a:ext cx="15908" cy="34328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3" name="Curved Down Arrow 362"/>
          <p:cNvSpPr/>
          <p:nvPr/>
        </p:nvSpPr>
        <p:spPr>
          <a:xfrm rot="16508738" flipV="1">
            <a:off x="3977064" y="2543015"/>
            <a:ext cx="325414" cy="185490"/>
          </a:xfrm>
          <a:prstGeom prst="curvedDownArrow">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sp>
        <p:nvSpPr>
          <p:cNvPr id="364" name="TextBox 363"/>
          <p:cNvSpPr txBox="1"/>
          <p:nvPr/>
        </p:nvSpPr>
        <p:spPr>
          <a:xfrm>
            <a:off x="3839694" y="2538068"/>
            <a:ext cx="254039" cy="276999"/>
          </a:xfrm>
          <a:prstGeom prst="rect">
            <a:avLst/>
          </a:prstGeom>
          <a:noFill/>
        </p:spPr>
        <p:txBody>
          <a:bodyPr wrap="square" rtlCol="0">
            <a:spAutoFit/>
          </a:bodyPr>
          <a:lstStyle/>
          <a:p>
            <a:pPr defTabSz="457200"/>
            <a:r>
              <a:rPr lang="en-US" sz="1200" dirty="0">
                <a:solidFill>
                  <a:srgbClr val="FF0000"/>
                </a:solidFill>
                <a:latin typeface="Segoe UI Black"/>
              </a:rPr>
              <a:t>V</a:t>
            </a:r>
          </a:p>
        </p:txBody>
      </p:sp>
      <p:sp>
        <p:nvSpPr>
          <p:cNvPr id="365" name="TextBox 364"/>
          <p:cNvSpPr txBox="1"/>
          <p:nvPr/>
        </p:nvSpPr>
        <p:spPr>
          <a:xfrm>
            <a:off x="4167813" y="2514603"/>
            <a:ext cx="254039" cy="276999"/>
          </a:xfrm>
          <a:prstGeom prst="rect">
            <a:avLst/>
          </a:prstGeom>
          <a:noFill/>
        </p:spPr>
        <p:txBody>
          <a:bodyPr wrap="square" rtlCol="0">
            <a:spAutoFit/>
          </a:bodyPr>
          <a:lstStyle/>
          <a:p>
            <a:pPr defTabSz="457200"/>
            <a:r>
              <a:rPr lang="en-US" sz="1200" dirty="0">
                <a:solidFill>
                  <a:srgbClr val="7030A0"/>
                </a:solidFill>
                <a:latin typeface="Segoe UI Black"/>
              </a:rPr>
              <a:t>M</a:t>
            </a:r>
          </a:p>
        </p:txBody>
      </p:sp>
      <p:sp>
        <p:nvSpPr>
          <p:cNvPr id="366" name="TextBox 365"/>
          <p:cNvSpPr txBox="1"/>
          <p:nvPr/>
        </p:nvSpPr>
        <p:spPr>
          <a:xfrm>
            <a:off x="3669511" y="2182909"/>
            <a:ext cx="800890" cy="246221"/>
          </a:xfrm>
          <a:prstGeom prst="rect">
            <a:avLst/>
          </a:prstGeom>
          <a:noFill/>
        </p:spPr>
        <p:txBody>
          <a:bodyPr wrap="square" rtlCol="0">
            <a:spAutoFit/>
          </a:bodyPr>
          <a:lstStyle/>
          <a:p>
            <a:pPr defTabSz="457200"/>
            <a:r>
              <a:rPr lang="en-US" sz="1000" dirty="0">
                <a:solidFill>
                  <a:srgbClr val="002060"/>
                </a:solidFill>
                <a:latin typeface="Segoe UI Black"/>
              </a:rPr>
              <a:t>w (</a:t>
            </a:r>
            <a:r>
              <a:rPr lang="en-US" sz="1000" dirty="0" err="1">
                <a:solidFill>
                  <a:srgbClr val="002060"/>
                </a:solidFill>
                <a:latin typeface="Segoe UI Black"/>
              </a:rPr>
              <a:t>kN</a:t>
            </a:r>
            <a:r>
              <a:rPr lang="en-US" sz="1000" dirty="0">
                <a:solidFill>
                  <a:srgbClr val="002060"/>
                </a:solidFill>
                <a:latin typeface="Segoe UI Black"/>
              </a:rPr>
              <a:t>/m)</a:t>
            </a:r>
          </a:p>
        </p:txBody>
      </p:sp>
      <p:sp>
        <p:nvSpPr>
          <p:cNvPr id="367" name="Rectangle 366"/>
          <p:cNvSpPr/>
          <p:nvPr/>
        </p:nvSpPr>
        <p:spPr>
          <a:xfrm>
            <a:off x="1959548" y="5348996"/>
            <a:ext cx="1705733" cy="136584"/>
          </a:xfrm>
          <a:prstGeom prst="rect">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cxnSp>
        <p:nvCxnSpPr>
          <p:cNvPr id="368" name="Straight Connector 367"/>
          <p:cNvCxnSpPr/>
          <p:nvPr/>
        </p:nvCxnSpPr>
        <p:spPr>
          <a:xfrm>
            <a:off x="1959548" y="5933436"/>
            <a:ext cx="1705733" cy="958"/>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9" name="Straight Connector 368"/>
          <p:cNvCxnSpPr/>
          <p:nvPr/>
        </p:nvCxnSpPr>
        <p:spPr>
          <a:xfrm flipH="1">
            <a:off x="1940680" y="5839585"/>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370" name="Straight Connector 369"/>
          <p:cNvCxnSpPr/>
          <p:nvPr/>
        </p:nvCxnSpPr>
        <p:spPr>
          <a:xfrm flipV="1">
            <a:off x="1976876" y="5127825"/>
            <a:ext cx="1688405" cy="213375"/>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71" name="Straight Arrow Connector 370"/>
          <p:cNvCxnSpPr/>
          <p:nvPr/>
        </p:nvCxnSpPr>
        <p:spPr>
          <a:xfrm>
            <a:off x="3658234" y="5142153"/>
            <a:ext cx="3010" cy="199045"/>
          </a:xfrm>
          <a:prstGeom prst="straightConnector1">
            <a:avLst/>
          </a:prstGeom>
          <a:ln w="12700">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2" name="TextBox 381"/>
          <p:cNvSpPr txBox="1"/>
          <p:nvPr/>
        </p:nvSpPr>
        <p:spPr>
          <a:xfrm>
            <a:off x="2594636" y="5781073"/>
            <a:ext cx="335602"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x</a:t>
            </a:r>
          </a:p>
        </p:txBody>
      </p:sp>
      <p:cxnSp>
        <p:nvCxnSpPr>
          <p:cNvPr id="383" name="Straight Arrow Connector 382"/>
          <p:cNvCxnSpPr/>
          <p:nvPr/>
        </p:nvCxnSpPr>
        <p:spPr>
          <a:xfrm flipH="1" flipV="1">
            <a:off x="1976735" y="5462130"/>
            <a:ext cx="140" cy="302454"/>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4" name="TextBox 383"/>
          <p:cNvSpPr txBox="1"/>
          <p:nvPr/>
        </p:nvSpPr>
        <p:spPr>
          <a:xfrm>
            <a:off x="1660650" y="5687979"/>
            <a:ext cx="723604" cy="276999"/>
          </a:xfrm>
          <a:prstGeom prst="rect">
            <a:avLst/>
          </a:prstGeom>
          <a:noFill/>
        </p:spPr>
        <p:txBody>
          <a:bodyPr wrap="square" rtlCol="0">
            <a:spAutoFit/>
          </a:bodyPr>
          <a:lstStyle/>
          <a:p>
            <a:pPr defTabSz="457200"/>
            <a:r>
              <a:rPr lang="en-US" sz="1200" dirty="0">
                <a:solidFill>
                  <a:srgbClr val="002060"/>
                </a:solidFill>
                <a:latin typeface="Segoe UI Black"/>
              </a:rPr>
              <a:t>2.33kN</a:t>
            </a:r>
            <a:endParaRPr lang="en-US" sz="1200" baseline="-25000" dirty="0">
              <a:solidFill>
                <a:srgbClr val="002060"/>
              </a:solidFill>
              <a:latin typeface="Segoe UI Black"/>
            </a:endParaRPr>
          </a:p>
        </p:txBody>
      </p:sp>
      <p:cxnSp>
        <p:nvCxnSpPr>
          <p:cNvPr id="386" name="Straight Arrow Connector 385"/>
          <p:cNvCxnSpPr/>
          <p:nvPr/>
        </p:nvCxnSpPr>
        <p:spPr>
          <a:xfrm>
            <a:off x="3781274" y="5243031"/>
            <a:ext cx="15908" cy="34328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7" name="Curved Down Arrow 386"/>
          <p:cNvSpPr/>
          <p:nvPr/>
        </p:nvSpPr>
        <p:spPr>
          <a:xfrm rot="16508738" flipV="1">
            <a:off x="3863697" y="5277741"/>
            <a:ext cx="325414" cy="185490"/>
          </a:xfrm>
          <a:prstGeom prst="curvedDownArrow">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sp>
        <p:nvSpPr>
          <p:cNvPr id="388" name="TextBox 387"/>
          <p:cNvSpPr txBox="1"/>
          <p:nvPr/>
        </p:nvSpPr>
        <p:spPr>
          <a:xfrm>
            <a:off x="3726327" y="5272794"/>
            <a:ext cx="254039" cy="276999"/>
          </a:xfrm>
          <a:prstGeom prst="rect">
            <a:avLst/>
          </a:prstGeom>
          <a:noFill/>
        </p:spPr>
        <p:txBody>
          <a:bodyPr wrap="square" rtlCol="0">
            <a:spAutoFit/>
          </a:bodyPr>
          <a:lstStyle/>
          <a:p>
            <a:pPr defTabSz="457200"/>
            <a:r>
              <a:rPr lang="en-US" sz="1200" dirty="0">
                <a:solidFill>
                  <a:srgbClr val="FF0000"/>
                </a:solidFill>
                <a:latin typeface="Segoe UI Black"/>
              </a:rPr>
              <a:t>V</a:t>
            </a:r>
          </a:p>
        </p:txBody>
      </p:sp>
      <p:sp>
        <p:nvSpPr>
          <p:cNvPr id="389" name="TextBox 388"/>
          <p:cNvSpPr txBox="1"/>
          <p:nvPr/>
        </p:nvSpPr>
        <p:spPr>
          <a:xfrm>
            <a:off x="4054446" y="5249329"/>
            <a:ext cx="254039" cy="276999"/>
          </a:xfrm>
          <a:prstGeom prst="rect">
            <a:avLst/>
          </a:prstGeom>
          <a:noFill/>
        </p:spPr>
        <p:txBody>
          <a:bodyPr wrap="square" rtlCol="0">
            <a:spAutoFit/>
          </a:bodyPr>
          <a:lstStyle/>
          <a:p>
            <a:pPr defTabSz="457200"/>
            <a:r>
              <a:rPr lang="en-US" sz="1200" dirty="0">
                <a:solidFill>
                  <a:srgbClr val="7030A0"/>
                </a:solidFill>
                <a:latin typeface="Segoe UI Black"/>
              </a:rPr>
              <a:t>M</a:t>
            </a:r>
          </a:p>
        </p:txBody>
      </p:sp>
      <p:sp>
        <p:nvSpPr>
          <p:cNvPr id="390" name="TextBox 389"/>
          <p:cNvSpPr txBox="1"/>
          <p:nvPr/>
        </p:nvSpPr>
        <p:spPr>
          <a:xfrm>
            <a:off x="3053650" y="4701611"/>
            <a:ext cx="800890" cy="246221"/>
          </a:xfrm>
          <a:prstGeom prst="rect">
            <a:avLst/>
          </a:prstGeom>
          <a:noFill/>
        </p:spPr>
        <p:txBody>
          <a:bodyPr wrap="square" rtlCol="0">
            <a:spAutoFit/>
          </a:bodyPr>
          <a:lstStyle/>
          <a:p>
            <a:pPr defTabSz="457200"/>
            <a:r>
              <a:rPr lang="en-US" sz="1000" dirty="0">
                <a:solidFill>
                  <a:srgbClr val="002060"/>
                </a:solidFill>
                <a:latin typeface="Segoe UI Black"/>
              </a:rPr>
              <a:t>X</a:t>
            </a:r>
            <a:r>
              <a:rPr lang="en-US" sz="1000" baseline="30000" dirty="0">
                <a:solidFill>
                  <a:srgbClr val="002060"/>
                </a:solidFill>
                <a:latin typeface="Segoe UI Black"/>
              </a:rPr>
              <a:t>2</a:t>
            </a:r>
            <a:r>
              <a:rPr lang="en-US" sz="1000" dirty="0">
                <a:solidFill>
                  <a:srgbClr val="002060"/>
                </a:solidFill>
                <a:latin typeface="Segoe UI Black"/>
              </a:rPr>
              <a:t>/4 </a:t>
            </a:r>
            <a:r>
              <a:rPr lang="en-US" sz="1000" dirty="0" err="1">
                <a:solidFill>
                  <a:srgbClr val="002060"/>
                </a:solidFill>
                <a:latin typeface="Segoe UI Black"/>
              </a:rPr>
              <a:t>kN</a:t>
            </a:r>
            <a:endParaRPr lang="en-US" sz="1000" dirty="0">
              <a:solidFill>
                <a:srgbClr val="002060"/>
              </a:solidFill>
              <a:latin typeface="Segoe UI Black"/>
            </a:endParaRPr>
          </a:p>
        </p:txBody>
      </p:sp>
      <p:cxnSp>
        <p:nvCxnSpPr>
          <p:cNvPr id="391" name="Straight Connector 390"/>
          <p:cNvCxnSpPr/>
          <p:nvPr/>
        </p:nvCxnSpPr>
        <p:spPr>
          <a:xfrm flipV="1">
            <a:off x="2054047" y="3514010"/>
            <a:ext cx="2412122" cy="329426"/>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p:cNvCxnSpPr/>
          <p:nvPr/>
        </p:nvCxnSpPr>
        <p:spPr>
          <a:xfrm flipV="1">
            <a:off x="2067655" y="3843435"/>
            <a:ext cx="2398515" cy="390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a:off x="3742452" y="3617682"/>
            <a:ext cx="0" cy="2335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3" name="Straight Arrow Connector 392"/>
          <p:cNvCxnSpPr/>
          <p:nvPr/>
        </p:nvCxnSpPr>
        <p:spPr>
          <a:xfrm>
            <a:off x="4466169" y="3514011"/>
            <a:ext cx="0" cy="3294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4" name="TextBox 393"/>
          <p:cNvSpPr txBox="1"/>
          <p:nvPr/>
        </p:nvSpPr>
        <p:spPr>
          <a:xfrm>
            <a:off x="3746597" y="3560559"/>
            <a:ext cx="244111" cy="246221"/>
          </a:xfrm>
          <a:prstGeom prst="rect">
            <a:avLst/>
          </a:prstGeom>
          <a:noFill/>
        </p:spPr>
        <p:txBody>
          <a:bodyPr wrap="square" rtlCol="0">
            <a:spAutoFit/>
          </a:bodyPr>
          <a:lstStyle/>
          <a:p>
            <a:pPr defTabSz="457200"/>
            <a:r>
              <a:rPr lang="en-US" sz="1000" dirty="0">
                <a:solidFill>
                  <a:srgbClr val="002060"/>
                </a:solidFill>
                <a:latin typeface="Segoe UI Black"/>
              </a:rPr>
              <a:t>w</a:t>
            </a:r>
          </a:p>
        </p:txBody>
      </p:sp>
      <p:sp>
        <p:nvSpPr>
          <p:cNvPr id="395" name="TextBox 394"/>
          <p:cNvSpPr txBox="1"/>
          <p:nvPr/>
        </p:nvSpPr>
        <p:spPr>
          <a:xfrm>
            <a:off x="4414862" y="3516023"/>
            <a:ext cx="229361" cy="246221"/>
          </a:xfrm>
          <a:prstGeom prst="rect">
            <a:avLst/>
          </a:prstGeom>
          <a:noFill/>
        </p:spPr>
        <p:txBody>
          <a:bodyPr wrap="square" rtlCol="0">
            <a:spAutoFit/>
          </a:bodyPr>
          <a:lstStyle/>
          <a:p>
            <a:pPr defTabSz="457200"/>
            <a:r>
              <a:rPr lang="en-US" sz="1000" dirty="0">
                <a:solidFill>
                  <a:srgbClr val="002060"/>
                </a:solidFill>
                <a:latin typeface="Segoe UI Black"/>
              </a:rPr>
              <a:t>1</a:t>
            </a:r>
          </a:p>
        </p:txBody>
      </p:sp>
      <p:cxnSp>
        <p:nvCxnSpPr>
          <p:cNvPr id="396" name="Straight Connector 395"/>
          <p:cNvCxnSpPr/>
          <p:nvPr/>
        </p:nvCxnSpPr>
        <p:spPr>
          <a:xfrm flipV="1">
            <a:off x="2054048" y="4016475"/>
            <a:ext cx="2425729" cy="11154"/>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97" name="Straight Connector 396"/>
          <p:cNvCxnSpPr/>
          <p:nvPr/>
        </p:nvCxnSpPr>
        <p:spPr>
          <a:xfrm flipH="1">
            <a:off x="2031459" y="3914409"/>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398" name="Straight Connector 397"/>
          <p:cNvCxnSpPr/>
          <p:nvPr/>
        </p:nvCxnSpPr>
        <p:spPr>
          <a:xfrm flipH="1">
            <a:off x="3695807" y="3910470"/>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399" name="Straight Connector 398"/>
          <p:cNvCxnSpPr/>
          <p:nvPr/>
        </p:nvCxnSpPr>
        <p:spPr>
          <a:xfrm flipH="1">
            <a:off x="4416823" y="3894537"/>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400" name="TextBox 399"/>
          <p:cNvSpPr txBox="1"/>
          <p:nvPr/>
        </p:nvSpPr>
        <p:spPr>
          <a:xfrm>
            <a:off x="2898070" y="3905429"/>
            <a:ext cx="229361" cy="246221"/>
          </a:xfrm>
          <a:prstGeom prst="rect">
            <a:avLst/>
          </a:prstGeom>
          <a:solidFill>
            <a:schemeClr val="bg1"/>
          </a:solidFill>
        </p:spPr>
        <p:txBody>
          <a:bodyPr wrap="square" rtlCol="0">
            <a:spAutoFit/>
          </a:bodyPr>
          <a:lstStyle/>
          <a:p>
            <a:pPr defTabSz="457200"/>
            <a:r>
              <a:rPr lang="en-US" sz="1000" dirty="0">
                <a:solidFill>
                  <a:srgbClr val="002060"/>
                </a:solidFill>
                <a:latin typeface="Segoe UI Black"/>
              </a:rPr>
              <a:t>x</a:t>
            </a:r>
          </a:p>
        </p:txBody>
      </p:sp>
      <p:cxnSp>
        <p:nvCxnSpPr>
          <p:cNvPr id="402" name="Straight Connector 401"/>
          <p:cNvCxnSpPr/>
          <p:nvPr/>
        </p:nvCxnSpPr>
        <p:spPr>
          <a:xfrm flipV="1">
            <a:off x="2027290" y="4206691"/>
            <a:ext cx="2425729" cy="11154"/>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03" name="Straight Connector 402"/>
          <p:cNvCxnSpPr/>
          <p:nvPr/>
        </p:nvCxnSpPr>
        <p:spPr>
          <a:xfrm flipH="1">
            <a:off x="4414861" y="4107256"/>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404" name="Straight Connector 403"/>
          <p:cNvCxnSpPr/>
          <p:nvPr/>
        </p:nvCxnSpPr>
        <p:spPr>
          <a:xfrm flipH="1">
            <a:off x="1990489" y="4119247"/>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405" name="TextBox 404"/>
          <p:cNvSpPr txBox="1"/>
          <p:nvPr/>
        </p:nvSpPr>
        <p:spPr>
          <a:xfrm>
            <a:off x="3211680" y="4076612"/>
            <a:ext cx="229361" cy="246221"/>
          </a:xfrm>
          <a:prstGeom prst="rect">
            <a:avLst/>
          </a:prstGeom>
          <a:solidFill>
            <a:schemeClr val="bg1"/>
          </a:solidFill>
        </p:spPr>
        <p:txBody>
          <a:bodyPr wrap="square" rtlCol="0">
            <a:spAutoFit/>
          </a:bodyPr>
          <a:lstStyle/>
          <a:p>
            <a:pPr defTabSz="457200"/>
            <a:r>
              <a:rPr lang="en-US" sz="1000" dirty="0">
                <a:solidFill>
                  <a:srgbClr val="002060"/>
                </a:solidFill>
                <a:latin typeface="Segoe UI Black"/>
              </a:rPr>
              <a:t>2</a:t>
            </a:r>
          </a:p>
        </p:txBody>
      </p:sp>
      <p:sp>
        <p:nvSpPr>
          <p:cNvPr id="406" name="TextBox 405"/>
          <p:cNvSpPr txBox="1"/>
          <p:nvPr/>
        </p:nvSpPr>
        <p:spPr>
          <a:xfrm>
            <a:off x="1871032" y="2881149"/>
            <a:ext cx="723604" cy="276999"/>
          </a:xfrm>
          <a:prstGeom prst="rect">
            <a:avLst/>
          </a:prstGeom>
          <a:noFill/>
        </p:spPr>
        <p:txBody>
          <a:bodyPr wrap="square" rtlCol="0">
            <a:spAutoFit/>
          </a:bodyPr>
          <a:lstStyle/>
          <a:p>
            <a:pPr defTabSz="457200"/>
            <a:r>
              <a:rPr lang="en-US" sz="1200" dirty="0">
                <a:solidFill>
                  <a:srgbClr val="002060"/>
                </a:solidFill>
                <a:latin typeface="Segoe UI Black"/>
              </a:rPr>
              <a:t>2.33kN</a:t>
            </a:r>
            <a:endParaRPr lang="en-US" sz="1200" baseline="-25000" dirty="0">
              <a:solidFill>
                <a:srgbClr val="002060"/>
              </a:solidFill>
              <a:latin typeface="Segoe UI Black"/>
            </a:endParaRPr>
          </a:p>
        </p:txBody>
      </p:sp>
      <p:cxnSp>
        <p:nvCxnSpPr>
          <p:cNvPr id="407" name="Straight Arrow Connector 406"/>
          <p:cNvCxnSpPr/>
          <p:nvPr/>
        </p:nvCxnSpPr>
        <p:spPr>
          <a:xfrm>
            <a:off x="3215819" y="4932262"/>
            <a:ext cx="22929" cy="419781"/>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8" name="Straight Connector 407"/>
          <p:cNvCxnSpPr/>
          <p:nvPr/>
        </p:nvCxnSpPr>
        <p:spPr>
          <a:xfrm flipH="1">
            <a:off x="3629085" y="5824661"/>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409" name="Straight Connector 408"/>
          <p:cNvCxnSpPr/>
          <p:nvPr/>
        </p:nvCxnSpPr>
        <p:spPr>
          <a:xfrm>
            <a:off x="1959548" y="5666851"/>
            <a:ext cx="1705733" cy="958"/>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0" name="Straight Connector 409"/>
          <p:cNvCxnSpPr/>
          <p:nvPr/>
        </p:nvCxnSpPr>
        <p:spPr>
          <a:xfrm flipH="1">
            <a:off x="3612350" y="5575118"/>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411" name="Straight Connector 410"/>
          <p:cNvCxnSpPr/>
          <p:nvPr/>
        </p:nvCxnSpPr>
        <p:spPr>
          <a:xfrm flipH="1">
            <a:off x="3232685" y="5559233"/>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412" name="TextBox 411"/>
          <p:cNvSpPr txBox="1"/>
          <p:nvPr/>
        </p:nvSpPr>
        <p:spPr>
          <a:xfrm>
            <a:off x="2509945" y="5504172"/>
            <a:ext cx="504984"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2x/3</a:t>
            </a:r>
          </a:p>
        </p:txBody>
      </p:sp>
      <p:sp>
        <p:nvSpPr>
          <p:cNvPr id="413" name="TextBox 412"/>
          <p:cNvSpPr txBox="1"/>
          <p:nvPr/>
        </p:nvSpPr>
        <p:spPr>
          <a:xfrm>
            <a:off x="3297072" y="5485580"/>
            <a:ext cx="423156" cy="215444"/>
          </a:xfrm>
          <a:prstGeom prst="rect">
            <a:avLst/>
          </a:prstGeom>
          <a:noFill/>
        </p:spPr>
        <p:txBody>
          <a:bodyPr wrap="square" rtlCol="0">
            <a:spAutoFit/>
          </a:bodyPr>
          <a:lstStyle/>
          <a:p>
            <a:pPr defTabSz="457200"/>
            <a:r>
              <a:rPr lang="en-US" sz="800" dirty="0">
                <a:solidFill>
                  <a:srgbClr val="002060"/>
                </a:solidFill>
                <a:latin typeface="Segoe UI Black"/>
              </a:rPr>
              <a:t>x/3</a:t>
            </a:r>
          </a:p>
        </p:txBody>
      </p:sp>
      <p:sp>
        <p:nvSpPr>
          <p:cNvPr id="414" name="TextBox 413"/>
          <p:cNvSpPr txBox="1"/>
          <p:nvPr/>
        </p:nvSpPr>
        <p:spPr>
          <a:xfrm>
            <a:off x="4769207" y="4649163"/>
            <a:ext cx="4936627" cy="1815882"/>
          </a:xfrm>
          <a:prstGeom prst="rect">
            <a:avLst/>
          </a:prstGeom>
          <a:noFill/>
        </p:spPr>
        <p:txBody>
          <a:bodyPr wrap="square" rtlCol="0">
            <a:spAutoFit/>
          </a:bodyPr>
          <a:lstStyle/>
          <a:p>
            <a:pPr marL="171450" indent="-171450" defTabSz="457200">
              <a:buFont typeface="Arial" panose="020B0604020202020204" pitchFamily="34" charset="0"/>
              <a:buChar char="•"/>
            </a:pPr>
            <a:r>
              <a:rPr lang="en-US" sz="1400" dirty="0">
                <a:solidFill>
                  <a:srgbClr val="002060"/>
                </a:solidFill>
                <a:latin typeface="Segoe UI Black"/>
              </a:rPr>
              <a:t>Now it is easy to write equilibrium equation</a:t>
            </a:r>
          </a:p>
          <a:p>
            <a:pPr marL="285750" indent="-285750" defTabSz="457200">
              <a:buFont typeface="Wingdings" panose="05000000000000000000" pitchFamily="2" charset="2"/>
              <a:buChar char="ü"/>
            </a:pPr>
            <a:r>
              <a:rPr lang="en-US" sz="1400" dirty="0">
                <a:solidFill>
                  <a:srgbClr val="002060"/>
                </a:solidFill>
                <a:latin typeface="Segoe UI Black"/>
              </a:rPr>
              <a:t>From </a:t>
            </a:r>
          </a:p>
          <a:p>
            <a:pPr defTabSz="457200"/>
            <a:r>
              <a:rPr lang="en-US" sz="1400" dirty="0">
                <a:solidFill>
                  <a:srgbClr val="002060"/>
                </a:solidFill>
                <a:latin typeface="Segoe UI Black"/>
              </a:rPr>
              <a:t>    </a:t>
            </a:r>
            <a:r>
              <a:rPr lang="en-US" sz="1400" dirty="0">
                <a:solidFill>
                  <a:srgbClr val="931909"/>
                </a:solidFill>
                <a:latin typeface="Segoe UI Black"/>
              </a:rPr>
              <a:t>∑</a:t>
            </a:r>
            <a:r>
              <a:rPr lang="en-US" sz="1400" dirty="0" err="1">
                <a:solidFill>
                  <a:srgbClr val="931909"/>
                </a:solidFill>
                <a:latin typeface="Segoe UI Black"/>
              </a:rPr>
              <a:t>Fy</a:t>
            </a:r>
            <a:r>
              <a:rPr lang="en-US" sz="1400" dirty="0">
                <a:solidFill>
                  <a:srgbClr val="931909"/>
                </a:solidFill>
                <a:latin typeface="Segoe UI Black"/>
              </a:rPr>
              <a:t>=0, Assume     as  positive, thus </a:t>
            </a:r>
          </a:p>
          <a:p>
            <a:pPr defTabSz="457200"/>
            <a:r>
              <a:rPr lang="en-US" sz="1400" dirty="0">
                <a:solidFill>
                  <a:srgbClr val="931909"/>
                </a:solidFill>
                <a:latin typeface="Segoe UI Black"/>
              </a:rPr>
              <a:t> 2.33-x</a:t>
            </a:r>
            <a:r>
              <a:rPr lang="en-US" sz="1400" baseline="30000" dirty="0">
                <a:solidFill>
                  <a:srgbClr val="931909"/>
                </a:solidFill>
                <a:latin typeface="Segoe UI Black"/>
              </a:rPr>
              <a:t>2</a:t>
            </a:r>
            <a:r>
              <a:rPr lang="en-US" sz="1400" dirty="0">
                <a:solidFill>
                  <a:srgbClr val="931909"/>
                </a:solidFill>
                <a:latin typeface="Segoe UI Black"/>
              </a:rPr>
              <a:t>/4-V=0, V=2.33- x</a:t>
            </a:r>
            <a:r>
              <a:rPr lang="en-US" sz="1400" baseline="30000" dirty="0">
                <a:solidFill>
                  <a:srgbClr val="931909"/>
                </a:solidFill>
                <a:latin typeface="Segoe UI Black"/>
              </a:rPr>
              <a:t>2</a:t>
            </a:r>
            <a:r>
              <a:rPr lang="en-US" sz="1400" dirty="0">
                <a:solidFill>
                  <a:srgbClr val="931909"/>
                </a:solidFill>
                <a:latin typeface="Segoe UI Black"/>
              </a:rPr>
              <a:t>/4;</a:t>
            </a:r>
          </a:p>
          <a:p>
            <a:pPr defTabSz="457200"/>
            <a:r>
              <a:rPr lang="en-US" sz="1400" dirty="0">
                <a:solidFill>
                  <a:srgbClr val="931909"/>
                </a:solidFill>
                <a:latin typeface="Segoe UI Black"/>
              </a:rPr>
              <a:t>           </a:t>
            </a:r>
          </a:p>
          <a:p>
            <a:pPr defTabSz="457200"/>
            <a:r>
              <a:rPr lang="en-US" sz="1400" dirty="0">
                <a:solidFill>
                  <a:srgbClr val="931909"/>
                </a:solidFill>
                <a:latin typeface="Segoe UI Black"/>
              </a:rPr>
              <a:t>∑M</a:t>
            </a:r>
            <a:r>
              <a:rPr lang="en-US" sz="1400" baseline="-25000" dirty="0">
                <a:solidFill>
                  <a:srgbClr val="931909"/>
                </a:solidFill>
                <a:latin typeface="Segoe UI Black"/>
              </a:rPr>
              <a:t>A</a:t>
            </a:r>
            <a:r>
              <a:rPr lang="en-US" sz="1400" dirty="0">
                <a:solidFill>
                  <a:srgbClr val="931909"/>
                </a:solidFill>
                <a:latin typeface="Segoe UI Black"/>
              </a:rPr>
              <a:t>=0, Assume        CCW as positive moment, thus</a:t>
            </a:r>
          </a:p>
          <a:p>
            <a:pPr defTabSz="457200"/>
            <a:endParaRPr lang="en-US" sz="1400" dirty="0">
              <a:solidFill>
                <a:srgbClr val="931909"/>
              </a:solidFill>
              <a:latin typeface="Segoe UI Black"/>
            </a:endParaRPr>
          </a:p>
          <a:p>
            <a:pPr defTabSz="457200"/>
            <a:r>
              <a:rPr lang="en-US" sz="1400" dirty="0">
                <a:solidFill>
                  <a:srgbClr val="931909">
                    <a:lumMod val="50000"/>
                  </a:srgbClr>
                </a:solidFill>
                <a:latin typeface="Segoe UI Black"/>
              </a:rPr>
              <a:t>M-2.33*x+(x</a:t>
            </a:r>
            <a:r>
              <a:rPr lang="en-US" sz="1400" baseline="30000" dirty="0">
                <a:solidFill>
                  <a:srgbClr val="931909">
                    <a:lumMod val="50000"/>
                  </a:srgbClr>
                </a:solidFill>
                <a:latin typeface="Segoe UI Black"/>
              </a:rPr>
              <a:t>2</a:t>
            </a:r>
            <a:r>
              <a:rPr lang="en-US" sz="1400" dirty="0">
                <a:solidFill>
                  <a:srgbClr val="931909">
                    <a:lumMod val="50000"/>
                  </a:srgbClr>
                </a:solidFill>
                <a:latin typeface="Segoe UI Black"/>
              </a:rPr>
              <a:t>/4)*x/3=0;  M=2.33x-x</a:t>
            </a:r>
            <a:r>
              <a:rPr lang="en-US" sz="1400" baseline="30000" dirty="0">
                <a:solidFill>
                  <a:srgbClr val="931909">
                    <a:lumMod val="50000"/>
                  </a:srgbClr>
                </a:solidFill>
                <a:latin typeface="Segoe UI Black"/>
              </a:rPr>
              <a:t>3</a:t>
            </a:r>
            <a:r>
              <a:rPr lang="en-US" sz="1400" dirty="0">
                <a:solidFill>
                  <a:srgbClr val="931909">
                    <a:lumMod val="50000"/>
                  </a:srgbClr>
                </a:solidFill>
                <a:latin typeface="Segoe UI Black"/>
              </a:rPr>
              <a:t>/12</a:t>
            </a:r>
          </a:p>
        </p:txBody>
      </p:sp>
      <p:sp>
        <p:nvSpPr>
          <p:cNvPr id="415" name="Curved Down Arrow 414"/>
          <p:cNvSpPr/>
          <p:nvPr/>
        </p:nvSpPr>
        <p:spPr>
          <a:xfrm rot="16508738" flipV="1">
            <a:off x="6329538" y="5819825"/>
            <a:ext cx="247355" cy="185490"/>
          </a:xfrm>
          <a:prstGeom prst="curvedDownArrow">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cxnSp>
        <p:nvCxnSpPr>
          <p:cNvPr id="416" name="Straight Arrow Connector 415"/>
          <p:cNvCxnSpPr/>
          <p:nvPr/>
        </p:nvCxnSpPr>
        <p:spPr>
          <a:xfrm flipH="1" flipV="1">
            <a:off x="6507117" y="5127825"/>
            <a:ext cx="2190" cy="184897"/>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6" name="TextBox 125"/>
          <p:cNvSpPr txBox="1"/>
          <p:nvPr/>
        </p:nvSpPr>
        <p:spPr>
          <a:xfrm>
            <a:off x="7501419" y="5288182"/>
            <a:ext cx="3119081" cy="523220"/>
          </a:xfrm>
          <a:prstGeom prst="rect">
            <a:avLst/>
          </a:prstGeom>
          <a:noFill/>
        </p:spPr>
        <p:txBody>
          <a:bodyPr wrap="square" rtlCol="0">
            <a:spAutoFit/>
          </a:bodyPr>
          <a:lstStyle/>
          <a:p>
            <a:pPr defTabSz="457200"/>
            <a:r>
              <a:rPr lang="en-US" sz="1400" dirty="0">
                <a:solidFill>
                  <a:srgbClr val="931909"/>
                </a:solidFill>
                <a:latin typeface="Segoe UI Black"/>
              </a:rPr>
              <a:t>When x=0, V=2.33 </a:t>
            </a:r>
            <a:r>
              <a:rPr lang="en-US" sz="1400" dirty="0" err="1">
                <a:solidFill>
                  <a:srgbClr val="931909"/>
                </a:solidFill>
                <a:latin typeface="Segoe UI Black"/>
              </a:rPr>
              <a:t>kN</a:t>
            </a:r>
            <a:endParaRPr lang="en-US" sz="1400" dirty="0">
              <a:solidFill>
                <a:srgbClr val="931909"/>
              </a:solidFill>
              <a:latin typeface="Segoe UI Black"/>
            </a:endParaRPr>
          </a:p>
          <a:p>
            <a:pPr defTabSz="457200"/>
            <a:r>
              <a:rPr lang="en-US" sz="1400" dirty="0">
                <a:solidFill>
                  <a:srgbClr val="931909"/>
                </a:solidFill>
                <a:latin typeface="Segoe UI Black"/>
              </a:rPr>
              <a:t>When X=2,  V=2.33- 2</a:t>
            </a:r>
            <a:r>
              <a:rPr lang="en-US" sz="1400" baseline="30000" dirty="0">
                <a:solidFill>
                  <a:srgbClr val="931909"/>
                </a:solidFill>
                <a:latin typeface="Segoe UI Black"/>
              </a:rPr>
              <a:t>2</a:t>
            </a:r>
            <a:r>
              <a:rPr lang="en-US" sz="1400" dirty="0">
                <a:solidFill>
                  <a:srgbClr val="931909"/>
                </a:solidFill>
                <a:latin typeface="Segoe UI Black"/>
              </a:rPr>
              <a:t>/4=1.33kN</a:t>
            </a:r>
          </a:p>
        </p:txBody>
      </p:sp>
      <p:sp>
        <p:nvSpPr>
          <p:cNvPr id="417" name="TextBox 416"/>
          <p:cNvSpPr txBox="1"/>
          <p:nvPr/>
        </p:nvSpPr>
        <p:spPr>
          <a:xfrm>
            <a:off x="6975393" y="6357173"/>
            <a:ext cx="3574621" cy="523220"/>
          </a:xfrm>
          <a:prstGeom prst="rect">
            <a:avLst/>
          </a:prstGeom>
          <a:noFill/>
        </p:spPr>
        <p:txBody>
          <a:bodyPr wrap="square" rtlCol="0">
            <a:spAutoFit/>
          </a:bodyPr>
          <a:lstStyle/>
          <a:p>
            <a:pPr defTabSz="457200"/>
            <a:r>
              <a:rPr lang="en-US" sz="1400" dirty="0">
                <a:solidFill>
                  <a:srgbClr val="931909">
                    <a:lumMod val="50000"/>
                  </a:srgbClr>
                </a:solidFill>
                <a:latin typeface="Segoe UI Black"/>
              </a:rPr>
              <a:t>When x=0, M=2.33*0-0</a:t>
            </a:r>
            <a:r>
              <a:rPr lang="en-US" sz="1400" baseline="30000" dirty="0">
                <a:solidFill>
                  <a:srgbClr val="931909">
                    <a:lumMod val="50000"/>
                  </a:srgbClr>
                </a:solidFill>
                <a:latin typeface="Segoe UI Black"/>
              </a:rPr>
              <a:t>3</a:t>
            </a:r>
            <a:r>
              <a:rPr lang="en-US" sz="1400" dirty="0">
                <a:solidFill>
                  <a:srgbClr val="931909">
                    <a:lumMod val="50000"/>
                  </a:srgbClr>
                </a:solidFill>
                <a:latin typeface="Segoe UI Black"/>
              </a:rPr>
              <a:t>/12=0 </a:t>
            </a:r>
          </a:p>
          <a:p>
            <a:pPr defTabSz="457200"/>
            <a:r>
              <a:rPr lang="en-US" sz="1400" dirty="0">
                <a:solidFill>
                  <a:srgbClr val="931909">
                    <a:lumMod val="50000"/>
                  </a:srgbClr>
                </a:solidFill>
                <a:latin typeface="Segoe UI Black"/>
              </a:rPr>
              <a:t>When X=2,  M=2.33*2- 2</a:t>
            </a:r>
            <a:r>
              <a:rPr lang="en-US" sz="1400" baseline="30000" dirty="0">
                <a:solidFill>
                  <a:srgbClr val="931909">
                    <a:lumMod val="50000"/>
                  </a:srgbClr>
                </a:solidFill>
                <a:latin typeface="Segoe UI Black"/>
              </a:rPr>
              <a:t>3</a:t>
            </a:r>
            <a:r>
              <a:rPr lang="en-US" sz="1400" dirty="0">
                <a:solidFill>
                  <a:srgbClr val="931909">
                    <a:lumMod val="50000"/>
                  </a:srgbClr>
                </a:solidFill>
                <a:latin typeface="Segoe UI Black"/>
              </a:rPr>
              <a:t>/12=4kN</a:t>
            </a:r>
          </a:p>
        </p:txBody>
      </p:sp>
    </p:spTree>
    <p:extLst>
      <p:ext uri="{BB962C8B-B14F-4D97-AF65-F5344CB8AC3E}">
        <p14:creationId xmlns:p14="http://schemas.microsoft.com/office/powerpoint/2010/main" val="2796995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57"/>
                                        </p:tgtEl>
                                        <p:attrNameLst>
                                          <p:attrName>style.visibility</p:attrName>
                                        </p:attrNameLst>
                                      </p:cBhvr>
                                      <p:to>
                                        <p:strVal val="visible"/>
                                      </p:to>
                                    </p:set>
                                    <p:anim calcmode="lin" valueType="num">
                                      <p:cBhvr additive="base">
                                        <p:cTn id="11" dur="500" fill="hold"/>
                                        <p:tgtEl>
                                          <p:spTgt spid="257"/>
                                        </p:tgtEl>
                                        <p:attrNameLst>
                                          <p:attrName>ppt_x</p:attrName>
                                        </p:attrNameLst>
                                      </p:cBhvr>
                                      <p:tavLst>
                                        <p:tav tm="0">
                                          <p:val>
                                            <p:strVal val="#ppt_x"/>
                                          </p:val>
                                        </p:tav>
                                        <p:tav tm="100000">
                                          <p:val>
                                            <p:strVal val="#ppt_x"/>
                                          </p:val>
                                        </p:tav>
                                      </p:tavLst>
                                    </p:anim>
                                    <p:anim calcmode="lin" valueType="num">
                                      <p:cBhvr additive="base">
                                        <p:cTn id="12" dur="500" fill="hold"/>
                                        <p:tgtEl>
                                          <p:spTgt spid="25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73"/>
                                        </p:tgtEl>
                                        <p:attrNameLst>
                                          <p:attrName>style.visibility</p:attrName>
                                        </p:attrNameLst>
                                      </p:cBhvr>
                                      <p:to>
                                        <p:strVal val="visible"/>
                                      </p:to>
                                    </p:set>
                                    <p:anim calcmode="lin" valueType="num">
                                      <p:cBhvr additive="base">
                                        <p:cTn id="17" dur="500" fill="hold"/>
                                        <p:tgtEl>
                                          <p:spTgt spid="273"/>
                                        </p:tgtEl>
                                        <p:attrNameLst>
                                          <p:attrName>ppt_x</p:attrName>
                                        </p:attrNameLst>
                                      </p:cBhvr>
                                      <p:tavLst>
                                        <p:tav tm="0">
                                          <p:val>
                                            <p:strVal val="#ppt_x"/>
                                          </p:val>
                                        </p:tav>
                                        <p:tav tm="100000">
                                          <p:val>
                                            <p:strVal val="#ppt_x"/>
                                          </p:val>
                                        </p:tav>
                                      </p:tavLst>
                                    </p:anim>
                                    <p:anim calcmode="lin" valueType="num">
                                      <p:cBhvr additive="base">
                                        <p:cTn id="18" dur="500" fill="hold"/>
                                        <p:tgtEl>
                                          <p:spTgt spid="27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23"/>
                                        </p:tgtEl>
                                        <p:attrNameLst>
                                          <p:attrName>style.visibility</p:attrName>
                                        </p:attrNameLst>
                                      </p:cBhvr>
                                      <p:to>
                                        <p:strVal val="visible"/>
                                      </p:to>
                                    </p:set>
                                    <p:anim calcmode="lin" valueType="num">
                                      <p:cBhvr additive="base">
                                        <p:cTn id="23" dur="500" fill="hold"/>
                                        <p:tgtEl>
                                          <p:spTgt spid="323"/>
                                        </p:tgtEl>
                                        <p:attrNameLst>
                                          <p:attrName>ppt_x</p:attrName>
                                        </p:attrNameLst>
                                      </p:cBhvr>
                                      <p:tavLst>
                                        <p:tav tm="0">
                                          <p:val>
                                            <p:strVal val="#ppt_x"/>
                                          </p:val>
                                        </p:tav>
                                        <p:tav tm="100000">
                                          <p:val>
                                            <p:strVal val="#ppt_x"/>
                                          </p:val>
                                        </p:tav>
                                      </p:tavLst>
                                    </p:anim>
                                    <p:anim calcmode="lin" valueType="num">
                                      <p:cBhvr additive="base">
                                        <p:cTn id="24" dur="500" fill="hold"/>
                                        <p:tgtEl>
                                          <p:spTgt spid="32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24"/>
                                        </p:tgtEl>
                                        <p:attrNameLst>
                                          <p:attrName>style.visibility</p:attrName>
                                        </p:attrNameLst>
                                      </p:cBhvr>
                                      <p:to>
                                        <p:strVal val="visible"/>
                                      </p:to>
                                    </p:set>
                                    <p:anim calcmode="lin" valueType="num">
                                      <p:cBhvr additive="base">
                                        <p:cTn id="27" dur="500" fill="hold"/>
                                        <p:tgtEl>
                                          <p:spTgt spid="324"/>
                                        </p:tgtEl>
                                        <p:attrNameLst>
                                          <p:attrName>ppt_x</p:attrName>
                                        </p:attrNameLst>
                                      </p:cBhvr>
                                      <p:tavLst>
                                        <p:tav tm="0">
                                          <p:val>
                                            <p:strVal val="#ppt_x"/>
                                          </p:val>
                                        </p:tav>
                                        <p:tav tm="100000">
                                          <p:val>
                                            <p:strVal val="#ppt_x"/>
                                          </p:val>
                                        </p:tav>
                                      </p:tavLst>
                                    </p:anim>
                                    <p:anim calcmode="lin" valueType="num">
                                      <p:cBhvr additive="base">
                                        <p:cTn id="28" dur="500" fill="hold"/>
                                        <p:tgtEl>
                                          <p:spTgt spid="32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25"/>
                                        </p:tgtEl>
                                        <p:attrNameLst>
                                          <p:attrName>style.visibility</p:attrName>
                                        </p:attrNameLst>
                                      </p:cBhvr>
                                      <p:to>
                                        <p:strVal val="visible"/>
                                      </p:to>
                                    </p:set>
                                    <p:anim calcmode="lin" valueType="num">
                                      <p:cBhvr additive="base">
                                        <p:cTn id="31" dur="500" fill="hold"/>
                                        <p:tgtEl>
                                          <p:spTgt spid="325"/>
                                        </p:tgtEl>
                                        <p:attrNameLst>
                                          <p:attrName>ppt_x</p:attrName>
                                        </p:attrNameLst>
                                      </p:cBhvr>
                                      <p:tavLst>
                                        <p:tav tm="0">
                                          <p:val>
                                            <p:strVal val="#ppt_x"/>
                                          </p:val>
                                        </p:tav>
                                        <p:tav tm="100000">
                                          <p:val>
                                            <p:strVal val="#ppt_x"/>
                                          </p:val>
                                        </p:tav>
                                      </p:tavLst>
                                    </p:anim>
                                    <p:anim calcmode="lin" valueType="num">
                                      <p:cBhvr additive="base">
                                        <p:cTn id="32" dur="500" fill="hold"/>
                                        <p:tgtEl>
                                          <p:spTgt spid="325"/>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26"/>
                                        </p:tgtEl>
                                        <p:attrNameLst>
                                          <p:attrName>style.visibility</p:attrName>
                                        </p:attrNameLst>
                                      </p:cBhvr>
                                      <p:to>
                                        <p:strVal val="visible"/>
                                      </p:to>
                                    </p:set>
                                    <p:anim calcmode="lin" valueType="num">
                                      <p:cBhvr additive="base">
                                        <p:cTn id="35" dur="500" fill="hold"/>
                                        <p:tgtEl>
                                          <p:spTgt spid="326"/>
                                        </p:tgtEl>
                                        <p:attrNameLst>
                                          <p:attrName>ppt_x</p:attrName>
                                        </p:attrNameLst>
                                      </p:cBhvr>
                                      <p:tavLst>
                                        <p:tav tm="0">
                                          <p:val>
                                            <p:strVal val="#ppt_x"/>
                                          </p:val>
                                        </p:tav>
                                        <p:tav tm="100000">
                                          <p:val>
                                            <p:strVal val="#ppt_x"/>
                                          </p:val>
                                        </p:tav>
                                      </p:tavLst>
                                    </p:anim>
                                    <p:anim calcmode="lin" valueType="num">
                                      <p:cBhvr additive="base">
                                        <p:cTn id="36" dur="500" fill="hold"/>
                                        <p:tgtEl>
                                          <p:spTgt spid="326"/>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27"/>
                                        </p:tgtEl>
                                        <p:attrNameLst>
                                          <p:attrName>style.visibility</p:attrName>
                                        </p:attrNameLst>
                                      </p:cBhvr>
                                      <p:to>
                                        <p:strVal val="visible"/>
                                      </p:to>
                                    </p:set>
                                    <p:anim calcmode="lin" valueType="num">
                                      <p:cBhvr additive="base">
                                        <p:cTn id="39" dur="500" fill="hold"/>
                                        <p:tgtEl>
                                          <p:spTgt spid="327"/>
                                        </p:tgtEl>
                                        <p:attrNameLst>
                                          <p:attrName>ppt_x</p:attrName>
                                        </p:attrNameLst>
                                      </p:cBhvr>
                                      <p:tavLst>
                                        <p:tav tm="0">
                                          <p:val>
                                            <p:strVal val="#ppt_x"/>
                                          </p:val>
                                        </p:tav>
                                        <p:tav tm="100000">
                                          <p:val>
                                            <p:strVal val="#ppt_x"/>
                                          </p:val>
                                        </p:tav>
                                      </p:tavLst>
                                    </p:anim>
                                    <p:anim calcmode="lin" valueType="num">
                                      <p:cBhvr additive="base">
                                        <p:cTn id="40" dur="500" fill="hold"/>
                                        <p:tgtEl>
                                          <p:spTgt spid="327"/>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28"/>
                                        </p:tgtEl>
                                        <p:attrNameLst>
                                          <p:attrName>style.visibility</p:attrName>
                                        </p:attrNameLst>
                                      </p:cBhvr>
                                      <p:to>
                                        <p:strVal val="visible"/>
                                      </p:to>
                                    </p:set>
                                    <p:anim calcmode="lin" valueType="num">
                                      <p:cBhvr additive="base">
                                        <p:cTn id="43" dur="500" fill="hold"/>
                                        <p:tgtEl>
                                          <p:spTgt spid="328"/>
                                        </p:tgtEl>
                                        <p:attrNameLst>
                                          <p:attrName>ppt_x</p:attrName>
                                        </p:attrNameLst>
                                      </p:cBhvr>
                                      <p:tavLst>
                                        <p:tav tm="0">
                                          <p:val>
                                            <p:strVal val="#ppt_x"/>
                                          </p:val>
                                        </p:tav>
                                        <p:tav tm="100000">
                                          <p:val>
                                            <p:strVal val="#ppt_x"/>
                                          </p:val>
                                        </p:tav>
                                      </p:tavLst>
                                    </p:anim>
                                    <p:anim calcmode="lin" valueType="num">
                                      <p:cBhvr additive="base">
                                        <p:cTn id="44" dur="500" fill="hold"/>
                                        <p:tgtEl>
                                          <p:spTgt spid="328"/>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29"/>
                                        </p:tgtEl>
                                        <p:attrNameLst>
                                          <p:attrName>style.visibility</p:attrName>
                                        </p:attrNameLst>
                                      </p:cBhvr>
                                      <p:to>
                                        <p:strVal val="visible"/>
                                      </p:to>
                                    </p:set>
                                    <p:anim calcmode="lin" valueType="num">
                                      <p:cBhvr additive="base">
                                        <p:cTn id="47" dur="500" fill="hold"/>
                                        <p:tgtEl>
                                          <p:spTgt spid="329"/>
                                        </p:tgtEl>
                                        <p:attrNameLst>
                                          <p:attrName>ppt_x</p:attrName>
                                        </p:attrNameLst>
                                      </p:cBhvr>
                                      <p:tavLst>
                                        <p:tav tm="0">
                                          <p:val>
                                            <p:strVal val="#ppt_x"/>
                                          </p:val>
                                        </p:tav>
                                        <p:tav tm="100000">
                                          <p:val>
                                            <p:strVal val="#ppt_x"/>
                                          </p:val>
                                        </p:tav>
                                      </p:tavLst>
                                    </p:anim>
                                    <p:anim calcmode="lin" valueType="num">
                                      <p:cBhvr additive="base">
                                        <p:cTn id="48" dur="500" fill="hold"/>
                                        <p:tgtEl>
                                          <p:spTgt spid="329"/>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30"/>
                                        </p:tgtEl>
                                        <p:attrNameLst>
                                          <p:attrName>style.visibility</p:attrName>
                                        </p:attrNameLst>
                                      </p:cBhvr>
                                      <p:to>
                                        <p:strVal val="visible"/>
                                      </p:to>
                                    </p:set>
                                    <p:anim calcmode="lin" valueType="num">
                                      <p:cBhvr additive="base">
                                        <p:cTn id="51" dur="500" fill="hold"/>
                                        <p:tgtEl>
                                          <p:spTgt spid="330"/>
                                        </p:tgtEl>
                                        <p:attrNameLst>
                                          <p:attrName>ppt_x</p:attrName>
                                        </p:attrNameLst>
                                      </p:cBhvr>
                                      <p:tavLst>
                                        <p:tav tm="0">
                                          <p:val>
                                            <p:strVal val="#ppt_x"/>
                                          </p:val>
                                        </p:tav>
                                        <p:tav tm="100000">
                                          <p:val>
                                            <p:strVal val="#ppt_x"/>
                                          </p:val>
                                        </p:tav>
                                      </p:tavLst>
                                    </p:anim>
                                    <p:anim calcmode="lin" valueType="num">
                                      <p:cBhvr additive="base">
                                        <p:cTn id="52" dur="500" fill="hold"/>
                                        <p:tgtEl>
                                          <p:spTgt spid="330"/>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31"/>
                                        </p:tgtEl>
                                        <p:attrNameLst>
                                          <p:attrName>style.visibility</p:attrName>
                                        </p:attrNameLst>
                                      </p:cBhvr>
                                      <p:to>
                                        <p:strVal val="visible"/>
                                      </p:to>
                                    </p:set>
                                    <p:anim calcmode="lin" valueType="num">
                                      <p:cBhvr additive="base">
                                        <p:cTn id="55" dur="500" fill="hold"/>
                                        <p:tgtEl>
                                          <p:spTgt spid="331"/>
                                        </p:tgtEl>
                                        <p:attrNameLst>
                                          <p:attrName>ppt_x</p:attrName>
                                        </p:attrNameLst>
                                      </p:cBhvr>
                                      <p:tavLst>
                                        <p:tav tm="0">
                                          <p:val>
                                            <p:strVal val="#ppt_x"/>
                                          </p:val>
                                        </p:tav>
                                        <p:tav tm="100000">
                                          <p:val>
                                            <p:strVal val="#ppt_x"/>
                                          </p:val>
                                        </p:tav>
                                      </p:tavLst>
                                    </p:anim>
                                    <p:anim calcmode="lin" valueType="num">
                                      <p:cBhvr additive="base">
                                        <p:cTn id="56" dur="500" fill="hold"/>
                                        <p:tgtEl>
                                          <p:spTgt spid="331"/>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32"/>
                                        </p:tgtEl>
                                        <p:attrNameLst>
                                          <p:attrName>style.visibility</p:attrName>
                                        </p:attrNameLst>
                                      </p:cBhvr>
                                      <p:to>
                                        <p:strVal val="visible"/>
                                      </p:to>
                                    </p:set>
                                    <p:anim calcmode="lin" valueType="num">
                                      <p:cBhvr additive="base">
                                        <p:cTn id="59" dur="500" fill="hold"/>
                                        <p:tgtEl>
                                          <p:spTgt spid="332"/>
                                        </p:tgtEl>
                                        <p:attrNameLst>
                                          <p:attrName>ppt_x</p:attrName>
                                        </p:attrNameLst>
                                      </p:cBhvr>
                                      <p:tavLst>
                                        <p:tav tm="0">
                                          <p:val>
                                            <p:strVal val="#ppt_x"/>
                                          </p:val>
                                        </p:tav>
                                        <p:tav tm="100000">
                                          <p:val>
                                            <p:strVal val="#ppt_x"/>
                                          </p:val>
                                        </p:tav>
                                      </p:tavLst>
                                    </p:anim>
                                    <p:anim calcmode="lin" valueType="num">
                                      <p:cBhvr additive="base">
                                        <p:cTn id="60" dur="500" fill="hold"/>
                                        <p:tgtEl>
                                          <p:spTgt spid="332"/>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33"/>
                                        </p:tgtEl>
                                        <p:attrNameLst>
                                          <p:attrName>style.visibility</p:attrName>
                                        </p:attrNameLst>
                                      </p:cBhvr>
                                      <p:to>
                                        <p:strVal val="visible"/>
                                      </p:to>
                                    </p:set>
                                    <p:anim calcmode="lin" valueType="num">
                                      <p:cBhvr additive="base">
                                        <p:cTn id="63" dur="500" fill="hold"/>
                                        <p:tgtEl>
                                          <p:spTgt spid="333"/>
                                        </p:tgtEl>
                                        <p:attrNameLst>
                                          <p:attrName>ppt_x</p:attrName>
                                        </p:attrNameLst>
                                      </p:cBhvr>
                                      <p:tavLst>
                                        <p:tav tm="0">
                                          <p:val>
                                            <p:strVal val="#ppt_x"/>
                                          </p:val>
                                        </p:tav>
                                        <p:tav tm="100000">
                                          <p:val>
                                            <p:strVal val="#ppt_x"/>
                                          </p:val>
                                        </p:tav>
                                      </p:tavLst>
                                    </p:anim>
                                    <p:anim calcmode="lin" valueType="num">
                                      <p:cBhvr additive="base">
                                        <p:cTn id="64" dur="500" fill="hold"/>
                                        <p:tgtEl>
                                          <p:spTgt spid="333"/>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61"/>
                                        </p:tgtEl>
                                        <p:attrNameLst>
                                          <p:attrName>style.visibility</p:attrName>
                                        </p:attrNameLst>
                                      </p:cBhvr>
                                      <p:to>
                                        <p:strVal val="visible"/>
                                      </p:to>
                                    </p:set>
                                    <p:anim calcmode="lin" valueType="num">
                                      <p:cBhvr additive="base">
                                        <p:cTn id="67" dur="500" fill="hold"/>
                                        <p:tgtEl>
                                          <p:spTgt spid="361"/>
                                        </p:tgtEl>
                                        <p:attrNameLst>
                                          <p:attrName>ppt_x</p:attrName>
                                        </p:attrNameLst>
                                      </p:cBhvr>
                                      <p:tavLst>
                                        <p:tav tm="0">
                                          <p:val>
                                            <p:strVal val="#ppt_x"/>
                                          </p:val>
                                        </p:tav>
                                        <p:tav tm="100000">
                                          <p:val>
                                            <p:strVal val="#ppt_x"/>
                                          </p:val>
                                        </p:tav>
                                      </p:tavLst>
                                    </p:anim>
                                    <p:anim calcmode="lin" valueType="num">
                                      <p:cBhvr additive="base">
                                        <p:cTn id="68" dur="500" fill="hold"/>
                                        <p:tgtEl>
                                          <p:spTgt spid="361"/>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66"/>
                                        </p:tgtEl>
                                        <p:attrNameLst>
                                          <p:attrName>style.visibility</p:attrName>
                                        </p:attrNameLst>
                                      </p:cBhvr>
                                      <p:to>
                                        <p:strVal val="visible"/>
                                      </p:to>
                                    </p:set>
                                    <p:anim calcmode="lin" valueType="num">
                                      <p:cBhvr additive="base">
                                        <p:cTn id="73" dur="500" fill="hold"/>
                                        <p:tgtEl>
                                          <p:spTgt spid="366"/>
                                        </p:tgtEl>
                                        <p:attrNameLst>
                                          <p:attrName>ppt_x</p:attrName>
                                        </p:attrNameLst>
                                      </p:cBhvr>
                                      <p:tavLst>
                                        <p:tav tm="0">
                                          <p:val>
                                            <p:strVal val="#ppt_x"/>
                                          </p:val>
                                        </p:tav>
                                        <p:tav tm="100000">
                                          <p:val>
                                            <p:strVal val="#ppt_x"/>
                                          </p:val>
                                        </p:tav>
                                      </p:tavLst>
                                    </p:anim>
                                    <p:anim calcmode="lin" valueType="num">
                                      <p:cBhvr additive="base">
                                        <p:cTn id="74" dur="500" fill="hold"/>
                                        <p:tgtEl>
                                          <p:spTgt spid="366"/>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nodeType="clickEffect">
                                  <p:stCondLst>
                                    <p:cond delay="0"/>
                                  </p:stCondLst>
                                  <p:childTnLst>
                                    <p:set>
                                      <p:cBhvr>
                                        <p:cTn id="78" dur="1" fill="hold">
                                          <p:stCondLst>
                                            <p:cond delay="0"/>
                                          </p:stCondLst>
                                        </p:cTn>
                                        <p:tgtEl>
                                          <p:spTgt spid="343"/>
                                        </p:tgtEl>
                                        <p:attrNameLst>
                                          <p:attrName>style.visibility</p:attrName>
                                        </p:attrNameLst>
                                      </p:cBhvr>
                                      <p:to>
                                        <p:strVal val="visible"/>
                                      </p:to>
                                    </p:set>
                                    <p:animEffect transition="in" filter="fade">
                                      <p:cBhvr>
                                        <p:cTn id="79" dur="1000"/>
                                        <p:tgtEl>
                                          <p:spTgt spid="343"/>
                                        </p:tgtEl>
                                      </p:cBhvr>
                                    </p:animEffect>
                                    <p:anim calcmode="lin" valueType="num">
                                      <p:cBhvr>
                                        <p:cTn id="80" dur="1000" fill="hold"/>
                                        <p:tgtEl>
                                          <p:spTgt spid="343"/>
                                        </p:tgtEl>
                                        <p:attrNameLst>
                                          <p:attrName>ppt_x</p:attrName>
                                        </p:attrNameLst>
                                      </p:cBhvr>
                                      <p:tavLst>
                                        <p:tav tm="0">
                                          <p:val>
                                            <p:strVal val="#ppt_x"/>
                                          </p:val>
                                        </p:tav>
                                        <p:tav tm="100000">
                                          <p:val>
                                            <p:strVal val="#ppt_x"/>
                                          </p:val>
                                        </p:tav>
                                      </p:tavLst>
                                    </p:anim>
                                    <p:anim calcmode="lin" valueType="num">
                                      <p:cBhvr>
                                        <p:cTn id="81" dur="1000" fill="hold"/>
                                        <p:tgtEl>
                                          <p:spTgt spid="343"/>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grpId="0" nodeType="clickEffect">
                                  <p:stCondLst>
                                    <p:cond delay="0"/>
                                  </p:stCondLst>
                                  <p:childTnLst>
                                    <p:set>
                                      <p:cBhvr>
                                        <p:cTn id="85" dur="1" fill="hold">
                                          <p:stCondLst>
                                            <p:cond delay="0"/>
                                          </p:stCondLst>
                                        </p:cTn>
                                        <p:tgtEl>
                                          <p:spTgt spid="406"/>
                                        </p:tgtEl>
                                        <p:attrNameLst>
                                          <p:attrName>style.visibility</p:attrName>
                                        </p:attrNameLst>
                                      </p:cBhvr>
                                      <p:to>
                                        <p:strVal val="visible"/>
                                      </p:to>
                                    </p:set>
                                    <p:animEffect transition="in" filter="fade">
                                      <p:cBhvr>
                                        <p:cTn id="86" dur="1000"/>
                                        <p:tgtEl>
                                          <p:spTgt spid="406"/>
                                        </p:tgtEl>
                                      </p:cBhvr>
                                    </p:animEffect>
                                    <p:anim calcmode="lin" valueType="num">
                                      <p:cBhvr>
                                        <p:cTn id="87" dur="1000" fill="hold"/>
                                        <p:tgtEl>
                                          <p:spTgt spid="406"/>
                                        </p:tgtEl>
                                        <p:attrNameLst>
                                          <p:attrName>ppt_x</p:attrName>
                                        </p:attrNameLst>
                                      </p:cBhvr>
                                      <p:tavLst>
                                        <p:tav tm="0">
                                          <p:val>
                                            <p:strVal val="#ppt_x"/>
                                          </p:val>
                                        </p:tav>
                                        <p:tav tm="100000">
                                          <p:val>
                                            <p:strVal val="#ppt_x"/>
                                          </p:val>
                                        </p:tav>
                                      </p:tavLst>
                                    </p:anim>
                                    <p:anim calcmode="lin" valueType="num">
                                      <p:cBhvr>
                                        <p:cTn id="88" dur="1000" fill="hold"/>
                                        <p:tgtEl>
                                          <p:spTgt spid="406"/>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nodeType="clickEffect">
                                  <p:stCondLst>
                                    <p:cond delay="0"/>
                                  </p:stCondLst>
                                  <p:childTnLst>
                                    <p:set>
                                      <p:cBhvr>
                                        <p:cTn id="92" dur="1" fill="hold">
                                          <p:stCondLst>
                                            <p:cond delay="0"/>
                                          </p:stCondLst>
                                        </p:cTn>
                                        <p:tgtEl>
                                          <p:spTgt spid="261"/>
                                        </p:tgtEl>
                                        <p:attrNameLst>
                                          <p:attrName>style.visibility</p:attrName>
                                        </p:attrNameLst>
                                      </p:cBhvr>
                                      <p:to>
                                        <p:strVal val="visible"/>
                                      </p:to>
                                    </p:set>
                                    <p:anim calcmode="lin" valueType="num">
                                      <p:cBhvr additive="base">
                                        <p:cTn id="93" dur="500" fill="hold"/>
                                        <p:tgtEl>
                                          <p:spTgt spid="261"/>
                                        </p:tgtEl>
                                        <p:attrNameLst>
                                          <p:attrName>ppt_x</p:attrName>
                                        </p:attrNameLst>
                                      </p:cBhvr>
                                      <p:tavLst>
                                        <p:tav tm="0">
                                          <p:val>
                                            <p:strVal val="#ppt_x"/>
                                          </p:val>
                                        </p:tav>
                                        <p:tav tm="100000">
                                          <p:val>
                                            <p:strVal val="#ppt_x"/>
                                          </p:val>
                                        </p:tav>
                                      </p:tavLst>
                                    </p:anim>
                                    <p:anim calcmode="lin" valueType="num">
                                      <p:cBhvr additive="base">
                                        <p:cTn id="94" dur="500" fill="hold"/>
                                        <p:tgtEl>
                                          <p:spTgt spid="261"/>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263"/>
                                        </p:tgtEl>
                                        <p:attrNameLst>
                                          <p:attrName>style.visibility</p:attrName>
                                        </p:attrNameLst>
                                      </p:cBhvr>
                                      <p:to>
                                        <p:strVal val="visible"/>
                                      </p:to>
                                    </p:set>
                                    <p:anim calcmode="lin" valueType="num">
                                      <p:cBhvr additive="base">
                                        <p:cTn id="97" dur="500" fill="hold"/>
                                        <p:tgtEl>
                                          <p:spTgt spid="263"/>
                                        </p:tgtEl>
                                        <p:attrNameLst>
                                          <p:attrName>ppt_x</p:attrName>
                                        </p:attrNameLst>
                                      </p:cBhvr>
                                      <p:tavLst>
                                        <p:tav tm="0">
                                          <p:val>
                                            <p:strVal val="#ppt_x"/>
                                          </p:val>
                                        </p:tav>
                                        <p:tav tm="100000">
                                          <p:val>
                                            <p:strVal val="#ppt_x"/>
                                          </p:val>
                                        </p:tav>
                                      </p:tavLst>
                                    </p:anim>
                                    <p:anim calcmode="lin" valueType="num">
                                      <p:cBhvr additive="base">
                                        <p:cTn id="98" dur="500" fill="hold"/>
                                        <p:tgtEl>
                                          <p:spTgt spid="263"/>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342"/>
                                        </p:tgtEl>
                                        <p:attrNameLst>
                                          <p:attrName>style.visibility</p:attrName>
                                        </p:attrNameLst>
                                      </p:cBhvr>
                                      <p:to>
                                        <p:strVal val="visible"/>
                                      </p:to>
                                    </p:set>
                                    <p:anim calcmode="lin" valueType="num">
                                      <p:cBhvr additive="base">
                                        <p:cTn id="101" dur="500" fill="hold"/>
                                        <p:tgtEl>
                                          <p:spTgt spid="342"/>
                                        </p:tgtEl>
                                        <p:attrNameLst>
                                          <p:attrName>ppt_x</p:attrName>
                                        </p:attrNameLst>
                                      </p:cBhvr>
                                      <p:tavLst>
                                        <p:tav tm="0">
                                          <p:val>
                                            <p:strVal val="#ppt_x"/>
                                          </p:val>
                                        </p:tav>
                                        <p:tav tm="100000">
                                          <p:val>
                                            <p:strVal val="#ppt_x"/>
                                          </p:val>
                                        </p:tav>
                                      </p:tavLst>
                                    </p:anim>
                                    <p:anim calcmode="lin" valueType="num">
                                      <p:cBhvr additive="base">
                                        <p:cTn id="102" dur="500" fill="hold"/>
                                        <p:tgtEl>
                                          <p:spTgt spid="342"/>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362"/>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364"/>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363"/>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36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2" presetClass="entr" presetSubtype="4" fill="hold" nodeType="clickEffect">
                                  <p:stCondLst>
                                    <p:cond delay="0"/>
                                  </p:stCondLst>
                                  <p:childTnLst>
                                    <p:set>
                                      <p:cBhvr>
                                        <p:cTn id="118" dur="1" fill="hold">
                                          <p:stCondLst>
                                            <p:cond delay="0"/>
                                          </p:stCondLst>
                                        </p:cTn>
                                        <p:tgtEl>
                                          <p:spTgt spid="391"/>
                                        </p:tgtEl>
                                        <p:attrNameLst>
                                          <p:attrName>style.visibility</p:attrName>
                                        </p:attrNameLst>
                                      </p:cBhvr>
                                      <p:to>
                                        <p:strVal val="visible"/>
                                      </p:to>
                                    </p:set>
                                    <p:anim calcmode="lin" valueType="num">
                                      <p:cBhvr additive="base">
                                        <p:cTn id="119" dur="500" fill="hold"/>
                                        <p:tgtEl>
                                          <p:spTgt spid="391"/>
                                        </p:tgtEl>
                                        <p:attrNameLst>
                                          <p:attrName>ppt_x</p:attrName>
                                        </p:attrNameLst>
                                      </p:cBhvr>
                                      <p:tavLst>
                                        <p:tav tm="0">
                                          <p:val>
                                            <p:strVal val="#ppt_x"/>
                                          </p:val>
                                        </p:tav>
                                        <p:tav tm="100000">
                                          <p:val>
                                            <p:strVal val="#ppt_x"/>
                                          </p:val>
                                        </p:tav>
                                      </p:tavLst>
                                    </p:anim>
                                    <p:anim calcmode="lin" valueType="num">
                                      <p:cBhvr additive="base">
                                        <p:cTn id="120" dur="500" fill="hold"/>
                                        <p:tgtEl>
                                          <p:spTgt spid="391"/>
                                        </p:tgtEl>
                                        <p:attrNameLst>
                                          <p:attrName>ppt_y</p:attrName>
                                        </p:attrNameLst>
                                      </p:cBhvr>
                                      <p:tavLst>
                                        <p:tav tm="0">
                                          <p:val>
                                            <p:strVal val="1+#ppt_h/2"/>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2" presetClass="entr" presetSubtype="4" fill="hold" nodeType="clickEffect">
                                  <p:stCondLst>
                                    <p:cond delay="0"/>
                                  </p:stCondLst>
                                  <p:childTnLst>
                                    <p:set>
                                      <p:cBhvr>
                                        <p:cTn id="124" dur="1" fill="hold">
                                          <p:stCondLst>
                                            <p:cond delay="0"/>
                                          </p:stCondLst>
                                        </p:cTn>
                                        <p:tgtEl>
                                          <p:spTgt spid="392"/>
                                        </p:tgtEl>
                                        <p:attrNameLst>
                                          <p:attrName>style.visibility</p:attrName>
                                        </p:attrNameLst>
                                      </p:cBhvr>
                                      <p:to>
                                        <p:strVal val="visible"/>
                                      </p:to>
                                    </p:set>
                                    <p:anim calcmode="lin" valueType="num">
                                      <p:cBhvr additive="base">
                                        <p:cTn id="125" dur="500" fill="hold"/>
                                        <p:tgtEl>
                                          <p:spTgt spid="392"/>
                                        </p:tgtEl>
                                        <p:attrNameLst>
                                          <p:attrName>ppt_x</p:attrName>
                                        </p:attrNameLst>
                                      </p:cBhvr>
                                      <p:tavLst>
                                        <p:tav tm="0">
                                          <p:val>
                                            <p:strVal val="#ppt_x"/>
                                          </p:val>
                                        </p:tav>
                                        <p:tav tm="100000">
                                          <p:val>
                                            <p:strVal val="#ppt_x"/>
                                          </p:val>
                                        </p:tav>
                                      </p:tavLst>
                                    </p:anim>
                                    <p:anim calcmode="lin" valueType="num">
                                      <p:cBhvr additive="base">
                                        <p:cTn id="126" dur="500" fill="hold"/>
                                        <p:tgtEl>
                                          <p:spTgt spid="392"/>
                                        </p:tgtEl>
                                        <p:attrNameLst>
                                          <p:attrName>ppt_y</p:attrName>
                                        </p:attrNameLst>
                                      </p:cBhvr>
                                      <p:tavLst>
                                        <p:tav tm="0">
                                          <p:val>
                                            <p:strVal val="1+#ppt_h/2"/>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9" presetID="2" presetClass="entr" presetSubtype="4" fill="hold" grpId="0" nodeType="clickEffect">
                                  <p:stCondLst>
                                    <p:cond delay="0"/>
                                  </p:stCondLst>
                                  <p:childTnLst>
                                    <p:set>
                                      <p:cBhvr>
                                        <p:cTn id="130" dur="1" fill="hold">
                                          <p:stCondLst>
                                            <p:cond delay="0"/>
                                          </p:stCondLst>
                                        </p:cTn>
                                        <p:tgtEl>
                                          <p:spTgt spid="394"/>
                                        </p:tgtEl>
                                        <p:attrNameLst>
                                          <p:attrName>style.visibility</p:attrName>
                                        </p:attrNameLst>
                                      </p:cBhvr>
                                      <p:to>
                                        <p:strVal val="visible"/>
                                      </p:to>
                                    </p:set>
                                    <p:anim calcmode="lin" valueType="num">
                                      <p:cBhvr additive="base">
                                        <p:cTn id="131" dur="500" fill="hold"/>
                                        <p:tgtEl>
                                          <p:spTgt spid="394"/>
                                        </p:tgtEl>
                                        <p:attrNameLst>
                                          <p:attrName>ppt_x</p:attrName>
                                        </p:attrNameLst>
                                      </p:cBhvr>
                                      <p:tavLst>
                                        <p:tav tm="0">
                                          <p:val>
                                            <p:strVal val="#ppt_x"/>
                                          </p:val>
                                        </p:tav>
                                        <p:tav tm="100000">
                                          <p:val>
                                            <p:strVal val="#ppt_x"/>
                                          </p:val>
                                        </p:tav>
                                      </p:tavLst>
                                    </p:anim>
                                    <p:anim calcmode="lin" valueType="num">
                                      <p:cBhvr additive="base">
                                        <p:cTn id="132" dur="500" fill="hold"/>
                                        <p:tgtEl>
                                          <p:spTgt spid="394"/>
                                        </p:tgtEl>
                                        <p:attrNameLst>
                                          <p:attrName>ppt_y</p:attrName>
                                        </p:attrNameLst>
                                      </p:cBhvr>
                                      <p:tavLst>
                                        <p:tav tm="0">
                                          <p:val>
                                            <p:strVal val="1+#ppt_h/2"/>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2" presetClass="entr" presetSubtype="4" fill="hold" nodeType="clickEffect">
                                  <p:stCondLst>
                                    <p:cond delay="0"/>
                                  </p:stCondLst>
                                  <p:childTnLst>
                                    <p:set>
                                      <p:cBhvr>
                                        <p:cTn id="136" dur="1" fill="hold">
                                          <p:stCondLst>
                                            <p:cond delay="0"/>
                                          </p:stCondLst>
                                        </p:cTn>
                                        <p:tgtEl>
                                          <p:spTgt spid="85"/>
                                        </p:tgtEl>
                                        <p:attrNameLst>
                                          <p:attrName>style.visibility</p:attrName>
                                        </p:attrNameLst>
                                      </p:cBhvr>
                                      <p:to>
                                        <p:strVal val="visible"/>
                                      </p:to>
                                    </p:set>
                                    <p:anim calcmode="lin" valueType="num">
                                      <p:cBhvr additive="base">
                                        <p:cTn id="137" dur="500" fill="hold"/>
                                        <p:tgtEl>
                                          <p:spTgt spid="85"/>
                                        </p:tgtEl>
                                        <p:attrNameLst>
                                          <p:attrName>ppt_x</p:attrName>
                                        </p:attrNameLst>
                                      </p:cBhvr>
                                      <p:tavLst>
                                        <p:tav tm="0">
                                          <p:val>
                                            <p:strVal val="#ppt_x"/>
                                          </p:val>
                                        </p:tav>
                                        <p:tav tm="100000">
                                          <p:val>
                                            <p:strVal val="#ppt_x"/>
                                          </p:val>
                                        </p:tav>
                                      </p:tavLst>
                                    </p:anim>
                                    <p:anim calcmode="lin" valueType="num">
                                      <p:cBhvr additive="base">
                                        <p:cTn id="138"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41" presetID="2" presetClass="entr" presetSubtype="4" fill="hold" nodeType="clickEffect">
                                  <p:stCondLst>
                                    <p:cond delay="0"/>
                                  </p:stCondLst>
                                  <p:childTnLst>
                                    <p:set>
                                      <p:cBhvr>
                                        <p:cTn id="142" dur="1" fill="hold">
                                          <p:stCondLst>
                                            <p:cond delay="0"/>
                                          </p:stCondLst>
                                        </p:cTn>
                                        <p:tgtEl>
                                          <p:spTgt spid="393"/>
                                        </p:tgtEl>
                                        <p:attrNameLst>
                                          <p:attrName>style.visibility</p:attrName>
                                        </p:attrNameLst>
                                      </p:cBhvr>
                                      <p:to>
                                        <p:strVal val="visible"/>
                                      </p:to>
                                    </p:set>
                                    <p:anim calcmode="lin" valueType="num">
                                      <p:cBhvr additive="base">
                                        <p:cTn id="143" dur="500" fill="hold"/>
                                        <p:tgtEl>
                                          <p:spTgt spid="393"/>
                                        </p:tgtEl>
                                        <p:attrNameLst>
                                          <p:attrName>ppt_x</p:attrName>
                                        </p:attrNameLst>
                                      </p:cBhvr>
                                      <p:tavLst>
                                        <p:tav tm="0">
                                          <p:val>
                                            <p:strVal val="#ppt_x"/>
                                          </p:val>
                                        </p:tav>
                                        <p:tav tm="100000">
                                          <p:val>
                                            <p:strVal val="#ppt_x"/>
                                          </p:val>
                                        </p:tav>
                                      </p:tavLst>
                                    </p:anim>
                                    <p:anim calcmode="lin" valueType="num">
                                      <p:cBhvr additive="base">
                                        <p:cTn id="144" dur="500" fill="hold"/>
                                        <p:tgtEl>
                                          <p:spTgt spid="393"/>
                                        </p:tgtEl>
                                        <p:attrNameLst>
                                          <p:attrName>ppt_y</p:attrName>
                                        </p:attrNameLst>
                                      </p:cBhvr>
                                      <p:tavLst>
                                        <p:tav tm="0">
                                          <p:val>
                                            <p:strVal val="1+#ppt_h/2"/>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47" presetID="2" presetClass="entr" presetSubtype="4" fill="hold" grpId="0" nodeType="clickEffect">
                                  <p:stCondLst>
                                    <p:cond delay="0"/>
                                  </p:stCondLst>
                                  <p:childTnLst>
                                    <p:set>
                                      <p:cBhvr>
                                        <p:cTn id="148" dur="1" fill="hold">
                                          <p:stCondLst>
                                            <p:cond delay="0"/>
                                          </p:stCondLst>
                                        </p:cTn>
                                        <p:tgtEl>
                                          <p:spTgt spid="395"/>
                                        </p:tgtEl>
                                        <p:attrNameLst>
                                          <p:attrName>style.visibility</p:attrName>
                                        </p:attrNameLst>
                                      </p:cBhvr>
                                      <p:to>
                                        <p:strVal val="visible"/>
                                      </p:to>
                                    </p:set>
                                    <p:anim calcmode="lin" valueType="num">
                                      <p:cBhvr additive="base">
                                        <p:cTn id="149" dur="500" fill="hold"/>
                                        <p:tgtEl>
                                          <p:spTgt spid="395"/>
                                        </p:tgtEl>
                                        <p:attrNameLst>
                                          <p:attrName>ppt_x</p:attrName>
                                        </p:attrNameLst>
                                      </p:cBhvr>
                                      <p:tavLst>
                                        <p:tav tm="0">
                                          <p:val>
                                            <p:strVal val="#ppt_x"/>
                                          </p:val>
                                        </p:tav>
                                        <p:tav tm="100000">
                                          <p:val>
                                            <p:strVal val="#ppt_x"/>
                                          </p:val>
                                        </p:tav>
                                      </p:tavLst>
                                    </p:anim>
                                    <p:anim calcmode="lin" valueType="num">
                                      <p:cBhvr additive="base">
                                        <p:cTn id="150" dur="500" fill="hold"/>
                                        <p:tgtEl>
                                          <p:spTgt spid="395"/>
                                        </p:tgtEl>
                                        <p:attrNameLst>
                                          <p:attrName>ppt_y</p:attrName>
                                        </p:attrNameLst>
                                      </p:cBhvr>
                                      <p:tavLst>
                                        <p:tav tm="0">
                                          <p:val>
                                            <p:strVal val="1+#ppt_h/2"/>
                                          </p:val>
                                        </p:tav>
                                        <p:tav tm="100000">
                                          <p:val>
                                            <p:strVal val="#ppt_y"/>
                                          </p:val>
                                        </p:tav>
                                      </p:tavLst>
                                    </p:anim>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396"/>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397"/>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398"/>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399"/>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2" presetClass="entr" presetSubtype="4" fill="hold" grpId="0" nodeType="clickEffect">
                                  <p:stCondLst>
                                    <p:cond delay="0"/>
                                  </p:stCondLst>
                                  <p:childTnLst>
                                    <p:set>
                                      <p:cBhvr>
                                        <p:cTn id="164" dur="1" fill="hold">
                                          <p:stCondLst>
                                            <p:cond delay="0"/>
                                          </p:stCondLst>
                                        </p:cTn>
                                        <p:tgtEl>
                                          <p:spTgt spid="400"/>
                                        </p:tgtEl>
                                        <p:attrNameLst>
                                          <p:attrName>style.visibility</p:attrName>
                                        </p:attrNameLst>
                                      </p:cBhvr>
                                      <p:to>
                                        <p:strVal val="visible"/>
                                      </p:to>
                                    </p:set>
                                    <p:anim calcmode="lin" valueType="num">
                                      <p:cBhvr additive="base">
                                        <p:cTn id="165" dur="500" fill="hold"/>
                                        <p:tgtEl>
                                          <p:spTgt spid="400"/>
                                        </p:tgtEl>
                                        <p:attrNameLst>
                                          <p:attrName>ppt_x</p:attrName>
                                        </p:attrNameLst>
                                      </p:cBhvr>
                                      <p:tavLst>
                                        <p:tav tm="0">
                                          <p:val>
                                            <p:strVal val="#ppt_x"/>
                                          </p:val>
                                        </p:tav>
                                        <p:tav tm="100000">
                                          <p:val>
                                            <p:strVal val="#ppt_x"/>
                                          </p:val>
                                        </p:tav>
                                      </p:tavLst>
                                    </p:anim>
                                    <p:anim calcmode="lin" valueType="num">
                                      <p:cBhvr additive="base">
                                        <p:cTn id="166" dur="500" fill="hold"/>
                                        <p:tgtEl>
                                          <p:spTgt spid="400"/>
                                        </p:tgtEl>
                                        <p:attrNameLst>
                                          <p:attrName>ppt_y</p:attrName>
                                        </p:attrNameLst>
                                      </p:cBhvr>
                                      <p:tavLst>
                                        <p:tav tm="0">
                                          <p:val>
                                            <p:strVal val="1+#ppt_h/2"/>
                                          </p:val>
                                        </p:tav>
                                        <p:tav tm="100000">
                                          <p:val>
                                            <p:strVal val="#ppt_y"/>
                                          </p:val>
                                        </p:tav>
                                      </p:tavLst>
                                    </p:anim>
                                  </p:childTnLst>
                                </p:cTn>
                              </p:par>
                            </p:childTnLst>
                          </p:cTn>
                        </p:par>
                      </p:childTnLst>
                    </p:cTn>
                  </p:par>
                  <p:par>
                    <p:cTn id="167" fill="hold">
                      <p:stCondLst>
                        <p:cond delay="indefinite"/>
                      </p:stCondLst>
                      <p:childTnLst>
                        <p:par>
                          <p:cTn id="168" fill="hold">
                            <p:stCondLst>
                              <p:cond delay="0"/>
                            </p:stCondLst>
                            <p:childTnLst>
                              <p:par>
                                <p:cTn id="169" presetID="2" presetClass="entr" presetSubtype="4" fill="hold" nodeType="clickEffect">
                                  <p:stCondLst>
                                    <p:cond delay="0"/>
                                  </p:stCondLst>
                                  <p:childTnLst>
                                    <p:set>
                                      <p:cBhvr>
                                        <p:cTn id="170" dur="1" fill="hold">
                                          <p:stCondLst>
                                            <p:cond delay="0"/>
                                          </p:stCondLst>
                                        </p:cTn>
                                        <p:tgtEl>
                                          <p:spTgt spid="402"/>
                                        </p:tgtEl>
                                        <p:attrNameLst>
                                          <p:attrName>style.visibility</p:attrName>
                                        </p:attrNameLst>
                                      </p:cBhvr>
                                      <p:to>
                                        <p:strVal val="visible"/>
                                      </p:to>
                                    </p:set>
                                    <p:anim calcmode="lin" valueType="num">
                                      <p:cBhvr additive="base">
                                        <p:cTn id="171" dur="500" fill="hold"/>
                                        <p:tgtEl>
                                          <p:spTgt spid="402"/>
                                        </p:tgtEl>
                                        <p:attrNameLst>
                                          <p:attrName>ppt_x</p:attrName>
                                        </p:attrNameLst>
                                      </p:cBhvr>
                                      <p:tavLst>
                                        <p:tav tm="0">
                                          <p:val>
                                            <p:strVal val="#ppt_x"/>
                                          </p:val>
                                        </p:tav>
                                        <p:tav tm="100000">
                                          <p:val>
                                            <p:strVal val="#ppt_x"/>
                                          </p:val>
                                        </p:tav>
                                      </p:tavLst>
                                    </p:anim>
                                    <p:anim calcmode="lin" valueType="num">
                                      <p:cBhvr additive="base">
                                        <p:cTn id="172" dur="500" fill="hold"/>
                                        <p:tgtEl>
                                          <p:spTgt spid="402"/>
                                        </p:tgtEl>
                                        <p:attrNameLst>
                                          <p:attrName>ppt_y</p:attrName>
                                        </p:attrNameLst>
                                      </p:cBhvr>
                                      <p:tavLst>
                                        <p:tav tm="0">
                                          <p:val>
                                            <p:strVal val="1+#ppt_h/2"/>
                                          </p:val>
                                        </p:tav>
                                        <p:tav tm="100000">
                                          <p:val>
                                            <p:strVal val="#ppt_y"/>
                                          </p:val>
                                        </p:tav>
                                      </p:tavLst>
                                    </p:anim>
                                  </p:childTnLst>
                                </p:cTn>
                              </p:par>
                              <p:par>
                                <p:cTn id="173" presetID="2" presetClass="entr" presetSubtype="4" fill="hold" nodeType="withEffect">
                                  <p:stCondLst>
                                    <p:cond delay="0"/>
                                  </p:stCondLst>
                                  <p:childTnLst>
                                    <p:set>
                                      <p:cBhvr>
                                        <p:cTn id="174" dur="1" fill="hold">
                                          <p:stCondLst>
                                            <p:cond delay="0"/>
                                          </p:stCondLst>
                                        </p:cTn>
                                        <p:tgtEl>
                                          <p:spTgt spid="403"/>
                                        </p:tgtEl>
                                        <p:attrNameLst>
                                          <p:attrName>style.visibility</p:attrName>
                                        </p:attrNameLst>
                                      </p:cBhvr>
                                      <p:to>
                                        <p:strVal val="visible"/>
                                      </p:to>
                                    </p:set>
                                    <p:anim calcmode="lin" valueType="num">
                                      <p:cBhvr additive="base">
                                        <p:cTn id="175" dur="500" fill="hold"/>
                                        <p:tgtEl>
                                          <p:spTgt spid="403"/>
                                        </p:tgtEl>
                                        <p:attrNameLst>
                                          <p:attrName>ppt_x</p:attrName>
                                        </p:attrNameLst>
                                      </p:cBhvr>
                                      <p:tavLst>
                                        <p:tav tm="0">
                                          <p:val>
                                            <p:strVal val="#ppt_x"/>
                                          </p:val>
                                        </p:tav>
                                        <p:tav tm="100000">
                                          <p:val>
                                            <p:strVal val="#ppt_x"/>
                                          </p:val>
                                        </p:tav>
                                      </p:tavLst>
                                    </p:anim>
                                    <p:anim calcmode="lin" valueType="num">
                                      <p:cBhvr additive="base">
                                        <p:cTn id="176" dur="500" fill="hold"/>
                                        <p:tgtEl>
                                          <p:spTgt spid="403"/>
                                        </p:tgtEl>
                                        <p:attrNameLst>
                                          <p:attrName>ppt_y</p:attrName>
                                        </p:attrNameLst>
                                      </p:cBhvr>
                                      <p:tavLst>
                                        <p:tav tm="0">
                                          <p:val>
                                            <p:strVal val="1+#ppt_h/2"/>
                                          </p:val>
                                        </p:tav>
                                        <p:tav tm="100000">
                                          <p:val>
                                            <p:strVal val="#ppt_y"/>
                                          </p:val>
                                        </p:tav>
                                      </p:tavLst>
                                    </p:anim>
                                  </p:childTnLst>
                                </p:cTn>
                              </p:par>
                              <p:par>
                                <p:cTn id="177" presetID="2" presetClass="entr" presetSubtype="4" fill="hold" nodeType="withEffect">
                                  <p:stCondLst>
                                    <p:cond delay="0"/>
                                  </p:stCondLst>
                                  <p:childTnLst>
                                    <p:set>
                                      <p:cBhvr>
                                        <p:cTn id="178" dur="1" fill="hold">
                                          <p:stCondLst>
                                            <p:cond delay="0"/>
                                          </p:stCondLst>
                                        </p:cTn>
                                        <p:tgtEl>
                                          <p:spTgt spid="404"/>
                                        </p:tgtEl>
                                        <p:attrNameLst>
                                          <p:attrName>style.visibility</p:attrName>
                                        </p:attrNameLst>
                                      </p:cBhvr>
                                      <p:to>
                                        <p:strVal val="visible"/>
                                      </p:to>
                                    </p:set>
                                    <p:anim calcmode="lin" valueType="num">
                                      <p:cBhvr additive="base">
                                        <p:cTn id="179" dur="500" fill="hold"/>
                                        <p:tgtEl>
                                          <p:spTgt spid="404"/>
                                        </p:tgtEl>
                                        <p:attrNameLst>
                                          <p:attrName>ppt_x</p:attrName>
                                        </p:attrNameLst>
                                      </p:cBhvr>
                                      <p:tavLst>
                                        <p:tav tm="0">
                                          <p:val>
                                            <p:strVal val="#ppt_x"/>
                                          </p:val>
                                        </p:tav>
                                        <p:tav tm="100000">
                                          <p:val>
                                            <p:strVal val="#ppt_x"/>
                                          </p:val>
                                        </p:tav>
                                      </p:tavLst>
                                    </p:anim>
                                    <p:anim calcmode="lin" valueType="num">
                                      <p:cBhvr additive="base">
                                        <p:cTn id="180" dur="500" fill="hold"/>
                                        <p:tgtEl>
                                          <p:spTgt spid="404"/>
                                        </p:tgtEl>
                                        <p:attrNameLst>
                                          <p:attrName>ppt_y</p:attrName>
                                        </p:attrNameLst>
                                      </p:cBhvr>
                                      <p:tavLst>
                                        <p:tav tm="0">
                                          <p:val>
                                            <p:strVal val="1+#ppt_h/2"/>
                                          </p:val>
                                        </p:tav>
                                        <p:tav tm="100000">
                                          <p:val>
                                            <p:strVal val="#ppt_y"/>
                                          </p:val>
                                        </p:tav>
                                      </p:tavLst>
                                    </p:anim>
                                  </p:childTnLst>
                                </p:cTn>
                              </p:par>
                            </p:childTnLst>
                          </p:cTn>
                        </p:par>
                      </p:childTnLst>
                    </p:cTn>
                  </p:par>
                  <p:par>
                    <p:cTn id="181" fill="hold">
                      <p:stCondLst>
                        <p:cond delay="indefinite"/>
                      </p:stCondLst>
                      <p:childTnLst>
                        <p:par>
                          <p:cTn id="182" fill="hold">
                            <p:stCondLst>
                              <p:cond delay="0"/>
                            </p:stCondLst>
                            <p:childTnLst>
                              <p:par>
                                <p:cTn id="183" presetID="2" presetClass="entr" presetSubtype="4" fill="hold" grpId="0" nodeType="clickEffect">
                                  <p:stCondLst>
                                    <p:cond delay="0"/>
                                  </p:stCondLst>
                                  <p:childTnLst>
                                    <p:set>
                                      <p:cBhvr>
                                        <p:cTn id="184" dur="1" fill="hold">
                                          <p:stCondLst>
                                            <p:cond delay="0"/>
                                          </p:stCondLst>
                                        </p:cTn>
                                        <p:tgtEl>
                                          <p:spTgt spid="405"/>
                                        </p:tgtEl>
                                        <p:attrNameLst>
                                          <p:attrName>style.visibility</p:attrName>
                                        </p:attrNameLst>
                                      </p:cBhvr>
                                      <p:to>
                                        <p:strVal val="visible"/>
                                      </p:to>
                                    </p:set>
                                    <p:anim calcmode="lin" valueType="num">
                                      <p:cBhvr additive="base">
                                        <p:cTn id="185" dur="500" fill="hold"/>
                                        <p:tgtEl>
                                          <p:spTgt spid="405"/>
                                        </p:tgtEl>
                                        <p:attrNameLst>
                                          <p:attrName>ppt_x</p:attrName>
                                        </p:attrNameLst>
                                      </p:cBhvr>
                                      <p:tavLst>
                                        <p:tav tm="0">
                                          <p:val>
                                            <p:strVal val="#ppt_x"/>
                                          </p:val>
                                        </p:tav>
                                        <p:tav tm="100000">
                                          <p:val>
                                            <p:strVal val="#ppt_x"/>
                                          </p:val>
                                        </p:tav>
                                      </p:tavLst>
                                    </p:anim>
                                    <p:anim calcmode="lin" valueType="num">
                                      <p:cBhvr additive="base">
                                        <p:cTn id="186" dur="500" fill="hold"/>
                                        <p:tgtEl>
                                          <p:spTgt spid="405"/>
                                        </p:tgtEl>
                                        <p:attrNameLst>
                                          <p:attrName>ppt_y</p:attrName>
                                        </p:attrNameLst>
                                      </p:cBhvr>
                                      <p:tavLst>
                                        <p:tav tm="0">
                                          <p:val>
                                            <p:strVal val="1+#ppt_h/2"/>
                                          </p:val>
                                        </p:tav>
                                        <p:tav tm="100000">
                                          <p:val>
                                            <p:strVal val="#ppt_y"/>
                                          </p:val>
                                        </p:tav>
                                      </p:tavLst>
                                    </p:anim>
                                  </p:childTnLst>
                                </p:cTn>
                              </p:par>
                            </p:childTnLst>
                          </p:cTn>
                        </p:par>
                      </p:childTnLst>
                    </p:cTn>
                  </p:par>
                  <p:par>
                    <p:cTn id="187" fill="hold">
                      <p:stCondLst>
                        <p:cond delay="indefinite"/>
                      </p:stCondLst>
                      <p:childTnLst>
                        <p:par>
                          <p:cTn id="188" fill="hold">
                            <p:stCondLst>
                              <p:cond delay="0"/>
                            </p:stCondLst>
                            <p:childTnLst>
                              <p:par>
                                <p:cTn id="189" presetID="2" presetClass="entr" presetSubtype="4" fill="hold" nodeType="clickEffect">
                                  <p:stCondLst>
                                    <p:cond delay="0"/>
                                  </p:stCondLst>
                                  <p:childTnLst>
                                    <p:set>
                                      <p:cBhvr>
                                        <p:cTn id="190" dur="1" fill="hold">
                                          <p:stCondLst>
                                            <p:cond delay="0"/>
                                          </p:stCondLst>
                                        </p:cTn>
                                        <p:tgtEl>
                                          <p:spTgt spid="345">
                                            <p:txEl>
                                              <p:pRg st="0" end="0"/>
                                            </p:txEl>
                                          </p:spTgt>
                                        </p:tgtEl>
                                        <p:attrNameLst>
                                          <p:attrName>style.visibility</p:attrName>
                                        </p:attrNameLst>
                                      </p:cBhvr>
                                      <p:to>
                                        <p:strVal val="visible"/>
                                      </p:to>
                                    </p:set>
                                    <p:anim calcmode="lin" valueType="num">
                                      <p:cBhvr additive="base">
                                        <p:cTn id="191" dur="500" fill="hold"/>
                                        <p:tgtEl>
                                          <p:spTgt spid="345">
                                            <p:txEl>
                                              <p:pRg st="0" end="0"/>
                                            </p:txEl>
                                          </p:spTgt>
                                        </p:tgtEl>
                                        <p:attrNameLst>
                                          <p:attrName>ppt_x</p:attrName>
                                        </p:attrNameLst>
                                      </p:cBhvr>
                                      <p:tavLst>
                                        <p:tav tm="0">
                                          <p:val>
                                            <p:strVal val="#ppt_x"/>
                                          </p:val>
                                        </p:tav>
                                        <p:tav tm="100000">
                                          <p:val>
                                            <p:strVal val="#ppt_x"/>
                                          </p:val>
                                        </p:tav>
                                      </p:tavLst>
                                    </p:anim>
                                    <p:anim calcmode="lin" valueType="num">
                                      <p:cBhvr additive="base">
                                        <p:cTn id="192" dur="500" fill="hold"/>
                                        <p:tgtEl>
                                          <p:spTgt spid="34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3" fill="hold">
                      <p:stCondLst>
                        <p:cond delay="indefinite"/>
                      </p:stCondLst>
                      <p:childTnLst>
                        <p:par>
                          <p:cTn id="194" fill="hold">
                            <p:stCondLst>
                              <p:cond delay="0"/>
                            </p:stCondLst>
                            <p:childTnLst>
                              <p:par>
                                <p:cTn id="195" presetID="42" presetClass="entr" presetSubtype="0" fill="hold" nodeType="clickEffect">
                                  <p:stCondLst>
                                    <p:cond delay="0"/>
                                  </p:stCondLst>
                                  <p:childTnLst>
                                    <p:set>
                                      <p:cBhvr>
                                        <p:cTn id="196" dur="1" fill="hold">
                                          <p:stCondLst>
                                            <p:cond delay="0"/>
                                          </p:stCondLst>
                                        </p:cTn>
                                        <p:tgtEl>
                                          <p:spTgt spid="345">
                                            <p:txEl>
                                              <p:pRg st="1" end="1"/>
                                            </p:txEl>
                                          </p:spTgt>
                                        </p:tgtEl>
                                        <p:attrNameLst>
                                          <p:attrName>style.visibility</p:attrName>
                                        </p:attrNameLst>
                                      </p:cBhvr>
                                      <p:to>
                                        <p:strVal val="visible"/>
                                      </p:to>
                                    </p:set>
                                    <p:animEffect transition="in" filter="fade">
                                      <p:cBhvr>
                                        <p:cTn id="197" dur="1000"/>
                                        <p:tgtEl>
                                          <p:spTgt spid="345">
                                            <p:txEl>
                                              <p:pRg st="1" end="1"/>
                                            </p:txEl>
                                          </p:spTgt>
                                        </p:tgtEl>
                                      </p:cBhvr>
                                    </p:animEffect>
                                    <p:anim calcmode="lin" valueType="num">
                                      <p:cBhvr>
                                        <p:cTn id="198" dur="1000" fill="hold"/>
                                        <p:tgtEl>
                                          <p:spTgt spid="345">
                                            <p:txEl>
                                              <p:pRg st="1" end="1"/>
                                            </p:txEl>
                                          </p:spTgt>
                                        </p:tgtEl>
                                        <p:attrNameLst>
                                          <p:attrName>ppt_x</p:attrName>
                                        </p:attrNameLst>
                                      </p:cBhvr>
                                      <p:tavLst>
                                        <p:tav tm="0">
                                          <p:val>
                                            <p:strVal val="#ppt_x"/>
                                          </p:val>
                                        </p:tav>
                                        <p:tav tm="100000">
                                          <p:val>
                                            <p:strVal val="#ppt_x"/>
                                          </p:val>
                                        </p:tav>
                                      </p:tavLst>
                                    </p:anim>
                                    <p:anim calcmode="lin" valueType="num">
                                      <p:cBhvr>
                                        <p:cTn id="199" dur="1000" fill="hold"/>
                                        <p:tgtEl>
                                          <p:spTgt spid="34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00" fill="hold">
                      <p:stCondLst>
                        <p:cond delay="indefinite"/>
                      </p:stCondLst>
                      <p:childTnLst>
                        <p:par>
                          <p:cTn id="201" fill="hold">
                            <p:stCondLst>
                              <p:cond delay="0"/>
                            </p:stCondLst>
                            <p:childTnLst>
                              <p:par>
                                <p:cTn id="202" presetID="42" presetClass="entr" presetSubtype="0" fill="hold" nodeType="clickEffect">
                                  <p:stCondLst>
                                    <p:cond delay="0"/>
                                  </p:stCondLst>
                                  <p:childTnLst>
                                    <p:set>
                                      <p:cBhvr>
                                        <p:cTn id="203" dur="1" fill="hold">
                                          <p:stCondLst>
                                            <p:cond delay="0"/>
                                          </p:stCondLst>
                                        </p:cTn>
                                        <p:tgtEl>
                                          <p:spTgt spid="345">
                                            <p:txEl>
                                              <p:pRg st="2" end="2"/>
                                            </p:txEl>
                                          </p:spTgt>
                                        </p:tgtEl>
                                        <p:attrNameLst>
                                          <p:attrName>style.visibility</p:attrName>
                                        </p:attrNameLst>
                                      </p:cBhvr>
                                      <p:to>
                                        <p:strVal val="visible"/>
                                      </p:to>
                                    </p:set>
                                    <p:animEffect transition="in" filter="fade">
                                      <p:cBhvr>
                                        <p:cTn id="204" dur="1000"/>
                                        <p:tgtEl>
                                          <p:spTgt spid="345">
                                            <p:txEl>
                                              <p:pRg st="2" end="2"/>
                                            </p:txEl>
                                          </p:spTgt>
                                        </p:tgtEl>
                                      </p:cBhvr>
                                    </p:animEffect>
                                    <p:anim calcmode="lin" valueType="num">
                                      <p:cBhvr>
                                        <p:cTn id="205" dur="1000" fill="hold"/>
                                        <p:tgtEl>
                                          <p:spTgt spid="345">
                                            <p:txEl>
                                              <p:pRg st="2" end="2"/>
                                            </p:txEl>
                                          </p:spTgt>
                                        </p:tgtEl>
                                        <p:attrNameLst>
                                          <p:attrName>ppt_x</p:attrName>
                                        </p:attrNameLst>
                                      </p:cBhvr>
                                      <p:tavLst>
                                        <p:tav tm="0">
                                          <p:val>
                                            <p:strVal val="#ppt_x"/>
                                          </p:val>
                                        </p:tav>
                                        <p:tav tm="100000">
                                          <p:val>
                                            <p:strVal val="#ppt_x"/>
                                          </p:val>
                                        </p:tav>
                                      </p:tavLst>
                                    </p:anim>
                                    <p:anim calcmode="lin" valueType="num">
                                      <p:cBhvr>
                                        <p:cTn id="206" dur="1000" fill="hold"/>
                                        <p:tgtEl>
                                          <p:spTgt spid="345">
                                            <p:txEl>
                                              <p:pRg st="2" end="2"/>
                                            </p:txEl>
                                          </p:spTgt>
                                        </p:tgtEl>
                                        <p:attrNameLst>
                                          <p:attrName>ppt_y</p:attrName>
                                        </p:attrNameLst>
                                      </p:cBhvr>
                                      <p:tavLst>
                                        <p:tav tm="0">
                                          <p:val>
                                            <p:strVal val="#ppt_y+.1"/>
                                          </p:val>
                                        </p:tav>
                                        <p:tav tm="100000">
                                          <p:val>
                                            <p:strVal val="#ppt_y"/>
                                          </p:val>
                                        </p:tav>
                                      </p:tavLst>
                                    </p:anim>
                                  </p:childTnLst>
                                </p:cTn>
                              </p:par>
                              <p:par>
                                <p:cTn id="207" presetID="42" presetClass="entr" presetSubtype="0" fill="hold" nodeType="withEffect">
                                  <p:stCondLst>
                                    <p:cond delay="0"/>
                                  </p:stCondLst>
                                  <p:childTnLst>
                                    <p:set>
                                      <p:cBhvr>
                                        <p:cTn id="208" dur="1" fill="hold">
                                          <p:stCondLst>
                                            <p:cond delay="0"/>
                                          </p:stCondLst>
                                        </p:cTn>
                                        <p:tgtEl>
                                          <p:spTgt spid="345">
                                            <p:txEl>
                                              <p:pRg st="3" end="3"/>
                                            </p:txEl>
                                          </p:spTgt>
                                        </p:tgtEl>
                                        <p:attrNameLst>
                                          <p:attrName>style.visibility</p:attrName>
                                        </p:attrNameLst>
                                      </p:cBhvr>
                                      <p:to>
                                        <p:strVal val="visible"/>
                                      </p:to>
                                    </p:set>
                                    <p:animEffect transition="in" filter="fade">
                                      <p:cBhvr>
                                        <p:cTn id="209" dur="1000"/>
                                        <p:tgtEl>
                                          <p:spTgt spid="345">
                                            <p:txEl>
                                              <p:pRg st="3" end="3"/>
                                            </p:txEl>
                                          </p:spTgt>
                                        </p:tgtEl>
                                      </p:cBhvr>
                                    </p:animEffect>
                                    <p:anim calcmode="lin" valueType="num">
                                      <p:cBhvr>
                                        <p:cTn id="210" dur="1000" fill="hold"/>
                                        <p:tgtEl>
                                          <p:spTgt spid="345">
                                            <p:txEl>
                                              <p:pRg st="3" end="3"/>
                                            </p:txEl>
                                          </p:spTgt>
                                        </p:tgtEl>
                                        <p:attrNameLst>
                                          <p:attrName>ppt_x</p:attrName>
                                        </p:attrNameLst>
                                      </p:cBhvr>
                                      <p:tavLst>
                                        <p:tav tm="0">
                                          <p:val>
                                            <p:strVal val="#ppt_x"/>
                                          </p:val>
                                        </p:tav>
                                        <p:tav tm="100000">
                                          <p:val>
                                            <p:strVal val="#ppt_x"/>
                                          </p:val>
                                        </p:tav>
                                      </p:tavLst>
                                    </p:anim>
                                    <p:anim calcmode="lin" valueType="num">
                                      <p:cBhvr>
                                        <p:cTn id="211" dur="1000" fill="hold"/>
                                        <p:tgtEl>
                                          <p:spTgt spid="34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12" fill="hold">
                      <p:stCondLst>
                        <p:cond delay="indefinite"/>
                      </p:stCondLst>
                      <p:childTnLst>
                        <p:par>
                          <p:cTn id="213" fill="hold">
                            <p:stCondLst>
                              <p:cond delay="0"/>
                            </p:stCondLst>
                            <p:childTnLst>
                              <p:par>
                                <p:cTn id="214" presetID="42" presetClass="entr" presetSubtype="0" fill="hold" grpId="0" nodeType="clickEffect">
                                  <p:stCondLst>
                                    <p:cond delay="0"/>
                                  </p:stCondLst>
                                  <p:childTnLst>
                                    <p:set>
                                      <p:cBhvr>
                                        <p:cTn id="215" dur="1" fill="hold">
                                          <p:stCondLst>
                                            <p:cond delay="0"/>
                                          </p:stCondLst>
                                        </p:cTn>
                                        <p:tgtEl>
                                          <p:spTgt spid="367"/>
                                        </p:tgtEl>
                                        <p:attrNameLst>
                                          <p:attrName>style.visibility</p:attrName>
                                        </p:attrNameLst>
                                      </p:cBhvr>
                                      <p:to>
                                        <p:strVal val="visible"/>
                                      </p:to>
                                    </p:set>
                                    <p:animEffect transition="in" filter="fade">
                                      <p:cBhvr>
                                        <p:cTn id="216" dur="1000"/>
                                        <p:tgtEl>
                                          <p:spTgt spid="367"/>
                                        </p:tgtEl>
                                      </p:cBhvr>
                                    </p:animEffect>
                                    <p:anim calcmode="lin" valueType="num">
                                      <p:cBhvr>
                                        <p:cTn id="217" dur="1000" fill="hold"/>
                                        <p:tgtEl>
                                          <p:spTgt spid="367"/>
                                        </p:tgtEl>
                                        <p:attrNameLst>
                                          <p:attrName>ppt_x</p:attrName>
                                        </p:attrNameLst>
                                      </p:cBhvr>
                                      <p:tavLst>
                                        <p:tav tm="0">
                                          <p:val>
                                            <p:strVal val="#ppt_x"/>
                                          </p:val>
                                        </p:tav>
                                        <p:tav tm="100000">
                                          <p:val>
                                            <p:strVal val="#ppt_x"/>
                                          </p:val>
                                        </p:tav>
                                      </p:tavLst>
                                    </p:anim>
                                    <p:anim calcmode="lin" valueType="num">
                                      <p:cBhvr>
                                        <p:cTn id="218" dur="1000" fill="hold"/>
                                        <p:tgtEl>
                                          <p:spTgt spid="367"/>
                                        </p:tgtEl>
                                        <p:attrNameLst>
                                          <p:attrName>ppt_y</p:attrName>
                                        </p:attrNameLst>
                                      </p:cBhvr>
                                      <p:tavLst>
                                        <p:tav tm="0">
                                          <p:val>
                                            <p:strVal val="#ppt_y+.1"/>
                                          </p:val>
                                        </p:tav>
                                        <p:tav tm="100000">
                                          <p:val>
                                            <p:strVal val="#ppt_y"/>
                                          </p:val>
                                        </p:tav>
                                      </p:tavLst>
                                    </p:anim>
                                  </p:childTnLst>
                                </p:cTn>
                              </p:par>
                              <p:par>
                                <p:cTn id="219" presetID="42" presetClass="entr" presetSubtype="0" fill="hold" nodeType="withEffect">
                                  <p:stCondLst>
                                    <p:cond delay="0"/>
                                  </p:stCondLst>
                                  <p:childTnLst>
                                    <p:set>
                                      <p:cBhvr>
                                        <p:cTn id="220" dur="1" fill="hold">
                                          <p:stCondLst>
                                            <p:cond delay="0"/>
                                          </p:stCondLst>
                                        </p:cTn>
                                        <p:tgtEl>
                                          <p:spTgt spid="368"/>
                                        </p:tgtEl>
                                        <p:attrNameLst>
                                          <p:attrName>style.visibility</p:attrName>
                                        </p:attrNameLst>
                                      </p:cBhvr>
                                      <p:to>
                                        <p:strVal val="visible"/>
                                      </p:to>
                                    </p:set>
                                    <p:animEffect transition="in" filter="fade">
                                      <p:cBhvr>
                                        <p:cTn id="221" dur="1000"/>
                                        <p:tgtEl>
                                          <p:spTgt spid="368"/>
                                        </p:tgtEl>
                                      </p:cBhvr>
                                    </p:animEffect>
                                    <p:anim calcmode="lin" valueType="num">
                                      <p:cBhvr>
                                        <p:cTn id="222" dur="1000" fill="hold"/>
                                        <p:tgtEl>
                                          <p:spTgt spid="368"/>
                                        </p:tgtEl>
                                        <p:attrNameLst>
                                          <p:attrName>ppt_x</p:attrName>
                                        </p:attrNameLst>
                                      </p:cBhvr>
                                      <p:tavLst>
                                        <p:tav tm="0">
                                          <p:val>
                                            <p:strVal val="#ppt_x"/>
                                          </p:val>
                                        </p:tav>
                                        <p:tav tm="100000">
                                          <p:val>
                                            <p:strVal val="#ppt_x"/>
                                          </p:val>
                                        </p:tav>
                                      </p:tavLst>
                                    </p:anim>
                                    <p:anim calcmode="lin" valueType="num">
                                      <p:cBhvr>
                                        <p:cTn id="223" dur="1000" fill="hold"/>
                                        <p:tgtEl>
                                          <p:spTgt spid="368"/>
                                        </p:tgtEl>
                                        <p:attrNameLst>
                                          <p:attrName>ppt_y</p:attrName>
                                        </p:attrNameLst>
                                      </p:cBhvr>
                                      <p:tavLst>
                                        <p:tav tm="0">
                                          <p:val>
                                            <p:strVal val="#ppt_y+.1"/>
                                          </p:val>
                                        </p:tav>
                                        <p:tav tm="100000">
                                          <p:val>
                                            <p:strVal val="#ppt_y"/>
                                          </p:val>
                                        </p:tav>
                                      </p:tavLst>
                                    </p:anim>
                                  </p:childTnLst>
                                </p:cTn>
                              </p:par>
                              <p:par>
                                <p:cTn id="224" presetID="42" presetClass="entr" presetSubtype="0" fill="hold" nodeType="withEffect">
                                  <p:stCondLst>
                                    <p:cond delay="0"/>
                                  </p:stCondLst>
                                  <p:childTnLst>
                                    <p:set>
                                      <p:cBhvr>
                                        <p:cTn id="225" dur="1" fill="hold">
                                          <p:stCondLst>
                                            <p:cond delay="0"/>
                                          </p:stCondLst>
                                        </p:cTn>
                                        <p:tgtEl>
                                          <p:spTgt spid="369"/>
                                        </p:tgtEl>
                                        <p:attrNameLst>
                                          <p:attrName>style.visibility</p:attrName>
                                        </p:attrNameLst>
                                      </p:cBhvr>
                                      <p:to>
                                        <p:strVal val="visible"/>
                                      </p:to>
                                    </p:set>
                                    <p:animEffect transition="in" filter="fade">
                                      <p:cBhvr>
                                        <p:cTn id="226" dur="1000"/>
                                        <p:tgtEl>
                                          <p:spTgt spid="369"/>
                                        </p:tgtEl>
                                      </p:cBhvr>
                                    </p:animEffect>
                                    <p:anim calcmode="lin" valueType="num">
                                      <p:cBhvr>
                                        <p:cTn id="227" dur="1000" fill="hold"/>
                                        <p:tgtEl>
                                          <p:spTgt spid="369"/>
                                        </p:tgtEl>
                                        <p:attrNameLst>
                                          <p:attrName>ppt_x</p:attrName>
                                        </p:attrNameLst>
                                      </p:cBhvr>
                                      <p:tavLst>
                                        <p:tav tm="0">
                                          <p:val>
                                            <p:strVal val="#ppt_x"/>
                                          </p:val>
                                        </p:tav>
                                        <p:tav tm="100000">
                                          <p:val>
                                            <p:strVal val="#ppt_x"/>
                                          </p:val>
                                        </p:tav>
                                      </p:tavLst>
                                    </p:anim>
                                    <p:anim calcmode="lin" valueType="num">
                                      <p:cBhvr>
                                        <p:cTn id="228" dur="1000" fill="hold"/>
                                        <p:tgtEl>
                                          <p:spTgt spid="369"/>
                                        </p:tgtEl>
                                        <p:attrNameLst>
                                          <p:attrName>ppt_y</p:attrName>
                                        </p:attrNameLst>
                                      </p:cBhvr>
                                      <p:tavLst>
                                        <p:tav tm="0">
                                          <p:val>
                                            <p:strVal val="#ppt_y+.1"/>
                                          </p:val>
                                        </p:tav>
                                        <p:tav tm="100000">
                                          <p:val>
                                            <p:strVal val="#ppt_y"/>
                                          </p:val>
                                        </p:tav>
                                      </p:tavLst>
                                    </p:anim>
                                  </p:childTnLst>
                                </p:cTn>
                              </p:par>
                              <p:par>
                                <p:cTn id="229" presetID="42" presetClass="entr" presetSubtype="0" fill="hold" nodeType="withEffect">
                                  <p:stCondLst>
                                    <p:cond delay="0"/>
                                  </p:stCondLst>
                                  <p:childTnLst>
                                    <p:set>
                                      <p:cBhvr>
                                        <p:cTn id="230" dur="1" fill="hold">
                                          <p:stCondLst>
                                            <p:cond delay="0"/>
                                          </p:stCondLst>
                                        </p:cTn>
                                        <p:tgtEl>
                                          <p:spTgt spid="370"/>
                                        </p:tgtEl>
                                        <p:attrNameLst>
                                          <p:attrName>style.visibility</p:attrName>
                                        </p:attrNameLst>
                                      </p:cBhvr>
                                      <p:to>
                                        <p:strVal val="visible"/>
                                      </p:to>
                                    </p:set>
                                    <p:animEffect transition="in" filter="fade">
                                      <p:cBhvr>
                                        <p:cTn id="231" dur="1000"/>
                                        <p:tgtEl>
                                          <p:spTgt spid="370"/>
                                        </p:tgtEl>
                                      </p:cBhvr>
                                    </p:animEffect>
                                    <p:anim calcmode="lin" valueType="num">
                                      <p:cBhvr>
                                        <p:cTn id="232" dur="1000" fill="hold"/>
                                        <p:tgtEl>
                                          <p:spTgt spid="370"/>
                                        </p:tgtEl>
                                        <p:attrNameLst>
                                          <p:attrName>ppt_x</p:attrName>
                                        </p:attrNameLst>
                                      </p:cBhvr>
                                      <p:tavLst>
                                        <p:tav tm="0">
                                          <p:val>
                                            <p:strVal val="#ppt_x"/>
                                          </p:val>
                                        </p:tav>
                                        <p:tav tm="100000">
                                          <p:val>
                                            <p:strVal val="#ppt_x"/>
                                          </p:val>
                                        </p:tav>
                                      </p:tavLst>
                                    </p:anim>
                                    <p:anim calcmode="lin" valueType="num">
                                      <p:cBhvr>
                                        <p:cTn id="233" dur="1000" fill="hold"/>
                                        <p:tgtEl>
                                          <p:spTgt spid="370"/>
                                        </p:tgtEl>
                                        <p:attrNameLst>
                                          <p:attrName>ppt_y</p:attrName>
                                        </p:attrNameLst>
                                      </p:cBhvr>
                                      <p:tavLst>
                                        <p:tav tm="0">
                                          <p:val>
                                            <p:strVal val="#ppt_y+.1"/>
                                          </p:val>
                                        </p:tav>
                                        <p:tav tm="100000">
                                          <p:val>
                                            <p:strVal val="#ppt_y"/>
                                          </p:val>
                                        </p:tav>
                                      </p:tavLst>
                                    </p:anim>
                                  </p:childTnLst>
                                </p:cTn>
                              </p:par>
                              <p:par>
                                <p:cTn id="234" presetID="42" presetClass="entr" presetSubtype="0" fill="hold" nodeType="withEffect">
                                  <p:stCondLst>
                                    <p:cond delay="0"/>
                                  </p:stCondLst>
                                  <p:childTnLst>
                                    <p:set>
                                      <p:cBhvr>
                                        <p:cTn id="235" dur="1" fill="hold">
                                          <p:stCondLst>
                                            <p:cond delay="0"/>
                                          </p:stCondLst>
                                        </p:cTn>
                                        <p:tgtEl>
                                          <p:spTgt spid="371"/>
                                        </p:tgtEl>
                                        <p:attrNameLst>
                                          <p:attrName>style.visibility</p:attrName>
                                        </p:attrNameLst>
                                      </p:cBhvr>
                                      <p:to>
                                        <p:strVal val="visible"/>
                                      </p:to>
                                    </p:set>
                                    <p:animEffect transition="in" filter="fade">
                                      <p:cBhvr>
                                        <p:cTn id="236" dur="1000"/>
                                        <p:tgtEl>
                                          <p:spTgt spid="371"/>
                                        </p:tgtEl>
                                      </p:cBhvr>
                                    </p:animEffect>
                                    <p:anim calcmode="lin" valueType="num">
                                      <p:cBhvr>
                                        <p:cTn id="237" dur="1000" fill="hold"/>
                                        <p:tgtEl>
                                          <p:spTgt spid="371"/>
                                        </p:tgtEl>
                                        <p:attrNameLst>
                                          <p:attrName>ppt_x</p:attrName>
                                        </p:attrNameLst>
                                      </p:cBhvr>
                                      <p:tavLst>
                                        <p:tav tm="0">
                                          <p:val>
                                            <p:strVal val="#ppt_x"/>
                                          </p:val>
                                        </p:tav>
                                        <p:tav tm="100000">
                                          <p:val>
                                            <p:strVal val="#ppt_x"/>
                                          </p:val>
                                        </p:tav>
                                      </p:tavLst>
                                    </p:anim>
                                    <p:anim calcmode="lin" valueType="num">
                                      <p:cBhvr>
                                        <p:cTn id="238" dur="1000" fill="hold"/>
                                        <p:tgtEl>
                                          <p:spTgt spid="371"/>
                                        </p:tgtEl>
                                        <p:attrNameLst>
                                          <p:attrName>ppt_y</p:attrName>
                                        </p:attrNameLst>
                                      </p:cBhvr>
                                      <p:tavLst>
                                        <p:tav tm="0">
                                          <p:val>
                                            <p:strVal val="#ppt_y+.1"/>
                                          </p:val>
                                        </p:tav>
                                        <p:tav tm="100000">
                                          <p:val>
                                            <p:strVal val="#ppt_y"/>
                                          </p:val>
                                        </p:tav>
                                      </p:tavLst>
                                    </p:anim>
                                  </p:childTnLst>
                                </p:cTn>
                              </p:par>
                              <p:par>
                                <p:cTn id="239" presetID="42" presetClass="entr" presetSubtype="0" fill="hold" grpId="0" nodeType="withEffect">
                                  <p:stCondLst>
                                    <p:cond delay="0"/>
                                  </p:stCondLst>
                                  <p:childTnLst>
                                    <p:set>
                                      <p:cBhvr>
                                        <p:cTn id="240" dur="1" fill="hold">
                                          <p:stCondLst>
                                            <p:cond delay="0"/>
                                          </p:stCondLst>
                                        </p:cTn>
                                        <p:tgtEl>
                                          <p:spTgt spid="382"/>
                                        </p:tgtEl>
                                        <p:attrNameLst>
                                          <p:attrName>style.visibility</p:attrName>
                                        </p:attrNameLst>
                                      </p:cBhvr>
                                      <p:to>
                                        <p:strVal val="visible"/>
                                      </p:to>
                                    </p:set>
                                    <p:animEffect transition="in" filter="fade">
                                      <p:cBhvr>
                                        <p:cTn id="241" dur="1000"/>
                                        <p:tgtEl>
                                          <p:spTgt spid="382"/>
                                        </p:tgtEl>
                                      </p:cBhvr>
                                    </p:animEffect>
                                    <p:anim calcmode="lin" valueType="num">
                                      <p:cBhvr>
                                        <p:cTn id="242" dur="1000" fill="hold"/>
                                        <p:tgtEl>
                                          <p:spTgt spid="382"/>
                                        </p:tgtEl>
                                        <p:attrNameLst>
                                          <p:attrName>ppt_x</p:attrName>
                                        </p:attrNameLst>
                                      </p:cBhvr>
                                      <p:tavLst>
                                        <p:tav tm="0">
                                          <p:val>
                                            <p:strVal val="#ppt_x"/>
                                          </p:val>
                                        </p:tav>
                                        <p:tav tm="100000">
                                          <p:val>
                                            <p:strVal val="#ppt_x"/>
                                          </p:val>
                                        </p:tav>
                                      </p:tavLst>
                                    </p:anim>
                                    <p:anim calcmode="lin" valueType="num">
                                      <p:cBhvr>
                                        <p:cTn id="243" dur="1000" fill="hold"/>
                                        <p:tgtEl>
                                          <p:spTgt spid="382"/>
                                        </p:tgtEl>
                                        <p:attrNameLst>
                                          <p:attrName>ppt_y</p:attrName>
                                        </p:attrNameLst>
                                      </p:cBhvr>
                                      <p:tavLst>
                                        <p:tav tm="0">
                                          <p:val>
                                            <p:strVal val="#ppt_y+.1"/>
                                          </p:val>
                                        </p:tav>
                                        <p:tav tm="100000">
                                          <p:val>
                                            <p:strVal val="#ppt_y"/>
                                          </p:val>
                                        </p:tav>
                                      </p:tavLst>
                                    </p:anim>
                                  </p:childTnLst>
                                </p:cTn>
                              </p:par>
                              <p:par>
                                <p:cTn id="244" presetID="42" presetClass="entr" presetSubtype="0" fill="hold" nodeType="withEffect">
                                  <p:stCondLst>
                                    <p:cond delay="0"/>
                                  </p:stCondLst>
                                  <p:childTnLst>
                                    <p:set>
                                      <p:cBhvr>
                                        <p:cTn id="245" dur="1" fill="hold">
                                          <p:stCondLst>
                                            <p:cond delay="0"/>
                                          </p:stCondLst>
                                        </p:cTn>
                                        <p:tgtEl>
                                          <p:spTgt spid="383"/>
                                        </p:tgtEl>
                                        <p:attrNameLst>
                                          <p:attrName>style.visibility</p:attrName>
                                        </p:attrNameLst>
                                      </p:cBhvr>
                                      <p:to>
                                        <p:strVal val="visible"/>
                                      </p:to>
                                    </p:set>
                                    <p:animEffect transition="in" filter="fade">
                                      <p:cBhvr>
                                        <p:cTn id="246" dur="1000"/>
                                        <p:tgtEl>
                                          <p:spTgt spid="383"/>
                                        </p:tgtEl>
                                      </p:cBhvr>
                                    </p:animEffect>
                                    <p:anim calcmode="lin" valueType="num">
                                      <p:cBhvr>
                                        <p:cTn id="247" dur="1000" fill="hold"/>
                                        <p:tgtEl>
                                          <p:spTgt spid="383"/>
                                        </p:tgtEl>
                                        <p:attrNameLst>
                                          <p:attrName>ppt_x</p:attrName>
                                        </p:attrNameLst>
                                      </p:cBhvr>
                                      <p:tavLst>
                                        <p:tav tm="0">
                                          <p:val>
                                            <p:strVal val="#ppt_x"/>
                                          </p:val>
                                        </p:tav>
                                        <p:tav tm="100000">
                                          <p:val>
                                            <p:strVal val="#ppt_x"/>
                                          </p:val>
                                        </p:tav>
                                      </p:tavLst>
                                    </p:anim>
                                    <p:anim calcmode="lin" valueType="num">
                                      <p:cBhvr>
                                        <p:cTn id="248" dur="1000" fill="hold"/>
                                        <p:tgtEl>
                                          <p:spTgt spid="383"/>
                                        </p:tgtEl>
                                        <p:attrNameLst>
                                          <p:attrName>ppt_y</p:attrName>
                                        </p:attrNameLst>
                                      </p:cBhvr>
                                      <p:tavLst>
                                        <p:tav tm="0">
                                          <p:val>
                                            <p:strVal val="#ppt_y+.1"/>
                                          </p:val>
                                        </p:tav>
                                        <p:tav tm="100000">
                                          <p:val>
                                            <p:strVal val="#ppt_y"/>
                                          </p:val>
                                        </p:tav>
                                      </p:tavLst>
                                    </p:anim>
                                  </p:childTnLst>
                                </p:cTn>
                              </p:par>
                              <p:par>
                                <p:cTn id="249" presetID="42" presetClass="entr" presetSubtype="0" fill="hold" grpId="0" nodeType="withEffect">
                                  <p:stCondLst>
                                    <p:cond delay="0"/>
                                  </p:stCondLst>
                                  <p:childTnLst>
                                    <p:set>
                                      <p:cBhvr>
                                        <p:cTn id="250" dur="1" fill="hold">
                                          <p:stCondLst>
                                            <p:cond delay="0"/>
                                          </p:stCondLst>
                                        </p:cTn>
                                        <p:tgtEl>
                                          <p:spTgt spid="384"/>
                                        </p:tgtEl>
                                        <p:attrNameLst>
                                          <p:attrName>style.visibility</p:attrName>
                                        </p:attrNameLst>
                                      </p:cBhvr>
                                      <p:to>
                                        <p:strVal val="visible"/>
                                      </p:to>
                                    </p:set>
                                    <p:animEffect transition="in" filter="fade">
                                      <p:cBhvr>
                                        <p:cTn id="251" dur="1000"/>
                                        <p:tgtEl>
                                          <p:spTgt spid="384"/>
                                        </p:tgtEl>
                                      </p:cBhvr>
                                    </p:animEffect>
                                    <p:anim calcmode="lin" valueType="num">
                                      <p:cBhvr>
                                        <p:cTn id="252" dur="1000" fill="hold"/>
                                        <p:tgtEl>
                                          <p:spTgt spid="384"/>
                                        </p:tgtEl>
                                        <p:attrNameLst>
                                          <p:attrName>ppt_x</p:attrName>
                                        </p:attrNameLst>
                                      </p:cBhvr>
                                      <p:tavLst>
                                        <p:tav tm="0">
                                          <p:val>
                                            <p:strVal val="#ppt_x"/>
                                          </p:val>
                                        </p:tav>
                                        <p:tav tm="100000">
                                          <p:val>
                                            <p:strVal val="#ppt_x"/>
                                          </p:val>
                                        </p:tav>
                                      </p:tavLst>
                                    </p:anim>
                                    <p:anim calcmode="lin" valueType="num">
                                      <p:cBhvr>
                                        <p:cTn id="253" dur="1000" fill="hold"/>
                                        <p:tgtEl>
                                          <p:spTgt spid="384"/>
                                        </p:tgtEl>
                                        <p:attrNameLst>
                                          <p:attrName>ppt_y</p:attrName>
                                        </p:attrNameLst>
                                      </p:cBhvr>
                                      <p:tavLst>
                                        <p:tav tm="0">
                                          <p:val>
                                            <p:strVal val="#ppt_y+.1"/>
                                          </p:val>
                                        </p:tav>
                                        <p:tav tm="100000">
                                          <p:val>
                                            <p:strVal val="#ppt_y"/>
                                          </p:val>
                                        </p:tav>
                                      </p:tavLst>
                                    </p:anim>
                                  </p:childTnLst>
                                </p:cTn>
                              </p:par>
                              <p:par>
                                <p:cTn id="254" presetID="42" presetClass="entr" presetSubtype="0" fill="hold" nodeType="withEffect">
                                  <p:stCondLst>
                                    <p:cond delay="0"/>
                                  </p:stCondLst>
                                  <p:childTnLst>
                                    <p:set>
                                      <p:cBhvr>
                                        <p:cTn id="255" dur="1" fill="hold">
                                          <p:stCondLst>
                                            <p:cond delay="0"/>
                                          </p:stCondLst>
                                        </p:cTn>
                                        <p:tgtEl>
                                          <p:spTgt spid="386"/>
                                        </p:tgtEl>
                                        <p:attrNameLst>
                                          <p:attrName>style.visibility</p:attrName>
                                        </p:attrNameLst>
                                      </p:cBhvr>
                                      <p:to>
                                        <p:strVal val="visible"/>
                                      </p:to>
                                    </p:set>
                                    <p:animEffect transition="in" filter="fade">
                                      <p:cBhvr>
                                        <p:cTn id="256" dur="1000"/>
                                        <p:tgtEl>
                                          <p:spTgt spid="386"/>
                                        </p:tgtEl>
                                      </p:cBhvr>
                                    </p:animEffect>
                                    <p:anim calcmode="lin" valueType="num">
                                      <p:cBhvr>
                                        <p:cTn id="257" dur="1000" fill="hold"/>
                                        <p:tgtEl>
                                          <p:spTgt spid="386"/>
                                        </p:tgtEl>
                                        <p:attrNameLst>
                                          <p:attrName>ppt_x</p:attrName>
                                        </p:attrNameLst>
                                      </p:cBhvr>
                                      <p:tavLst>
                                        <p:tav tm="0">
                                          <p:val>
                                            <p:strVal val="#ppt_x"/>
                                          </p:val>
                                        </p:tav>
                                        <p:tav tm="100000">
                                          <p:val>
                                            <p:strVal val="#ppt_x"/>
                                          </p:val>
                                        </p:tav>
                                      </p:tavLst>
                                    </p:anim>
                                    <p:anim calcmode="lin" valueType="num">
                                      <p:cBhvr>
                                        <p:cTn id="258" dur="1000" fill="hold"/>
                                        <p:tgtEl>
                                          <p:spTgt spid="386"/>
                                        </p:tgtEl>
                                        <p:attrNameLst>
                                          <p:attrName>ppt_y</p:attrName>
                                        </p:attrNameLst>
                                      </p:cBhvr>
                                      <p:tavLst>
                                        <p:tav tm="0">
                                          <p:val>
                                            <p:strVal val="#ppt_y+.1"/>
                                          </p:val>
                                        </p:tav>
                                        <p:tav tm="100000">
                                          <p:val>
                                            <p:strVal val="#ppt_y"/>
                                          </p:val>
                                        </p:tav>
                                      </p:tavLst>
                                    </p:anim>
                                  </p:childTnLst>
                                </p:cTn>
                              </p:par>
                              <p:par>
                                <p:cTn id="259" presetID="42" presetClass="entr" presetSubtype="0" fill="hold" grpId="0" nodeType="withEffect">
                                  <p:stCondLst>
                                    <p:cond delay="0"/>
                                  </p:stCondLst>
                                  <p:childTnLst>
                                    <p:set>
                                      <p:cBhvr>
                                        <p:cTn id="260" dur="1" fill="hold">
                                          <p:stCondLst>
                                            <p:cond delay="0"/>
                                          </p:stCondLst>
                                        </p:cTn>
                                        <p:tgtEl>
                                          <p:spTgt spid="387"/>
                                        </p:tgtEl>
                                        <p:attrNameLst>
                                          <p:attrName>style.visibility</p:attrName>
                                        </p:attrNameLst>
                                      </p:cBhvr>
                                      <p:to>
                                        <p:strVal val="visible"/>
                                      </p:to>
                                    </p:set>
                                    <p:animEffect transition="in" filter="fade">
                                      <p:cBhvr>
                                        <p:cTn id="261" dur="1000"/>
                                        <p:tgtEl>
                                          <p:spTgt spid="387"/>
                                        </p:tgtEl>
                                      </p:cBhvr>
                                    </p:animEffect>
                                    <p:anim calcmode="lin" valueType="num">
                                      <p:cBhvr>
                                        <p:cTn id="262" dur="1000" fill="hold"/>
                                        <p:tgtEl>
                                          <p:spTgt spid="387"/>
                                        </p:tgtEl>
                                        <p:attrNameLst>
                                          <p:attrName>ppt_x</p:attrName>
                                        </p:attrNameLst>
                                      </p:cBhvr>
                                      <p:tavLst>
                                        <p:tav tm="0">
                                          <p:val>
                                            <p:strVal val="#ppt_x"/>
                                          </p:val>
                                        </p:tav>
                                        <p:tav tm="100000">
                                          <p:val>
                                            <p:strVal val="#ppt_x"/>
                                          </p:val>
                                        </p:tav>
                                      </p:tavLst>
                                    </p:anim>
                                    <p:anim calcmode="lin" valueType="num">
                                      <p:cBhvr>
                                        <p:cTn id="263" dur="1000" fill="hold"/>
                                        <p:tgtEl>
                                          <p:spTgt spid="387"/>
                                        </p:tgtEl>
                                        <p:attrNameLst>
                                          <p:attrName>ppt_y</p:attrName>
                                        </p:attrNameLst>
                                      </p:cBhvr>
                                      <p:tavLst>
                                        <p:tav tm="0">
                                          <p:val>
                                            <p:strVal val="#ppt_y+.1"/>
                                          </p:val>
                                        </p:tav>
                                        <p:tav tm="100000">
                                          <p:val>
                                            <p:strVal val="#ppt_y"/>
                                          </p:val>
                                        </p:tav>
                                      </p:tavLst>
                                    </p:anim>
                                  </p:childTnLst>
                                </p:cTn>
                              </p:par>
                              <p:par>
                                <p:cTn id="264" presetID="42" presetClass="entr" presetSubtype="0" fill="hold" grpId="0" nodeType="withEffect">
                                  <p:stCondLst>
                                    <p:cond delay="0"/>
                                  </p:stCondLst>
                                  <p:childTnLst>
                                    <p:set>
                                      <p:cBhvr>
                                        <p:cTn id="265" dur="1" fill="hold">
                                          <p:stCondLst>
                                            <p:cond delay="0"/>
                                          </p:stCondLst>
                                        </p:cTn>
                                        <p:tgtEl>
                                          <p:spTgt spid="388"/>
                                        </p:tgtEl>
                                        <p:attrNameLst>
                                          <p:attrName>style.visibility</p:attrName>
                                        </p:attrNameLst>
                                      </p:cBhvr>
                                      <p:to>
                                        <p:strVal val="visible"/>
                                      </p:to>
                                    </p:set>
                                    <p:animEffect transition="in" filter="fade">
                                      <p:cBhvr>
                                        <p:cTn id="266" dur="1000"/>
                                        <p:tgtEl>
                                          <p:spTgt spid="388"/>
                                        </p:tgtEl>
                                      </p:cBhvr>
                                    </p:animEffect>
                                    <p:anim calcmode="lin" valueType="num">
                                      <p:cBhvr>
                                        <p:cTn id="267" dur="1000" fill="hold"/>
                                        <p:tgtEl>
                                          <p:spTgt spid="388"/>
                                        </p:tgtEl>
                                        <p:attrNameLst>
                                          <p:attrName>ppt_x</p:attrName>
                                        </p:attrNameLst>
                                      </p:cBhvr>
                                      <p:tavLst>
                                        <p:tav tm="0">
                                          <p:val>
                                            <p:strVal val="#ppt_x"/>
                                          </p:val>
                                        </p:tav>
                                        <p:tav tm="100000">
                                          <p:val>
                                            <p:strVal val="#ppt_x"/>
                                          </p:val>
                                        </p:tav>
                                      </p:tavLst>
                                    </p:anim>
                                    <p:anim calcmode="lin" valueType="num">
                                      <p:cBhvr>
                                        <p:cTn id="268" dur="1000" fill="hold"/>
                                        <p:tgtEl>
                                          <p:spTgt spid="388"/>
                                        </p:tgtEl>
                                        <p:attrNameLst>
                                          <p:attrName>ppt_y</p:attrName>
                                        </p:attrNameLst>
                                      </p:cBhvr>
                                      <p:tavLst>
                                        <p:tav tm="0">
                                          <p:val>
                                            <p:strVal val="#ppt_y+.1"/>
                                          </p:val>
                                        </p:tav>
                                        <p:tav tm="100000">
                                          <p:val>
                                            <p:strVal val="#ppt_y"/>
                                          </p:val>
                                        </p:tav>
                                      </p:tavLst>
                                    </p:anim>
                                  </p:childTnLst>
                                </p:cTn>
                              </p:par>
                              <p:par>
                                <p:cTn id="269" presetID="42" presetClass="entr" presetSubtype="0" fill="hold" grpId="0" nodeType="withEffect">
                                  <p:stCondLst>
                                    <p:cond delay="0"/>
                                  </p:stCondLst>
                                  <p:childTnLst>
                                    <p:set>
                                      <p:cBhvr>
                                        <p:cTn id="270" dur="1" fill="hold">
                                          <p:stCondLst>
                                            <p:cond delay="0"/>
                                          </p:stCondLst>
                                        </p:cTn>
                                        <p:tgtEl>
                                          <p:spTgt spid="389"/>
                                        </p:tgtEl>
                                        <p:attrNameLst>
                                          <p:attrName>style.visibility</p:attrName>
                                        </p:attrNameLst>
                                      </p:cBhvr>
                                      <p:to>
                                        <p:strVal val="visible"/>
                                      </p:to>
                                    </p:set>
                                    <p:animEffect transition="in" filter="fade">
                                      <p:cBhvr>
                                        <p:cTn id="271" dur="1000"/>
                                        <p:tgtEl>
                                          <p:spTgt spid="389"/>
                                        </p:tgtEl>
                                      </p:cBhvr>
                                    </p:animEffect>
                                    <p:anim calcmode="lin" valueType="num">
                                      <p:cBhvr>
                                        <p:cTn id="272" dur="1000" fill="hold"/>
                                        <p:tgtEl>
                                          <p:spTgt spid="389"/>
                                        </p:tgtEl>
                                        <p:attrNameLst>
                                          <p:attrName>ppt_x</p:attrName>
                                        </p:attrNameLst>
                                      </p:cBhvr>
                                      <p:tavLst>
                                        <p:tav tm="0">
                                          <p:val>
                                            <p:strVal val="#ppt_x"/>
                                          </p:val>
                                        </p:tav>
                                        <p:tav tm="100000">
                                          <p:val>
                                            <p:strVal val="#ppt_x"/>
                                          </p:val>
                                        </p:tav>
                                      </p:tavLst>
                                    </p:anim>
                                    <p:anim calcmode="lin" valueType="num">
                                      <p:cBhvr>
                                        <p:cTn id="273" dur="1000" fill="hold"/>
                                        <p:tgtEl>
                                          <p:spTgt spid="389"/>
                                        </p:tgtEl>
                                        <p:attrNameLst>
                                          <p:attrName>ppt_y</p:attrName>
                                        </p:attrNameLst>
                                      </p:cBhvr>
                                      <p:tavLst>
                                        <p:tav tm="0">
                                          <p:val>
                                            <p:strVal val="#ppt_y+.1"/>
                                          </p:val>
                                        </p:tav>
                                        <p:tav tm="100000">
                                          <p:val>
                                            <p:strVal val="#ppt_y"/>
                                          </p:val>
                                        </p:tav>
                                      </p:tavLst>
                                    </p:anim>
                                  </p:childTnLst>
                                </p:cTn>
                              </p:par>
                              <p:par>
                                <p:cTn id="274" presetID="42" presetClass="entr" presetSubtype="0" fill="hold" grpId="0" nodeType="withEffect">
                                  <p:stCondLst>
                                    <p:cond delay="0"/>
                                  </p:stCondLst>
                                  <p:childTnLst>
                                    <p:set>
                                      <p:cBhvr>
                                        <p:cTn id="275" dur="1" fill="hold">
                                          <p:stCondLst>
                                            <p:cond delay="0"/>
                                          </p:stCondLst>
                                        </p:cTn>
                                        <p:tgtEl>
                                          <p:spTgt spid="390"/>
                                        </p:tgtEl>
                                        <p:attrNameLst>
                                          <p:attrName>style.visibility</p:attrName>
                                        </p:attrNameLst>
                                      </p:cBhvr>
                                      <p:to>
                                        <p:strVal val="visible"/>
                                      </p:to>
                                    </p:set>
                                    <p:animEffect transition="in" filter="fade">
                                      <p:cBhvr>
                                        <p:cTn id="276" dur="1000"/>
                                        <p:tgtEl>
                                          <p:spTgt spid="390"/>
                                        </p:tgtEl>
                                      </p:cBhvr>
                                    </p:animEffect>
                                    <p:anim calcmode="lin" valueType="num">
                                      <p:cBhvr>
                                        <p:cTn id="277" dur="1000" fill="hold"/>
                                        <p:tgtEl>
                                          <p:spTgt spid="390"/>
                                        </p:tgtEl>
                                        <p:attrNameLst>
                                          <p:attrName>ppt_x</p:attrName>
                                        </p:attrNameLst>
                                      </p:cBhvr>
                                      <p:tavLst>
                                        <p:tav tm="0">
                                          <p:val>
                                            <p:strVal val="#ppt_x"/>
                                          </p:val>
                                        </p:tav>
                                        <p:tav tm="100000">
                                          <p:val>
                                            <p:strVal val="#ppt_x"/>
                                          </p:val>
                                        </p:tav>
                                      </p:tavLst>
                                    </p:anim>
                                    <p:anim calcmode="lin" valueType="num">
                                      <p:cBhvr>
                                        <p:cTn id="278" dur="1000" fill="hold"/>
                                        <p:tgtEl>
                                          <p:spTgt spid="390"/>
                                        </p:tgtEl>
                                        <p:attrNameLst>
                                          <p:attrName>ppt_y</p:attrName>
                                        </p:attrNameLst>
                                      </p:cBhvr>
                                      <p:tavLst>
                                        <p:tav tm="0">
                                          <p:val>
                                            <p:strVal val="#ppt_y+.1"/>
                                          </p:val>
                                        </p:tav>
                                        <p:tav tm="100000">
                                          <p:val>
                                            <p:strVal val="#ppt_y"/>
                                          </p:val>
                                        </p:tav>
                                      </p:tavLst>
                                    </p:anim>
                                  </p:childTnLst>
                                </p:cTn>
                              </p:par>
                              <p:par>
                                <p:cTn id="279" presetID="42" presetClass="entr" presetSubtype="0" fill="hold" nodeType="withEffect">
                                  <p:stCondLst>
                                    <p:cond delay="0"/>
                                  </p:stCondLst>
                                  <p:childTnLst>
                                    <p:set>
                                      <p:cBhvr>
                                        <p:cTn id="280" dur="1" fill="hold">
                                          <p:stCondLst>
                                            <p:cond delay="0"/>
                                          </p:stCondLst>
                                        </p:cTn>
                                        <p:tgtEl>
                                          <p:spTgt spid="407"/>
                                        </p:tgtEl>
                                        <p:attrNameLst>
                                          <p:attrName>style.visibility</p:attrName>
                                        </p:attrNameLst>
                                      </p:cBhvr>
                                      <p:to>
                                        <p:strVal val="visible"/>
                                      </p:to>
                                    </p:set>
                                    <p:animEffect transition="in" filter="fade">
                                      <p:cBhvr>
                                        <p:cTn id="281" dur="1000"/>
                                        <p:tgtEl>
                                          <p:spTgt spid="407"/>
                                        </p:tgtEl>
                                      </p:cBhvr>
                                    </p:animEffect>
                                    <p:anim calcmode="lin" valueType="num">
                                      <p:cBhvr>
                                        <p:cTn id="282" dur="1000" fill="hold"/>
                                        <p:tgtEl>
                                          <p:spTgt spid="407"/>
                                        </p:tgtEl>
                                        <p:attrNameLst>
                                          <p:attrName>ppt_x</p:attrName>
                                        </p:attrNameLst>
                                      </p:cBhvr>
                                      <p:tavLst>
                                        <p:tav tm="0">
                                          <p:val>
                                            <p:strVal val="#ppt_x"/>
                                          </p:val>
                                        </p:tav>
                                        <p:tav tm="100000">
                                          <p:val>
                                            <p:strVal val="#ppt_x"/>
                                          </p:val>
                                        </p:tav>
                                      </p:tavLst>
                                    </p:anim>
                                    <p:anim calcmode="lin" valueType="num">
                                      <p:cBhvr>
                                        <p:cTn id="283" dur="1000" fill="hold"/>
                                        <p:tgtEl>
                                          <p:spTgt spid="407"/>
                                        </p:tgtEl>
                                        <p:attrNameLst>
                                          <p:attrName>ppt_y</p:attrName>
                                        </p:attrNameLst>
                                      </p:cBhvr>
                                      <p:tavLst>
                                        <p:tav tm="0">
                                          <p:val>
                                            <p:strVal val="#ppt_y+.1"/>
                                          </p:val>
                                        </p:tav>
                                        <p:tav tm="100000">
                                          <p:val>
                                            <p:strVal val="#ppt_y"/>
                                          </p:val>
                                        </p:tav>
                                      </p:tavLst>
                                    </p:anim>
                                  </p:childTnLst>
                                </p:cTn>
                              </p:par>
                              <p:par>
                                <p:cTn id="284" presetID="42" presetClass="entr" presetSubtype="0" fill="hold" nodeType="withEffect">
                                  <p:stCondLst>
                                    <p:cond delay="0"/>
                                  </p:stCondLst>
                                  <p:childTnLst>
                                    <p:set>
                                      <p:cBhvr>
                                        <p:cTn id="285" dur="1" fill="hold">
                                          <p:stCondLst>
                                            <p:cond delay="0"/>
                                          </p:stCondLst>
                                        </p:cTn>
                                        <p:tgtEl>
                                          <p:spTgt spid="408"/>
                                        </p:tgtEl>
                                        <p:attrNameLst>
                                          <p:attrName>style.visibility</p:attrName>
                                        </p:attrNameLst>
                                      </p:cBhvr>
                                      <p:to>
                                        <p:strVal val="visible"/>
                                      </p:to>
                                    </p:set>
                                    <p:animEffect transition="in" filter="fade">
                                      <p:cBhvr>
                                        <p:cTn id="286" dur="1000"/>
                                        <p:tgtEl>
                                          <p:spTgt spid="408"/>
                                        </p:tgtEl>
                                      </p:cBhvr>
                                    </p:animEffect>
                                    <p:anim calcmode="lin" valueType="num">
                                      <p:cBhvr>
                                        <p:cTn id="287" dur="1000" fill="hold"/>
                                        <p:tgtEl>
                                          <p:spTgt spid="408"/>
                                        </p:tgtEl>
                                        <p:attrNameLst>
                                          <p:attrName>ppt_x</p:attrName>
                                        </p:attrNameLst>
                                      </p:cBhvr>
                                      <p:tavLst>
                                        <p:tav tm="0">
                                          <p:val>
                                            <p:strVal val="#ppt_x"/>
                                          </p:val>
                                        </p:tav>
                                        <p:tav tm="100000">
                                          <p:val>
                                            <p:strVal val="#ppt_x"/>
                                          </p:val>
                                        </p:tav>
                                      </p:tavLst>
                                    </p:anim>
                                    <p:anim calcmode="lin" valueType="num">
                                      <p:cBhvr>
                                        <p:cTn id="288" dur="1000" fill="hold"/>
                                        <p:tgtEl>
                                          <p:spTgt spid="408"/>
                                        </p:tgtEl>
                                        <p:attrNameLst>
                                          <p:attrName>ppt_y</p:attrName>
                                        </p:attrNameLst>
                                      </p:cBhvr>
                                      <p:tavLst>
                                        <p:tav tm="0">
                                          <p:val>
                                            <p:strVal val="#ppt_y+.1"/>
                                          </p:val>
                                        </p:tav>
                                        <p:tav tm="100000">
                                          <p:val>
                                            <p:strVal val="#ppt_y"/>
                                          </p:val>
                                        </p:tav>
                                      </p:tavLst>
                                    </p:anim>
                                  </p:childTnLst>
                                </p:cTn>
                              </p:par>
                              <p:par>
                                <p:cTn id="289" presetID="42" presetClass="entr" presetSubtype="0" fill="hold" nodeType="withEffect">
                                  <p:stCondLst>
                                    <p:cond delay="0"/>
                                  </p:stCondLst>
                                  <p:childTnLst>
                                    <p:set>
                                      <p:cBhvr>
                                        <p:cTn id="290" dur="1" fill="hold">
                                          <p:stCondLst>
                                            <p:cond delay="0"/>
                                          </p:stCondLst>
                                        </p:cTn>
                                        <p:tgtEl>
                                          <p:spTgt spid="409"/>
                                        </p:tgtEl>
                                        <p:attrNameLst>
                                          <p:attrName>style.visibility</p:attrName>
                                        </p:attrNameLst>
                                      </p:cBhvr>
                                      <p:to>
                                        <p:strVal val="visible"/>
                                      </p:to>
                                    </p:set>
                                    <p:animEffect transition="in" filter="fade">
                                      <p:cBhvr>
                                        <p:cTn id="291" dur="1000"/>
                                        <p:tgtEl>
                                          <p:spTgt spid="409"/>
                                        </p:tgtEl>
                                      </p:cBhvr>
                                    </p:animEffect>
                                    <p:anim calcmode="lin" valueType="num">
                                      <p:cBhvr>
                                        <p:cTn id="292" dur="1000" fill="hold"/>
                                        <p:tgtEl>
                                          <p:spTgt spid="409"/>
                                        </p:tgtEl>
                                        <p:attrNameLst>
                                          <p:attrName>ppt_x</p:attrName>
                                        </p:attrNameLst>
                                      </p:cBhvr>
                                      <p:tavLst>
                                        <p:tav tm="0">
                                          <p:val>
                                            <p:strVal val="#ppt_x"/>
                                          </p:val>
                                        </p:tav>
                                        <p:tav tm="100000">
                                          <p:val>
                                            <p:strVal val="#ppt_x"/>
                                          </p:val>
                                        </p:tav>
                                      </p:tavLst>
                                    </p:anim>
                                    <p:anim calcmode="lin" valueType="num">
                                      <p:cBhvr>
                                        <p:cTn id="293" dur="1000" fill="hold"/>
                                        <p:tgtEl>
                                          <p:spTgt spid="409"/>
                                        </p:tgtEl>
                                        <p:attrNameLst>
                                          <p:attrName>ppt_y</p:attrName>
                                        </p:attrNameLst>
                                      </p:cBhvr>
                                      <p:tavLst>
                                        <p:tav tm="0">
                                          <p:val>
                                            <p:strVal val="#ppt_y+.1"/>
                                          </p:val>
                                        </p:tav>
                                        <p:tav tm="100000">
                                          <p:val>
                                            <p:strVal val="#ppt_y"/>
                                          </p:val>
                                        </p:tav>
                                      </p:tavLst>
                                    </p:anim>
                                  </p:childTnLst>
                                </p:cTn>
                              </p:par>
                              <p:par>
                                <p:cTn id="294" presetID="42" presetClass="entr" presetSubtype="0" fill="hold" nodeType="withEffect">
                                  <p:stCondLst>
                                    <p:cond delay="0"/>
                                  </p:stCondLst>
                                  <p:childTnLst>
                                    <p:set>
                                      <p:cBhvr>
                                        <p:cTn id="295" dur="1" fill="hold">
                                          <p:stCondLst>
                                            <p:cond delay="0"/>
                                          </p:stCondLst>
                                        </p:cTn>
                                        <p:tgtEl>
                                          <p:spTgt spid="410"/>
                                        </p:tgtEl>
                                        <p:attrNameLst>
                                          <p:attrName>style.visibility</p:attrName>
                                        </p:attrNameLst>
                                      </p:cBhvr>
                                      <p:to>
                                        <p:strVal val="visible"/>
                                      </p:to>
                                    </p:set>
                                    <p:animEffect transition="in" filter="fade">
                                      <p:cBhvr>
                                        <p:cTn id="296" dur="1000"/>
                                        <p:tgtEl>
                                          <p:spTgt spid="410"/>
                                        </p:tgtEl>
                                      </p:cBhvr>
                                    </p:animEffect>
                                    <p:anim calcmode="lin" valueType="num">
                                      <p:cBhvr>
                                        <p:cTn id="297" dur="1000" fill="hold"/>
                                        <p:tgtEl>
                                          <p:spTgt spid="410"/>
                                        </p:tgtEl>
                                        <p:attrNameLst>
                                          <p:attrName>ppt_x</p:attrName>
                                        </p:attrNameLst>
                                      </p:cBhvr>
                                      <p:tavLst>
                                        <p:tav tm="0">
                                          <p:val>
                                            <p:strVal val="#ppt_x"/>
                                          </p:val>
                                        </p:tav>
                                        <p:tav tm="100000">
                                          <p:val>
                                            <p:strVal val="#ppt_x"/>
                                          </p:val>
                                        </p:tav>
                                      </p:tavLst>
                                    </p:anim>
                                    <p:anim calcmode="lin" valueType="num">
                                      <p:cBhvr>
                                        <p:cTn id="298" dur="1000" fill="hold"/>
                                        <p:tgtEl>
                                          <p:spTgt spid="410"/>
                                        </p:tgtEl>
                                        <p:attrNameLst>
                                          <p:attrName>ppt_y</p:attrName>
                                        </p:attrNameLst>
                                      </p:cBhvr>
                                      <p:tavLst>
                                        <p:tav tm="0">
                                          <p:val>
                                            <p:strVal val="#ppt_y+.1"/>
                                          </p:val>
                                        </p:tav>
                                        <p:tav tm="100000">
                                          <p:val>
                                            <p:strVal val="#ppt_y"/>
                                          </p:val>
                                        </p:tav>
                                      </p:tavLst>
                                    </p:anim>
                                  </p:childTnLst>
                                </p:cTn>
                              </p:par>
                              <p:par>
                                <p:cTn id="299" presetID="42" presetClass="entr" presetSubtype="0" fill="hold" nodeType="withEffect">
                                  <p:stCondLst>
                                    <p:cond delay="0"/>
                                  </p:stCondLst>
                                  <p:childTnLst>
                                    <p:set>
                                      <p:cBhvr>
                                        <p:cTn id="300" dur="1" fill="hold">
                                          <p:stCondLst>
                                            <p:cond delay="0"/>
                                          </p:stCondLst>
                                        </p:cTn>
                                        <p:tgtEl>
                                          <p:spTgt spid="411"/>
                                        </p:tgtEl>
                                        <p:attrNameLst>
                                          <p:attrName>style.visibility</p:attrName>
                                        </p:attrNameLst>
                                      </p:cBhvr>
                                      <p:to>
                                        <p:strVal val="visible"/>
                                      </p:to>
                                    </p:set>
                                    <p:animEffect transition="in" filter="fade">
                                      <p:cBhvr>
                                        <p:cTn id="301" dur="1000"/>
                                        <p:tgtEl>
                                          <p:spTgt spid="411"/>
                                        </p:tgtEl>
                                      </p:cBhvr>
                                    </p:animEffect>
                                    <p:anim calcmode="lin" valueType="num">
                                      <p:cBhvr>
                                        <p:cTn id="302" dur="1000" fill="hold"/>
                                        <p:tgtEl>
                                          <p:spTgt spid="411"/>
                                        </p:tgtEl>
                                        <p:attrNameLst>
                                          <p:attrName>ppt_x</p:attrName>
                                        </p:attrNameLst>
                                      </p:cBhvr>
                                      <p:tavLst>
                                        <p:tav tm="0">
                                          <p:val>
                                            <p:strVal val="#ppt_x"/>
                                          </p:val>
                                        </p:tav>
                                        <p:tav tm="100000">
                                          <p:val>
                                            <p:strVal val="#ppt_x"/>
                                          </p:val>
                                        </p:tav>
                                      </p:tavLst>
                                    </p:anim>
                                    <p:anim calcmode="lin" valueType="num">
                                      <p:cBhvr>
                                        <p:cTn id="303" dur="1000" fill="hold"/>
                                        <p:tgtEl>
                                          <p:spTgt spid="411"/>
                                        </p:tgtEl>
                                        <p:attrNameLst>
                                          <p:attrName>ppt_y</p:attrName>
                                        </p:attrNameLst>
                                      </p:cBhvr>
                                      <p:tavLst>
                                        <p:tav tm="0">
                                          <p:val>
                                            <p:strVal val="#ppt_y+.1"/>
                                          </p:val>
                                        </p:tav>
                                        <p:tav tm="100000">
                                          <p:val>
                                            <p:strVal val="#ppt_y"/>
                                          </p:val>
                                        </p:tav>
                                      </p:tavLst>
                                    </p:anim>
                                  </p:childTnLst>
                                </p:cTn>
                              </p:par>
                              <p:par>
                                <p:cTn id="304" presetID="42" presetClass="entr" presetSubtype="0" fill="hold" grpId="0" nodeType="withEffect">
                                  <p:stCondLst>
                                    <p:cond delay="0"/>
                                  </p:stCondLst>
                                  <p:childTnLst>
                                    <p:set>
                                      <p:cBhvr>
                                        <p:cTn id="305" dur="1" fill="hold">
                                          <p:stCondLst>
                                            <p:cond delay="0"/>
                                          </p:stCondLst>
                                        </p:cTn>
                                        <p:tgtEl>
                                          <p:spTgt spid="412"/>
                                        </p:tgtEl>
                                        <p:attrNameLst>
                                          <p:attrName>style.visibility</p:attrName>
                                        </p:attrNameLst>
                                      </p:cBhvr>
                                      <p:to>
                                        <p:strVal val="visible"/>
                                      </p:to>
                                    </p:set>
                                    <p:animEffect transition="in" filter="fade">
                                      <p:cBhvr>
                                        <p:cTn id="306" dur="1000"/>
                                        <p:tgtEl>
                                          <p:spTgt spid="412"/>
                                        </p:tgtEl>
                                      </p:cBhvr>
                                    </p:animEffect>
                                    <p:anim calcmode="lin" valueType="num">
                                      <p:cBhvr>
                                        <p:cTn id="307" dur="1000" fill="hold"/>
                                        <p:tgtEl>
                                          <p:spTgt spid="412"/>
                                        </p:tgtEl>
                                        <p:attrNameLst>
                                          <p:attrName>ppt_x</p:attrName>
                                        </p:attrNameLst>
                                      </p:cBhvr>
                                      <p:tavLst>
                                        <p:tav tm="0">
                                          <p:val>
                                            <p:strVal val="#ppt_x"/>
                                          </p:val>
                                        </p:tav>
                                        <p:tav tm="100000">
                                          <p:val>
                                            <p:strVal val="#ppt_x"/>
                                          </p:val>
                                        </p:tav>
                                      </p:tavLst>
                                    </p:anim>
                                    <p:anim calcmode="lin" valueType="num">
                                      <p:cBhvr>
                                        <p:cTn id="308" dur="1000" fill="hold"/>
                                        <p:tgtEl>
                                          <p:spTgt spid="412"/>
                                        </p:tgtEl>
                                        <p:attrNameLst>
                                          <p:attrName>ppt_y</p:attrName>
                                        </p:attrNameLst>
                                      </p:cBhvr>
                                      <p:tavLst>
                                        <p:tav tm="0">
                                          <p:val>
                                            <p:strVal val="#ppt_y+.1"/>
                                          </p:val>
                                        </p:tav>
                                        <p:tav tm="100000">
                                          <p:val>
                                            <p:strVal val="#ppt_y"/>
                                          </p:val>
                                        </p:tav>
                                      </p:tavLst>
                                    </p:anim>
                                  </p:childTnLst>
                                </p:cTn>
                              </p:par>
                              <p:par>
                                <p:cTn id="309" presetID="42" presetClass="entr" presetSubtype="0" fill="hold" grpId="0" nodeType="withEffect">
                                  <p:stCondLst>
                                    <p:cond delay="0"/>
                                  </p:stCondLst>
                                  <p:childTnLst>
                                    <p:set>
                                      <p:cBhvr>
                                        <p:cTn id="310" dur="1" fill="hold">
                                          <p:stCondLst>
                                            <p:cond delay="0"/>
                                          </p:stCondLst>
                                        </p:cTn>
                                        <p:tgtEl>
                                          <p:spTgt spid="413"/>
                                        </p:tgtEl>
                                        <p:attrNameLst>
                                          <p:attrName>style.visibility</p:attrName>
                                        </p:attrNameLst>
                                      </p:cBhvr>
                                      <p:to>
                                        <p:strVal val="visible"/>
                                      </p:to>
                                    </p:set>
                                    <p:animEffect transition="in" filter="fade">
                                      <p:cBhvr>
                                        <p:cTn id="311" dur="1000"/>
                                        <p:tgtEl>
                                          <p:spTgt spid="413"/>
                                        </p:tgtEl>
                                      </p:cBhvr>
                                    </p:animEffect>
                                    <p:anim calcmode="lin" valueType="num">
                                      <p:cBhvr>
                                        <p:cTn id="312" dur="1000" fill="hold"/>
                                        <p:tgtEl>
                                          <p:spTgt spid="413"/>
                                        </p:tgtEl>
                                        <p:attrNameLst>
                                          <p:attrName>ppt_x</p:attrName>
                                        </p:attrNameLst>
                                      </p:cBhvr>
                                      <p:tavLst>
                                        <p:tav tm="0">
                                          <p:val>
                                            <p:strVal val="#ppt_x"/>
                                          </p:val>
                                        </p:tav>
                                        <p:tav tm="100000">
                                          <p:val>
                                            <p:strVal val="#ppt_x"/>
                                          </p:val>
                                        </p:tav>
                                      </p:tavLst>
                                    </p:anim>
                                    <p:anim calcmode="lin" valueType="num">
                                      <p:cBhvr>
                                        <p:cTn id="313" dur="1000" fill="hold"/>
                                        <p:tgtEl>
                                          <p:spTgt spid="413"/>
                                        </p:tgtEl>
                                        <p:attrNameLst>
                                          <p:attrName>ppt_y</p:attrName>
                                        </p:attrNameLst>
                                      </p:cBhvr>
                                      <p:tavLst>
                                        <p:tav tm="0">
                                          <p:val>
                                            <p:strVal val="#ppt_y+.1"/>
                                          </p:val>
                                        </p:tav>
                                        <p:tav tm="100000">
                                          <p:val>
                                            <p:strVal val="#ppt_y"/>
                                          </p:val>
                                        </p:tav>
                                      </p:tavLst>
                                    </p:anim>
                                  </p:childTnLst>
                                </p:cTn>
                              </p:par>
                            </p:childTnLst>
                          </p:cTn>
                        </p:par>
                      </p:childTnLst>
                    </p:cTn>
                  </p:par>
                  <p:par>
                    <p:cTn id="314" fill="hold">
                      <p:stCondLst>
                        <p:cond delay="indefinite"/>
                      </p:stCondLst>
                      <p:childTnLst>
                        <p:par>
                          <p:cTn id="315" fill="hold">
                            <p:stCondLst>
                              <p:cond delay="0"/>
                            </p:stCondLst>
                            <p:childTnLst>
                              <p:par>
                                <p:cTn id="316" presetID="2" presetClass="entr" presetSubtype="4" fill="hold" nodeType="clickEffect">
                                  <p:stCondLst>
                                    <p:cond delay="0"/>
                                  </p:stCondLst>
                                  <p:childTnLst>
                                    <p:set>
                                      <p:cBhvr>
                                        <p:cTn id="317" dur="1" fill="hold">
                                          <p:stCondLst>
                                            <p:cond delay="0"/>
                                          </p:stCondLst>
                                        </p:cTn>
                                        <p:tgtEl>
                                          <p:spTgt spid="414">
                                            <p:txEl>
                                              <p:pRg st="0" end="0"/>
                                            </p:txEl>
                                          </p:spTgt>
                                        </p:tgtEl>
                                        <p:attrNameLst>
                                          <p:attrName>style.visibility</p:attrName>
                                        </p:attrNameLst>
                                      </p:cBhvr>
                                      <p:to>
                                        <p:strVal val="visible"/>
                                      </p:to>
                                    </p:set>
                                    <p:anim calcmode="lin" valueType="num">
                                      <p:cBhvr additive="base">
                                        <p:cTn id="318" dur="500" fill="hold"/>
                                        <p:tgtEl>
                                          <p:spTgt spid="414">
                                            <p:txEl>
                                              <p:pRg st="0" end="0"/>
                                            </p:txEl>
                                          </p:spTgt>
                                        </p:tgtEl>
                                        <p:attrNameLst>
                                          <p:attrName>ppt_x</p:attrName>
                                        </p:attrNameLst>
                                      </p:cBhvr>
                                      <p:tavLst>
                                        <p:tav tm="0">
                                          <p:val>
                                            <p:strVal val="#ppt_x"/>
                                          </p:val>
                                        </p:tav>
                                        <p:tav tm="100000">
                                          <p:val>
                                            <p:strVal val="#ppt_x"/>
                                          </p:val>
                                        </p:tav>
                                      </p:tavLst>
                                    </p:anim>
                                    <p:anim calcmode="lin" valueType="num">
                                      <p:cBhvr additive="base">
                                        <p:cTn id="319" dur="500" fill="hold"/>
                                        <p:tgtEl>
                                          <p:spTgt spid="414">
                                            <p:txEl>
                                              <p:pRg st="0" end="0"/>
                                            </p:txEl>
                                          </p:spTgt>
                                        </p:tgtEl>
                                        <p:attrNameLst>
                                          <p:attrName>ppt_y</p:attrName>
                                        </p:attrNameLst>
                                      </p:cBhvr>
                                      <p:tavLst>
                                        <p:tav tm="0">
                                          <p:val>
                                            <p:strVal val="1+#ppt_h/2"/>
                                          </p:val>
                                        </p:tav>
                                        <p:tav tm="100000">
                                          <p:val>
                                            <p:strVal val="#ppt_y"/>
                                          </p:val>
                                        </p:tav>
                                      </p:tavLst>
                                    </p:anim>
                                  </p:childTnLst>
                                </p:cTn>
                              </p:par>
                              <p:par>
                                <p:cTn id="320" presetID="2" presetClass="entr" presetSubtype="4" fill="hold" nodeType="withEffect">
                                  <p:stCondLst>
                                    <p:cond delay="0"/>
                                  </p:stCondLst>
                                  <p:childTnLst>
                                    <p:set>
                                      <p:cBhvr>
                                        <p:cTn id="321" dur="1" fill="hold">
                                          <p:stCondLst>
                                            <p:cond delay="0"/>
                                          </p:stCondLst>
                                        </p:cTn>
                                        <p:tgtEl>
                                          <p:spTgt spid="414">
                                            <p:txEl>
                                              <p:pRg st="1" end="1"/>
                                            </p:txEl>
                                          </p:spTgt>
                                        </p:tgtEl>
                                        <p:attrNameLst>
                                          <p:attrName>style.visibility</p:attrName>
                                        </p:attrNameLst>
                                      </p:cBhvr>
                                      <p:to>
                                        <p:strVal val="visible"/>
                                      </p:to>
                                    </p:set>
                                    <p:anim calcmode="lin" valueType="num">
                                      <p:cBhvr additive="base">
                                        <p:cTn id="322" dur="500" fill="hold"/>
                                        <p:tgtEl>
                                          <p:spTgt spid="414">
                                            <p:txEl>
                                              <p:pRg st="1" end="1"/>
                                            </p:txEl>
                                          </p:spTgt>
                                        </p:tgtEl>
                                        <p:attrNameLst>
                                          <p:attrName>ppt_x</p:attrName>
                                        </p:attrNameLst>
                                      </p:cBhvr>
                                      <p:tavLst>
                                        <p:tav tm="0">
                                          <p:val>
                                            <p:strVal val="#ppt_x"/>
                                          </p:val>
                                        </p:tav>
                                        <p:tav tm="100000">
                                          <p:val>
                                            <p:strVal val="#ppt_x"/>
                                          </p:val>
                                        </p:tav>
                                      </p:tavLst>
                                    </p:anim>
                                    <p:anim calcmode="lin" valueType="num">
                                      <p:cBhvr additive="base">
                                        <p:cTn id="323" dur="500" fill="hold"/>
                                        <p:tgtEl>
                                          <p:spTgt spid="4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24" fill="hold">
                      <p:stCondLst>
                        <p:cond delay="indefinite"/>
                      </p:stCondLst>
                      <p:childTnLst>
                        <p:par>
                          <p:cTn id="325" fill="hold">
                            <p:stCondLst>
                              <p:cond delay="0"/>
                            </p:stCondLst>
                            <p:childTnLst>
                              <p:par>
                                <p:cTn id="326" presetID="42" presetClass="entr" presetSubtype="0" fill="hold" nodeType="clickEffect">
                                  <p:stCondLst>
                                    <p:cond delay="0"/>
                                  </p:stCondLst>
                                  <p:childTnLst>
                                    <p:set>
                                      <p:cBhvr>
                                        <p:cTn id="327" dur="1" fill="hold">
                                          <p:stCondLst>
                                            <p:cond delay="0"/>
                                          </p:stCondLst>
                                        </p:cTn>
                                        <p:tgtEl>
                                          <p:spTgt spid="414">
                                            <p:txEl>
                                              <p:pRg st="2" end="2"/>
                                            </p:txEl>
                                          </p:spTgt>
                                        </p:tgtEl>
                                        <p:attrNameLst>
                                          <p:attrName>style.visibility</p:attrName>
                                        </p:attrNameLst>
                                      </p:cBhvr>
                                      <p:to>
                                        <p:strVal val="visible"/>
                                      </p:to>
                                    </p:set>
                                    <p:animEffect transition="in" filter="fade">
                                      <p:cBhvr>
                                        <p:cTn id="328" dur="1000"/>
                                        <p:tgtEl>
                                          <p:spTgt spid="414">
                                            <p:txEl>
                                              <p:pRg st="2" end="2"/>
                                            </p:txEl>
                                          </p:spTgt>
                                        </p:tgtEl>
                                      </p:cBhvr>
                                    </p:animEffect>
                                    <p:anim calcmode="lin" valueType="num">
                                      <p:cBhvr>
                                        <p:cTn id="329" dur="1000" fill="hold"/>
                                        <p:tgtEl>
                                          <p:spTgt spid="414">
                                            <p:txEl>
                                              <p:pRg st="2" end="2"/>
                                            </p:txEl>
                                          </p:spTgt>
                                        </p:tgtEl>
                                        <p:attrNameLst>
                                          <p:attrName>ppt_x</p:attrName>
                                        </p:attrNameLst>
                                      </p:cBhvr>
                                      <p:tavLst>
                                        <p:tav tm="0">
                                          <p:val>
                                            <p:strVal val="#ppt_x"/>
                                          </p:val>
                                        </p:tav>
                                        <p:tav tm="100000">
                                          <p:val>
                                            <p:strVal val="#ppt_x"/>
                                          </p:val>
                                        </p:tav>
                                      </p:tavLst>
                                    </p:anim>
                                    <p:anim calcmode="lin" valueType="num">
                                      <p:cBhvr>
                                        <p:cTn id="330" dur="1000" fill="hold"/>
                                        <p:tgtEl>
                                          <p:spTgt spid="4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31" fill="hold">
                      <p:stCondLst>
                        <p:cond delay="indefinite"/>
                      </p:stCondLst>
                      <p:childTnLst>
                        <p:par>
                          <p:cTn id="332" fill="hold">
                            <p:stCondLst>
                              <p:cond delay="0"/>
                            </p:stCondLst>
                            <p:childTnLst>
                              <p:par>
                                <p:cTn id="333" presetID="42" presetClass="entr" presetSubtype="0" fill="hold" nodeType="clickEffect">
                                  <p:stCondLst>
                                    <p:cond delay="0"/>
                                  </p:stCondLst>
                                  <p:childTnLst>
                                    <p:set>
                                      <p:cBhvr>
                                        <p:cTn id="334" dur="1" fill="hold">
                                          <p:stCondLst>
                                            <p:cond delay="0"/>
                                          </p:stCondLst>
                                        </p:cTn>
                                        <p:tgtEl>
                                          <p:spTgt spid="416"/>
                                        </p:tgtEl>
                                        <p:attrNameLst>
                                          <p:attrName>style.visibility</p:attrName>
                                        </p:attrNameLst>
                                      </p:cBhvr>
                                      <p:to>
                                        <p:strVal val="visible"/>
                                      </p:to>
                                    </p:set>
                                    <p:animEffect transition="in" filter="fade">
                                      <p:cBhvr>
                                        <p:cTn id="335" dur="1000"/>
                                        <p:tgtEl>
                                          <p:spTgt spid="416"/>
                                        </p:tgtEl>
                                      </p:cBhvr>
                                    </p:animEffect>
                                    <p:anim calcmode="lin" valueType="num">
                                      <p:cBhvr>
                                        <p:cTn id="336" dur="1000" fill="hold"/>
                                        <p:tgtEl>
                                          <p:spTgt spid="416"/>
                                        </p:tgtEl>
                                        <p:attrNameLst>
                                          <p:attrName>ppt_x</p:attrName>
                                        </p:attrNameLst>
                                      </p:cBhvr>
                                      <p:tavLst>
                                        <p:tav tm="0">
                                          <p:val>
                                            <p:strVal val="#ppt_x"/>
                                          </p:val>
                                        </p:tav>
                                        <p:tav tm="100000">
                                          <p:val>
                                            <p:strVal val="#ppt_x"/>
                                          </p:val>
                                        </p:tav>
                                      </p:tavLst>
                                    </p:anim>
                                    <p:anim calcmode="lin" valueType="num">
                                      <p:cBhvr>
                                        <p:cTn id="337" dur="1000" fill="hold"/>
                                        <p:tgtEl>
                                          <p:spTgt spid="416"/>
                                        </p:tgtEl>
                                        <p:attrNameLst>
                                          <p:attrName>ppt_y</p:attrName>
                                        </p:attrNameLst>
                                      </p:cBhvr>
                                      <p:tavLst>
                                        <p:tav tm="0">
                                          <p:val>
                                            <p:strVal val="#ppt_y+.1"/>
                                          </p:val>
                                        </p:tav>
                                        <p:tav tm="100000">
                                          <p:val>
                                            <p:strVal val="#ppt_y"/>
                                          </p:val>
                                        </p:tav>
                                      </p:tavLst>
                                    </p:anim>
                                  </p:childTnLst>
                                </p:cTn>
                              </p:par>
                            </p:childTnLst>
                          </p:cTn>
                        </p:par>
                      </p:childTnLst>
                    </p:cTn>
                  </p:par>
                  <p:par>
                    <p:cTn id="338" fill="hold">
                      <p:stCondLst>
                        <p:cond delay="indefinite"/>
                      </p:stCondLst>
                      <p:childTnLst>
                        <p:par>
                          <p:cTn id="339" fill="hold">
                            <p:stCondLst>
                              <p:cond delay="0"/>
                            </p:stCondLst>
                            <p:childTnLst>
                              <p:par>
                                <p:cTn id="340" presetID="42" presetClass="entr" presetSubtype="0" fill="hold" nodeType="clickEffect">
                                  <p:stCondLst>
                                    <p:cond delay="0"/>
                                  </p:stCondLst>
                                  <p:childTnLst>
                                    <p:set>
                                      <p:cBhvr>
                                        <p:cTn id="341" dur="1" fill="hold">
                                          <p:stCondLst>
                                            <p:cond delay="0"/>
                                          </p:stCondLst>
                                        </p:cTn>
                                        <p:tgtEl>
                                          <p:spTgt spid="414">
                                            <p:txEl>
                                              <p:pRg st="3" end="3"/>
                                            </p:txEl>
                                          </p:spTgt>
                                        </p:tgtEl>
                                        <p:attrNameLst>
                                          <p:attrName>style.visibility</p:attrName>
                                        </p:attrNameLst>
                                      </p:cBhvr>
                                      <p:to>
                                        <p:strVal val="visible"/>
                                      </p:to>
                                    </p:set>
                                    <p:animEffect transition="in" filter="fade">
                                      <p:cBhvr>
                                        <p:cTn id="342" dur="1000"/>
                                        <p:tgtEl>
                                          <p:spTgt spid="414">
                                            <p:txEl>
                                              <p:pRg st="3" end="3"/>
                                            </p:txEl>
                                          </p:spTgt>
                                        </p:tgtEl>
                                      </p:cBhvr>
                                    </p:animEffect>
                                    <p:anim calcmode="lin" valueType="num">
                                      <p:cBhvr>
                                        <p:cTn id="343" dur="1000" fill="hold"/>
                                        <p:tgtEl>
                                          <p:spTgt spid="414">
                                            <p:txEl>
                                              <p:pRg st="3" end="3"/>
                                            </p:txEl>
                                          </p:spTgt>
                                        </p:tgtEl>
                                        <p:attrNameLst>
                                          <p:attrName>ppt_x</p:attrName>
                                        </p:attrNameLst>
                                      </p:cBhvr>
                                      <p:tavLst>
                                        <p:tav tm="0">
                                          <p:val>
                                            <p:strVal val="#ppt_x"/>
                                          </p:val>
                                        </p:tav>
                                        <p:tav tm="100000">
                                          <p:val>
                                            <p:strVal val="#ppt_x"/>
                                          </p:val>
                                        </p:tav>
                                      </p:tavLst>
                                    </p:anim>
                                    <p:anim calcmode="lin" valueType="num">
                                      <p:cBhvr>
                                        <p:cTn id="344" dur="1000" fill="hold"/>
                                        <p:tgtEl>
                                          <p:spTgt spid="4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45" fill="hold">
                      <p:stCondLst>
                        <p:cond delay="indefinite"/>
                      </p:stCondLst>
                      <p:childTnLst>
                        <p:par>
                          <p:cTn id="346" fill="hold">
                            <p:stCondLst>
                              <p:cond delay="0"/>
                            </p:stCondLst>
                            <p:childTnLst>
                              <p:par>
                                <p:cTn id="347" presetID="2" presetClass="entr" presetSubtype="4" fill="hold" grpId="0" nodeType="clickEffect">
                                  <p:stCondLst>
                                    <p:cond delay="0"/>
                                  </p:stCondLst>
                                  <p:childTnLst>
                                    <p:set>
                                      <p:cBhvr>
                                        <p:cTn id="348" dur="1" fill="hold">
                                          <p:stCondLst>
                                            <p:cond delay="0"/>
                                          </p:stCondLst>
                                        </p:cTn>
                                        <p:tgtEl>
                                          <p:spTgt spid="126"/>
                                        </p:tgtEl>
                                        <p:attrNameLst>
                                          <p:attrName>style.visibility</p:attrName>
                                        </p:attrNameLst>
                                      </p:cBhvr>
                                      <p:to>
                                        <p:strVal val="visible"/>
                                      </p:to>
                                    </p:set>
                                    <p:anim calcmode="lin" valueType="num">
                                      <p:cBhvr additive="base">
                                        <p:cTn id="349" dur="500" fill="hold"/>
                                        <p:tgtEl>
                                          <p:spTgt spid="126"/>
                                        </p:tgtEl>
                                        <p:attrNameLst>
                                          <p:attrName>ppt_x</p:attrName>
                                        </p:attrNameLst>
                                      </p:cBhvr>
                                      <p:tavLst>
                                        <p:tav tm="0">
                                          <p:val>
                                            <p:strVal val="#ppt_x"/>
                                          </p:val>
                                        </p:tav>
                                        <p:tav tm="100000">
                                          <p:val>
                                            <p:strVal val="#ppt_x"/>
                                          </p:val>
                                        </p:tav>
                                      </p:tavLst>
                                    </p:anim>
                                    <p:anim calcmode="lin" valueType="num">
                                      <p:cBhvr additive="base">
                                        <p:cTn id="350" dur="500" fill="hold"/>
                                        <p:tgtEl>
                                          <p:spTgt spid="126"/>
                                        </p:tgtEl>
                                        <p:attrNameLst>
                                          <p:attrName>ppt_y</p:attrName>
                                        </p:attrNameLst>
                                      </p:cBhvr>
                                      <p:tavLst>
                                        <p:tav tm="0">
                                          <p:val>
                                            <p:strVal val="1+#ppt_h/2"/>
                                          </p:val>
                                        </p:tav>
                                        <p:tav tm="100000">
                                          <p:val>
                                            <p:strVal val="#ppt_y"/>
                                          </p:val>
                                        </p:tav>
                                      </p:tavLst>
                                    </p:anim>
                                  </p:childTnLst>
                                </p:cTn>
                              </p:par>
                            </p:childTnLst>
                          </p:cTn>
                        </p:par>
                      </p:childTnLst>
                    </p:cTn>
                  </p:par>
                  <p:par>
                    <p:cTn id="351" fill="hold">
                      <p:stCondLst>
                        <p:cond delay="indefinite"/>
                      </p:stCondLst>
                      <p:childTnLst>
                        <p:par>
                          <p:cTn id="352" fill="hold">
                            <p:stCondLst>
                              <p:cond delay="0"/>
                            </p:stCondLst>
                            <p:childTnLst>
                              <p:par>
                                <p:cTn id="353" presetID="42" presetClass="entr" presetSubtype="0" fill="hold" nodeType="clickEffect">
                                  <p:stCondLst>
                                    <p:cond delay="0"/>
                                  </p:stCondLst>
                                  <p:childTnLst>
                                    <p:set>
                                      <p:cBhvr>
                                        <p:cTn id="354" dur="1" fill="hold">
                                          <p:stCondLst>
                                            <p:cond delay="0"/>
                                          </p:stCondLst>
                                        </p:cTn>
                                        <p:tgtEl>
                                          <p:spTgt spid="414">
                                            <p:txEl>
                                              <p:pRg st="5" end="5"/>
                                            </p:txEl>
                                          </p:spTgt>
                                        </p:tgtEl>
                                        <p:attrNameLst>
                                          <p:attrName>style.visibility</p:attrName>
                                        </p:attrNameLst>
                                      </p:cBhvr>
                                      <p:to>
                                        <p:strVal val="visible"/>
                                      </p:to>
                                    </p:set>
                                    <p:animEffect transition="in" filter="fade">
                                      <p:cBhvr>
                                        <p:cTn id="355" dur="1000"/>
                                        <p:tgtEl>
                                          <p:spTgt spid="414">
                                            <p:txEl>
                                              <p:pRg st="5" end="5"/>
                                            </p:txEl>
                                          </p:spTgt>
                                        </p:tgtEl>
                                      </p:cBhvr>
                                    </p:animEffect>
                                    <p:anim calcmode="lin" valueType="num">
                                      <p:cBhvr>
                                        <p:cTn id="356" dur="1000" fill="hold"/>
                                        <p:tgtEl>
                                          <p:spTgt spid="414">
                                            <p:txEl>
                                              <p:pRg st="5" end="5"/>
                                            </p:txEl>
                                          </p:spTgt>
                                        </p:tgtEl>
                                        <p:attrNameLst>
                                          <p:attrName>ppt_x</p:attrName>
                                        </p:attrNameLst>
                                      </p:cBhvr>
                                      <p:tavLst>
                                        <p:tav tm="0">
                                          <p:val>
                                            <p:strVal val="#ppt_x"/>
                                          </p:val>
                                        </p:tav>
                                        <p:tav tm="100000">
                                          <p:val>
                                            <p:strVal val="#ppt_x"/>
                                          </p:val>
                                        </p:tav>
                                      </p:tavLst>
                                    </p:anim>
                                    <p:anim calcmode="lin" valueType="num">
                                      <p:cBhvr>
                                        <p:cTn id="357" dur="1000" fill="hold"/>
                                        <p:tgtEl>
                                          <p:spTgt spid="4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58" fill="hold">
                      <p:stCondLst>
                        <p:cond delay="indefinite"/>
                      </p:stCondLst>
                      <p:childTnLst>
                        <p:par>
                          <p:cTn id="359" fill="hold">
                            <p:stCondLst>
                              <p:cond delay="0"/>
                            </p:stCondLst>
                            <p:childTnLst>
                              <p:par>
                                <p:cTn id="360" presetID="1" presetClass="entr" presetSubtype="0" fill="hold" grpId="0" nodeType="clickEffect">
                                  <p:stCondLst>
                                    <p:cond delay="0"/>
                                  </p:stCondLst>
                                  <p:childTnLst>
                                    <p:set>
                                      <p:cBhvr>
                                        <p:cTn id="361" dur="1" fill="hold">
                                          <p:stCondLst>
                                            <p:cond delay="0"/>
                                          </p:stCondLst>
                                        </p:cTn>
                                        <p:tgtEl>
                                          <p:spTgt spid="415"/>
                                        </p:tgtEl>
                                        <p:attrNameLst>
                                          <p:attrName>style.visibility</p:attrName>
                                        </p:attrNameLst>
                                      </p:cBhvr>
                                      <p:to>
                                        <p:strVal val="visible"/>
                                      </p:to>
                                    </p:set>
                                  </p:childTnLst>
                                </p:cTn>
                              </p:par>
                            </p:childTnLst>
                          </p:cTn>
                        </p:par>
                      </p:childTnLst>
                    </p:cTn>
                  </p:par>
                  <p:par>
                    <p:cTn id="362" fill="hold">
                      <p:stCondLst>
                        <p:cond delay="indefinite"/>
                      </p:stCondLst>
                      <p:childTnLst>
                        <p:par>
                          <p:cTn id="363" fill="hold">
                            <p:stCondLst>
                              <p:cond delay="0"/>
                            </p:stCondLst>
                            <p:childTnLst>
                              <p:par>
                                <p:cTn id="364" presetID="42" presetClass="entr" presetSubtype="0" fill="hold" nodeType="clickEffect">
                                  <p:stCondLst>
                                    <p:cond delay="0"/>
                                  </p:stCondLst>
                                  <p:childTnLst>
                                    <p:set>
                                      <p:cBhvr>
                                        <p:cTn id="365" dur="1" fill="hold">
                                          <p:stCondLst>
                                            <p:cond delay="0"/>
                                          </p:stCondLst>
                                        </p:cTn>
                                        <p:tgtEl>
                                          <p:spTgt spid="414">
                                            <p:txEl>
                                              <p:pRg st="7" end="7"/>
                                            </p:txEl>
                                          </p:spTgt>
                                        </p:tgtEl>
                                        <p:attrNameLst>
                                          <p:attrName>style.visibility</p:attrName>
                                        </p:attrNameLst>
                                      </p:cBhvr>
                                      <p:to>
                                        <p:strVal val="visible"/>
                                      </p:to>
                                    </p:set>
                                    <p:animEffect transition="in" filter="fade">
                                      <p:cBhvr>
                                        <p:cTn id="366" dur="1000"/>
                                        <p:tgtEl>
                                          <p:spTgt spid="414">
                                            <p:txEl>
                                              <p:pRg st="7" end="7"/>
                                            </p:txEl>
                                          </p:spTgt>
                                        </p:tgtEl>
                                      </p:cBhvr>
                                    </p:animEffect>
                                    <p:anim calcmode="lin" valueType="num">
                                      <p:cBhvr>
                                        <p:cTn id="367" dur="1000" fill="hold"/>
                                        <p:tgtEl>
                                          <p:spTgt spid="414">
                                            <p:txEl>
                                              <p:pRg st="7" end="7"/>
                                            </p:txEl>
                                          </p:spTgt>
                                        </p:tgtEl>
                                        <p:attrNameLst>
                                          <p:attrName>ppt_x</p:attrName>
                                        </p:attrNameLst>
                                      </p:cBhvr>
                                      <p:tavLst>
                                        <p:tav tm="0">
                                          <p:val>
                                            <p:strVal val="#ppt_x"/>
                                          </p:val>
                                        </p:tav>
                                        <p:tav tm="100000">
                                          <p:val>
                                            <p:strVal val="#ppt_x"/>
                                          </p:val>
                                        </p:tav>
                                      </p:tavLst>
                                    </p:anim>
                                    <p:anim calcmode="lin" valueType="num">
                                      <p:cBhvr>
                                        <p:cTn id="368" dur="1000" fill="hold"/>
                                        <p:tgtEl>
                                          <p:spTgt spid="4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69" fill="hold">
                      <p:stCondLst>
                        <p:cond delay="indefinite"/>
                      </p:stCondLst>
                      <p:childTnLst>
                        <p:par>
                          <p:cTn id="370" fill="hold">
                            <p:stCondLst>
                              <p:cond delay="0"/>
                            </p:stCondLst>
                            <p:childTnLst>
                              <p:par>
                                <p:cTn id="371" presetID="42" presetClass="entr" presetSubtype="0" fill="hold" grpId="0" nodeType="clickEffect">
                                  <p:stCondLst>
                                    <p:cond delay="0"/>
                                  </p:stCondLst>
                                  <p:childTnLst>
                                    <p:set>
                                      <p:cBhvr>
                                        <p:cTn id="372" dur="1" fill="hold">
                                          <p:stCondLst>
                                            <p:cond delay="0"/>
                                          </p:stCondLst>
                                        </p:cTn>
                                        <p:tgtEl>
                                          <p:spTgt spid="417"/>
                                        </p:tgtEl>
                                        <p:attrNameLst>
                                          <p:attrName>style.visibility</p:attrName>
                                        </p:attrNameLst>
                                      </p:cBhvr>
                                      <p:to>
                                        <p:strVal val="visible"/>
                                      </p:to>
                                    </p:set>
                                    <p:animEffect transition="in" filter="fade">
                                      <p:cBhvr>
                                        <p:cTn id="373" dur="1000"/>
                                        <p:tgtEl>
                                          <p:spTgt spid="417"/>
                                        </p:tgtEl>
                                      </p:cBhvr>
                                    </p:animEffect>
                                    <p:anim calcmode="lin" valueType="num">
                                      <p:cBhvr>
                                        <p:cTn id="374" dur="1000" fill="hold"/>
                                        <p:tgtEl>
                                          <p:spTgt spid="417"/>
                                        </p:tgtEl>
                                        <p:attrNameLst>
                                          <p:attrName>ppt_x</p:attrName>
                                        </p:attrNameLst>
                                      </p:cBhvr>
                                      <p:tavLst>
                                        <p:tav tm="0">
                                          <p:val>
                                            <p:strVal val="#ppt_x"/>
                                          </p:val>
                                        </p:tav>
                                        <p:tav tm="100000">
                                          <p:val>
                                            <p:strVal val="#ppt_x"/>
                                          </p:val>
                                        </p:tav>
                                      </p:tavLst>
                                    </p:anim>
                                    <p:anim calcmode="lin" valueType="num">
                                      <p:cBhvr>
                                        <p:cTn id="375" dur="1000" fill="hold"/>
                                        <p:tgtEl>
                                          <p:spTgt spid="4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57" grpId="0" animBg="1"/>
      <p:bldP spid="342" grpId="0" animBg="1"/>
      <p:bldP spid="363" grpId="0" animBg="1"/>
      <p:bldP spid="364" grpId="0"/>
      <p:bldP spid="365" grpId="0"/>
      <p:bldP spid="366" grpId="0"/>
      <p:bldP spid="367" grpId="0" animBg="1"/>
      <p:bldP spid="382" grpId="0" animBg="1"/>
      <p:bldP spid="384" grpId="0"/>
      <p:bldP spid="387" grpId="0" animBg="1"/>
      <p:bldP spid="388" grpId="0"/>
      <p:bldP spid="389" grpId="0"/>
      <p:bldP spid="390" grpId="0"/>
      <p:bldP spid="394" grpId="0"/>
      <p:bldP spid="395" grpId="0"/>
      <p:bldP spid="400" grpId="0" animBg="1"/>
      <p:bldP spid="405" grpId="0" animBg="1"/>
      <p:bldP spid="406" grpId="0"/>
      <p:bldP spid="412" grpId="0" animBg="1"/>
      <p:bldP spid="413" grpId="0"/>
      <p:bldP spid="415" grpId="0" animBg="1"/>
      <p:bldP spid="126" grpId="0"/>
      <p:bldP spid="4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6735"/>
            <a:ext cx="9144000" cy="464790"/>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7" name="Rectangle 6"/>
          <p:cNvSpPr/>
          <p:nvPr/>
        </p:nvSpPr>
        <p:spPr>
          <a:xfrm>
            <a:off x="4143198" y="509452"/>
            <a:ext cx="4826962" cy="461665"/>
          </a:xfrm>
          <a:prstGeom prst="rect">
            <a:avLst/>
          </a:prstGeom>
        </p:spPr>
        <p:txBody>
          <a:bodyPr wrap="none">
            <a:spAutoFit/>
          </a:bodyPr>
          <a:lstStyle/>
          <a:p>
            <a:pPr defTabSz="457200"/>
            <a:r>
              <a:rPr lang="en-US" sz="2400" b="1" dirty="0">
                <a:solidFill>
                  <a:srgbClr val="931909"/>
                </a:solidFill>
                <a:latin typeface="Segoe UI Black"/>
              </a:rPr>
              <a:t>Shear and moment diagrams…</a:t>
            </a:r>
          </a:p>
        </p:txBody>
      </p:sp>
      <p:sp>
        <p:nvSpPr>
          <p:cNvPr id="15" name="Rectangle 14"/>
          <p:cNvSpPr/>
          <p:nvPr/>
        </p:nvSpPr>
        <p:spPr>
          <a:xfrm>
            <a:off x="1558536" y="925745"/>
            <a:ext cx="8692378" cy="338554"/>
          </a:xfrm>
          <a:prstGeom prst="rect">
            <a:avLst/>
          </a:prstGeom>
          <a:solidFill>
            <a:schemeClr val="accent1">
              <a:lumMod val="75000"/>
            </a:schemeClr>
          </a:solidFill>
        </p:spPr>
        <p:txBody>
          <a:bodyPr wrap="square">
            <a:spAutoFit/>
          </a:bodyPr>
          <a:lstStyle/>
          <a:p>
            <a:pPr defTabSz="457200">
              <a:buClr>
                <a:srgbClr val="00B050"/>
              </a:buClr>
              <a:buSzPct val="115000"/>
            </a:pPr>
            <a:r>
              <a:rPr lang="en-US" sz="1600" b="1" dirty="0">
                <a:solidFill>
                  <a:srgbClr val="FFFFFF"/>
                </a:solidFill>
                <a:latin typeface="Segoe UI Black"/>
              </a:rPr>
              <a:t>Example 2: solution …</a:t>
            </a: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15</a:t>
            </a:fld>
            <a:endParaRPr lang="en-US" sz="2000" dirty="0">
              <a:solidFill>
                <a:srgbClr val="931909">
                  <a:lumMod val="50000"/>
                </a:srgbClr>
              </a:solidFill>
              <a:latin typeface="Segoe UI Black"/>
            </a:endParaRPr>
          </a:p>
        </p:txBody>
      </p:sp>
      <p:sp>
        <p:nvSpPr>
          <p:cNvPr id="236" name="Rectangle 235"/>
          <p:cNvSpPr/>
          <p:nvPr/>
        </p:nvSpPr>
        <p:spPr>
          <a:xfrm>
            <a:off x="1573208" y="1390308"/>
            <a:ext cx="8692378" cy="307777"/>
          </a:xfrm>
          <a:prstGeom prst="rect">
            <a:avLst/>
          </a:prstGeom>
          <a:solidFill>
            <a:schemeClr val="accent1">
              <a:lumMod val="75000"/>
            </a:schemeClr>
          </a:solidFill>
        </p:spPr>
        <p:txBody>
          <a:bodyPr wrap="square">
            <a:spAutoFit/>
          </a:bodyPr>
          <a:lstStyle/>
          <a:p>
            <a:pPr marL="285750" indent="-285750" defTabSz="457200">
              <a:buClr>
                <a:srgbClr val="00B050"/>
              </a:buClr>
              <a:buSzPct val="115000"/>
              <a:buFont typeface="Wingdings" panose="05000000000000000000" pitchFamily="2" charset="2"/>
              <a:buChar char="Ø"/>
            </a:pPr>
            <a:r>
              <a:rPr lang="en-US" sz="1400" b="1" dirty="0">
                <a:solidFill>
                  <a:srgbClr val="FFFFFF"/>
                </a:solidFill>
                <a:latin typeface="Segoe UI Black"/>
              </a:rPr>
              <a:t> Analysis of beam segment (2≤ X ≤4)</a:t>
            </a:r>
          </a:p>
        </p:txBody>
      </p:sp>
      <p:sp>
        <p:nvSpPr>
          <p:cNvPr id="18" name="TextBox 17"/>
          <p:cNvSpPr txBox="1"/>
          <p:nvPr/>
        </p:nvSpPr>
        <p:spPr>
          <a:xfrm>
            <a:off x="2072915" y="1714006"/>
            <a:ext cx="4278735" cy="307777"/>
          </a:xfrm>
          <a:prstGeom prst="rect">
            <a:avLst/>
          </a:prstGeom>
          <a:noFill/>
        </p:spPr>
        <p:txBody>
          <a:bodyPr wrap="none" rtlCol="0">
            <a:spAutoFit/>
          </a:bodyPr>
          <a:lstStyle/>
          <a:p>
            <a:pPr marL="285750" indent="-285750" defTabSz="457200">
              <a:buFont typeface="Arial" panose="020B0604020202020204" pitchFamily="34" charset="0"/>
              <a:buChar char="•"/>
            </a:pPr>
            <a:r>
              <a:rPr lang="en-US" sz="1400" dirty="0">
                <a:solidFill>
                  <a:srgbClr val="931909"/>
                </a:solidFill>
                <a:latin typeface="Segoe UI Black"/>
              </a:rPr>
              <a:t>Free body diagram of LHS of section 2---2 </a:t>
            </a:r>
          </a:p>
        </p:txBody>
      </p:sp>
      <p:sp>
        <p:nvSpPr>
          <p:cNvPr id="257" name="Rectangle 256"/>
          <p:cNvSpPr/>
          <p:nvPr/>
        </p:nvSpPr>
        <p:spPr>
          <a:xfrm>
            <a:off x="2072914" y="2614271"/>
            <a:ext cx="2840422" cy="119429"/>
          </a:xfrm>
          <a:prstGeom prst="rect">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cxnSp>
        <p:nvCxnSpPr>
          <p:cNvPr id="261" name="Straight Connector 260"/>
          <p:cNvCxnSpPr/>
          <p:nvPr/>
        </p:nvCxnSpPr>
        <p:spPr>
          <a:xfrm>
            <a:off x="2072914" y="3198711"/>
            <a:ext cx="2775904" cy="28833"/>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p:nvCxnSpPr>
        <p:spPr>
          <a:xfrm flipH="1">
            <a:off x="2054047" y="3104859"/>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p:nvCxnSpPr>
        <p:spPr>
          <a:xfrm flipV="1">
            <a:off x="2090243" y="2321603"/>
            <a:ext cx="1978379" cy="28487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23" name="Straight Arrow Connector 322"/>
          <p:cNvCxnSpPr/>
          <p:nvPr/>
        </p:nvCxnSpPr>
        <p:spPr>
          <a:xfrm>
            <a:off x="3768197" y="2380493"/>
            <a:ext cx="0" cy="20915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4" name="Straight Arrow Connector 323"/>
          <p:cNvCxnSpPr/>
          <p:nvPr/>
        </p:nvCxnSpPr>
        <p:spPr>
          <a:xfrm>
            <a:off x="3474552" y="2431912"/>
            <a:ext cx="7244" cy="18235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5" name="Straight Arrow Connector 324"/>
          <p:cNvCxnSpPr/>
          <p:nvPr/>
        </p:nvCxnSpPr>
        <p:spPr>
          <a:xfrm>
            <a:off x="3366079" y="2448085"/>
            <a:ext cx="0" cy="15838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6" name="Straight Arrow Connector 325"/>
          <p:cNvCxnSpPr/>
          <p:nvPr/>
        </p:nvCxnSpPr>
        <p:spPr>
          <a:xfrm flipH="1">
            <a:off x="3269800" y="2459908"/>
            <a:ext cx="779" cy="154363"/>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7" name="Straight Arrow Connector 326"/>
          <p:cNvCxnSpPr/>
          <p:nvPr/>
        </p:nvCxnSpPr>
        <p:spPr>
          <a:xfrm>
            <a:off x="3157722" y="2471148"/>
            <a:ext cx="3451" cy="143122"/>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8" name="Straight Arrow Connector 327"/>
          <p:cNvCxnSpPr/>
          <p:nvPr/>
        </p:nvCxnSpPr>
        <p:spPr>
          <a:xfrm>
            <a:off x="3043605" y="2491673"/>
            <a:ext cx="4049" cy="130821"/>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9" name="Straight Arrow Connector 328"/>
          <p:cNvCxnSpPr/>
          <p:nvPr/>
        </p:nvCxnSpPr>
        <p:spPr>
          <a:xfrm>
            <a:off x="2929686" y="2505639"/>
            <a:ext cx="5483" cy="11685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0" name="Straight Arrow Connector 329"/>
          <p:cNvCxnSpPr/>
          <p:nvPr/>
        </p:nvCxnSpPr>
        <p:spPr>
          <a:xfrm>
            <a:off x="2835002" y="2515156"/>
            <a:ext cx="114" cy="10177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1" name="Straight Arrow Connector 330"/>
          <p:cNvCxnSpPr/>
          <p:nvPr/>
        </p:nvCxnSpPr>
        <p:spPr>
          <a:xfrm>
            <a:off x="2739245" y="2530204"/>
            <a:ext cx="2374" cy="91039"/>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2" name="Straight Arrow Connector 331"/>
          <p:cNvCxnSpPr/>
          <p:nvPr/>
        </p:nvCxnSpPr>
        <p:spPr>
          <a:xfrm>
            <a:off x="2624387" y="2530202"/>
            <a:ext cx="5124" cy="99826"/>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3" name="Straight Arrow Connector 332"/>
          <p:cNvCxnSpPr/>
          <p:nvPr/>
        </p:nvCxnSpPr>
        <p:spPr>
          <a:xfrm flipH="1">
            <a:off x="2497622" y="2541980"/>
            <a:ext cx="2803" cy="88048"/>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42" name="TextBox 341"/>
          <p:cNvSpPr txBox="1"/>
          <p:nvPr/>
        </p:nvSpPr>
        <p:spPr>
          <a:xfrm>
            <a:off x="2708003" y="3046347"/>
            <a:ext cx="335602"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x</a:t>
            </a:r>
          </a:p>
        </p:txBody>
      </p:sp>
      <p:cxnSp>
        <p:nvCxnSpPr>
          <p:cNvPr id="343" name="Straight Arrow Connector 342"/>
          <p:cNvCxnSpPr/>
          <p:nvPr/>
        </p:nvCxnSpPr>
        <p:spPr>
          <a:xfrm flipH="1" flipV="1">
            <a:off x="2090102" y="2727404"/>
            <a:ext cx="140" cy="302454"/>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1" name="Straight Arrow Connector 360"/>
          <p:cNvCxnSpPr/>
          <p:nvPr/>
        </p:nvCxnSpPr>
        <p:spPr>
          <a:xfrm>
            <a:off x="3622183" y="2401700"/>
            <a:ext cx="3010" cy="19904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62" name="Straight Arrow Connector 361"/>
          <p:cNvCxnSpPr/>
          <p:nvPr/>
        </p:nvCxnSpPr>
        <p:spPr>
          <a:xfrm>
            <a:off x="5185525" y="2461183"/>
            <a:ext cx="15908" cy="34328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3" name="Curved Down Arrow 362"/>
          <p:cNvSpPr/>
          <p:nvPr/>
        </p:nvSpPr>
        <p:spPr>
          <a:xfrm rot="16508738" flipV="1">
            <a:off x="5267948" y="2495893"/>
            <a:ext cx="325414" cy="185490"/>
          </a:xfrm>
          <a:prstGeom prst="curvedDownArrow">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sp>
        <p:nvSpPr>
          <p:cNvPr id="364" name="TextBox 363"/>
          <p:cNvSpPr txBox="1"/>
          <p:nvPr/>
        </p:nvSpPr>
        <p:spPr>
          <a:xfrm>
            <a:off x="5132194" y="2475771"/>
            <a:ext cx="254039" cy="276999"/>
          </a:xfrm>
          <a:prstGeom prst="rect">
            <a:avLst/>
          </a:prstGeom>
          <a:noFill/>
        </p:spPr>
        <p:txBody>
          <a:bodyPr wrap="square" rtlCol="0">
            <a:spAutoFit/>
          </a:bodyPr>
          <a:lstStyle/>
          <a:p>
            <a:pPr defTabSz="457200"/>
            <a:r>
              <a:rPr lang="en-US" sz="1200" dirty="0">
                <a:solidFill>
                  <a:srgbClr val="FF0000"/>
                </a:solidFill>
                <a:latin typeface="Segoe UI Black"/>
              </a:rPr>
              <a:t>V</a:t>
            </a:r>
          </a:p>
        </p:txBody>
      </p:sp>
      <p:sp>
        <p:nvSpPr>
          <p:cNvPr id="365" name="TextBox 364"/>
          <p:cNvSpPr txBox="1"/>
          <p:nvPr/>
        </p:nvSpPr>
        <p:spPr>
          <a:xfrm>
            <a:off x="5458697" y="2467481"/>
            <a:ext cx="254039" cy="276999"/>
          </a:xfrm>
          <a:prstGeom prst="rect">
            <a:avLst/>
          </a:prstGeom>
          <a:noFill/>
        </p:spPr>
        <p:txBody>
          <a:bodyPr wrap="square" rtlCol="0">
            <a:spAutoFit/>
          </a:bodyPr>
          <a:lstStyle/>
          <a:p>
            <a:pPr defTabSz="457200"/>
            <a:r>
              <a:rPr lang="en-US" sz="1200" dirty="0">
                <a:solidFill>
                  <a:srgbClr val="7030A0"/>
                </a:solidFill>
                <a:latin typeface="Segoe UI Black"/>
              </a:rPr>
              <a:t>M</a:t>
            </a:r>
          </a:p>
        </p:txBody>
      </p:sp>
      <p:sp>
        <p:nvSpPr>
          <p:cNvPr id="366" name="TextBox 365"/>
          <p:cNvSpPr txBox="1"/>
          <p:nvPr/>
        </p:nvSpPr>
        <p:spPr>
          <a:xfrm>
            <a:off x="4731748" y="2038935"/>
            <a:ext cx="800890" cy="246221"/>
          </a:xfrm>
          <a:prstGeom prst="rect">
            <a:avLst/>
          </a:prstGeom>
          <a:noFill/>
        </p:spPr>
        <p:txBody>
          <a:bodyPr wrap="square" rtlCol="0">
            <a:spAutoFit/>
          </a:bodyPr>
          <a:lstStyle/>
          <a:p>
            <a:pPr defTabSz="457200"/>
            <a:r>
              <a:rPr lang="en-US" sz="1000" dirty="0">
                <a:solidFill>
                  <a:srgbClr val="002060"/>
                </a:solidFill>
                <a:latin typeface="Segoe UI Black"/>
              </a:rPr>
              <a:t>1 (</a:t>
            </a:r>
            <a:r>
              <a:rPr lang="en-US" sz="1000" dirty="0" err="1">
                <a:solidFill>
                  <a:srgbClr val="002060"/>
                </a:solidFill>
                <a:latin typeface="Segoe UI Black"/>
              </a:rPr>
              <a:t>kN</a:t>
            </a:r>
            <a:r>
              <a:rPr lang="en-US" sz="1000" dirty="0">
                <a:solidFill>
                  <a:srgbClr val="002060"/>
                </a:solidFill>
                <a:latin typeface="Segoe UI Black"/>
              </a:rPr>
              <a:t>/m)</a:t>
            </a:r>
          </a:p>
        </p:txBody>
      </p:sp>
      <p:sp>
        <p:nvSpPr>
          <p:cNvPr id="406" name="TextBox 405"/>
          <p:cNvSpPr txBox="1"/>
          <p:nvPr/>
        </p:nvSpPr>
        <p:spPr>
          <a:xfrm>
            <a:off x="1871032" y="2881149"/>
            <a:ext cx="723604" cy="276999"/>
          </a:xfrm>
          <a:prstGeom prst="rect">
            <a:avLst/>
          </a:prstGeom>
          <a:noFill/>
        </p:spPr>
        <p:txBody>
          <a:bodyPr wrap="square" rtlCol="0">
            <a:spAutoFit/>
          </a:bodyPr>
          <a:lstStyle/>
          <a:p>
            <a:pPr defTabSz="457200"/>
            <a:r>
              <a:rPr lang="en-US" sz="1200" dirty="0">
                <a:solidFill>
                  <a:srgbClr val="002060"/>
                </a:solidFill>
                <a:latin typeface="Segoe UI Black"/>
              </a:rPr>
              <a:t>2.33kN</a:t>
            </a:r>
            <a:endParaRPr lang="en-US" sz="1200" baseline="-25000" dirty="0">
              <a:solidFill>
                <a:srgbClr val="002060"/>
              </a:solidFill>
              <a:latin typeface="Segoe UI Black"/>
            </a:endParaRPr>
          </a:p>
        </p:txBody>
      </p:sp>
      <p:sp>
        <p:nvSpPr>
          <p:cNvPr id="414" name="TextBox 413"/>
          <p:cNvSpPr txBox="1"/>
          <p:nvPr/>
        </p:nvSpPr>
        <p:spPr>
          <a:xfrm>
            <a:off x="4900033" y="3565180"/>
            <a:ext cx="5446974" cy="2800767"/>
          </a:xfrm>
          <a:prstGeom prst="rect">
            <a:avLst/>
          </a:prstGeom>
          <a:noFill/>
        </p:spPr>
        <p:txBody>
          <a:bodyPr wrap="square" rtlCol="0">
            <a:spAutoFit/>
          </a:bodyPr>
          <a:lstStyle/>
          <a:p>
            <a:pPr marL="171450" indent="-171450" defTabSz="457200">
              <a:buFont typeface="Arial" panose="020B0604020202020204" pitchFamily="34" charset="0"/>
              <a:buChar char="•"/>
            </a:pPr>
            <a:r>
              <a:rPr lang="en-US" sz="1600" dirty="0">
                <a:solidFill>
                  <a:srgbClr val="002060"/>
                </a:solidFill>
                <a:latin typeface="Segoe UI Black"/>
              </a:rPr>
              <a:t>Now it is easy to write equilibrium equation</a:t>
            </a:r>
          </a:p>
          <a:p>
            <a:pPr marL="285750" indent="-285750" defTabSz="457200">
              <a:buFont typeface="Wingdings" panose="05000000000000000000" pitchFamily="2" charset="2"/>
              <a:buChar char="ü"/>
            </a:pPr>
            <a:r>
              <a:rPr lang="en-US" sz="1600" dirty="0">
                <a:solidFill>
                  <a:srgbClr val="002060"/>
                </a:solidFill>
                <a:latin typeface="Segoe UI Black"/>
              </a:rPr>
              <a:t>From </a:t>
            </a:r>
          </a:p>
          <a:p>
            <a:pPr defTabSz="457200"/>
            <a:r>
              <a:rPr lang="en-US" sz="1600" dirty="0">
                <a:solidFill>
                  <a:srgbClr val="002060"/>
                </a:solidFill>
                <a:latin typeface="Segoe UI Black"/>
              </a:rPr>
              <a:t>    </a:t>
            </a:r>
            <a:r>
              <a:rPr lang="en-US" sz="1600" dirty="0">
                <a:solidFill>
                  <a:srgbClr val="931909"/>
                </a:solidFill>
                <a:latin typeface="Segoe UI Black"/>
              </a:rPr>
              <a:t>∑</a:t>
            </a:r>
            <a:r>
              <a:rPr lang="en-US" sz="1600" dirty="0" err="1">
                <a:solidFill>
                  <a:srgbClr val="931909"/>
                </a:solidFill>
                <a:latin typeface="Segoe UI Black"/>
              </a:rPr>
              <a:t>Fy</a:t>
            </a:r>
            <a:r>
              <a:rPr lang="en-US" sz="1600" dirty="0">
                <a:solidFill>
                  <a:srgbClr val="931909"/>
                </a:solidFill>
                <a:latin typeface="Segoe UI Black"/>
              </a:rPr>
              <a:t>=0, Assume     as  positive, thus </a:t>
            </a:r>
          </a:p>
          <a:p>
            <a:pPr defTabSz="457200"/>
            <a:r>
              <a:rPr lang="en-US" sz="1600" dirty="0">
                <a:solidFill>
                  <a:srgbClr val="931909"/>
                </a:solidFill>
                <a:latin typeface="Segoe UI Black"/>
              </a:rPr>
              <a:t> 2.33-1-1(x-2)-V=0, V=2.33-1-(x-2); V=1.33 - (x-2);</a:t>
            </a:r>
          </a:p>
          <a:p>
            <a:pPr defTabSz="457200"/>
            <a:endParaRPr lang="en-US" sz="1600" dirty="0">
              <a:solidFill>
                <a:srgbClr val="931909"/>
              </a:solidFill>
              <a:latin typeface="Segoe UI Black"/>
            </a:endParaRPr>
          </a:p>
          <a:p>
            <a:pPr defTabSz="457200"/>
            <a:r>
              <a:rPr lang="en-US" sz="1600" dirty="0">
                <a:solidFill>
                  <a:srgbClr val="931909"/>
                </a:solidFill>
                <a:latin typeface="Segoe UI Black"/>
              </a:rPr>
              <a:t>         </a:t>
            </a:r>
          </a:p>
          <a:p>
            <a:pPr defTabSz="457200"/>
            <a:r>
              <a:rPr lang="en-US" sz="1600" dirty="0">
                <a:solidFill>
                  <a:srgbClr val="931909"/>
                </a:solidFill>
                <a:latin typeface="Segoe UI Black"/>
              </a:rPr>
              <a:t>  </a:t>
            </a:r>
          </a:p>
          <a:p>
            <a:pPr defTabSz="457200"/>
            <a:r>
              <a:rPr lang="en-US" sz="1600" dirty="0">
                <a:solidFill>
                  <a:srgbClr val="931909"/>
                </a:solidFill>
                <a:latin typeface="Segoe UI Black"/>
              </a:rPr>
              <a:t>∑M</a:t>
            </a:r>
            <a:r>
              <a:rPr lang="en-US" sz="1600" baseline="-25000" dirty="0">
                <a:solidFill>
                  <a:srgbClr val="931909"/>
                </a:solidFill>
                <a:latin typeface="Segoe UI Black"/>
              </a:rPr>
              <a:t>A</a:t>
            </a:r>
            <a:r>
              <a:rPr lang="en-US" sz="1600" dirty="0">
                <a:solidFill>
                  <a:srgbClr val="931909"/>
                </a:solidFill>
                <a:latin typeface="Segoe UI Black"/>
              </a:rPr>
              <a:t>=0, Assume        CCW as positive moment, thus</a:t>
            </a:r>
          </a:p>
          <a:p>
            <a:pPr defTabSz="457200"/>
            <a:endParaRPr lang="en-US" sz="1600" dirty="0">
              <a:solidFill>
                <a:srgbClr val="931909"/>
              </a:solidFill>
              <a:latin typeface="Segoe UI Black"/>
            </a:endParaRPr>
          </a:p>
          <a:p>
            <a:pPr defTabSz="457200"/>
            <a:r>
              <a:rPr lang="en-US" sz="1600" dirty="0">
                <a:solidFill>
                  <a:srgbClr val="931909">
                    <a:lumMod val="50000"/>
                  </a:srgbClr>
                </a:solidFill>
                <a:latin typeface="Segoe UI Black"/>
              </a:rPr>
              <a:t>M-2.33*x+1*(x-1.33)+1(x-2)*(x-2)/2=0;  </a:t>
            </a:r>
          </a:p>
          <a:p>
            <a:pPr defTabSz="457200"/>
            <a:r>
              <a:rPr lang="en-US" sz="1600" dirty="0">
                <a:solidFill>
                  <a:srgbClr val="931909">
                    <a:lumMod val="50000"/>
                  </a:srgbClr>
                </a:solidFill>
                <a:latin typeface="Segoe UI Black"/>
              </a:rPr>
              <a:t>M=2.33x-(x-1.33)-(x-2)*(x-2)/2</a:t>
            </a:r>
          </a:p>
        </p:txBody>
      </p:sp>
      <p:sp>
        <p:nvSpPr>
          <p:cNvPr id="415" name="Curved Down Arrow 414"/>
          <p:cNvSpPr/>
          <p:nvPr/>
        </p:nvSpPr>
        <p:spPr>
          <a:xfrm rot="16508738" flipV="1">
            <a:off x="6667167" y="5331538"/>
            <a:ext cx="247355" cy="185490"/>
          </a:xfrm>
          <a:prstGeom prst="curvedDownArrow">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cxnSp>
        <p:nvCxnSpPr>
          <p:cNvPr id="416" name="Straight Arrow Connector 415"/>
          <p:cNvCxnSpPr/>
          <p:nvPr/>
        </p:nvCxnSpPr>
        <p:spPr>
          <a:xfrm flipH="1" flipV="1">
            <a:off x="6892118" y="4151949"/>
            <a:ext cx="2190" cy="184897"/>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6" name="TextBox 125"/>
          <p:cNvSpPr txBox="1"/>
          <p:nvPr/>
        </p:nvSpPr>
        <p:spPr>
          <a:xfrm>
            <a:off x="6981659" y="4667260"/>
            <a:ext cx="3603876" cy="523220"/>
          </a:xfrm>
          <a:prstGeom prst="rect">
            <a:avLst/>
          </a:prstGeom>
          <a:noFill/>
        </p:spPr>
        <p:txBody>
          <a:bodyPr wrap="square" rtlCol="0">
            <a:spAutoFit/>
          </a:bodyPr>
          <a:lstStyle/>
          <a:p>
            <a:pPr defTabSz="457200"/>
            <a:r>
              <a:rPr lang="en-US" sz="1400" dirty="0">
                <a:solidFill>
                  <a:srgbClr val="931909"/>
                </a:solidFill>
                <a:latin typeface="Segoe UI Black"/>
              </a:rPr>
              <a:t>When x=2, V=1.33 </a:t>
            </a:r>
            <a:r>
              <a:rPr lang="en-US" sz="1400" dirty="0" err="1">
                <a:solidFill>
                  <a:srgbClr val="931909"/>
                </a:solidFill>
                <a:latin typeface="Segoe UI Black"/>
              </a:rPr>
              <a:t>kN</a:t>
            </a:r>
            <a:endParaRPr lang="en-US" sz="1400" dirty="0">
              <a:solidFill>
                <a:srgbClr val="931909"/>
              </a:solidFill>
              <a:latin typeface="Segoe UI Black"/>
            </a:endParaRPr>
          </a:p>
          <a:p>
            <a:pPr defTabSz="457200"/>
            <a:r>
              <a:rPr lang="en-US" sz="1400" dirty="0">
                <a:solidFill>
                  <a:srgbClr val="931909"/>
                </a:solidFill>
                <a:latin typeface="Segoe UI Black"/>
              </a:rPr>
              <a:t>When X=4, V=1.33 - (4-2)=-0.67kN</a:t>
            </a:r>
          </a:p>
        </p:txBody>
      </p:sp>
      <p:sp>
        <p:nvSpPr>
          <p:cNvPr id="417" name="TextBox 416"/>
          <p:cNvSpPr txBox="1"/>
          <p:nvPr/>
        </p:nvSpPr>
        <p:spPr>
          <a:xfrm>
            <a:off x="5319815" y="6304252"/>
            <a:ext cx="5041005" cy="523220"/>
          </a:xfrm>
          <a:prstGeom prst="rect">
            <a:avLst/>
          </a:prstGeom>
          <a:noFill/>
        </p:spPr>
        <p:txBody>
          <a:bodyPr wrap="square" rtlCol="0">
            <a:spAutoFit/>
          </a:bodyPr>
          <a:lstStyle/>
          <a:p>
            <a:pPr defTabSz="457200"/>
            <a:r>
              <a:rPr lang="en-US" sz="1400" dirty="0">
                <a:solidFill>
                  <a:srgbClr val="931909">
                    <a:lumMod val="50000"/>
                  </a:srgbClr>
                </a:solidFill>
                <a:latin typeface="Segoe UI Black"/>
              </a:rPr>
              <a:t>When x=2, M=2.33*2-(2-1.33)-(2-2)*(2-2)/2=4kNm </a:t>
            </a:r>
          </a:p>
          <a:p>
            <a:pPr defTabSz="457200"/>
            <a:r>
              <a:rPr lang="en-US" sz="1400" dirty="0">
                <a:solidFill>
                  <a:srgbClr val="931909">
                    <a:lumMod val="50000"/>
                  </a:srgbClr>
                </a:solidFill>
                <a:latin typeface="Segoe UI Black"/>
              </a:rPr>
              <a:t>When X=4, M=2.33*4-(4-1.33)-(4-2)*(4-2)/2=4.65kNm </a:t>
            </a:r>
          </a:p>
        </p:txBody>
      </p:sp>
      <p:cxnSp>
        <p:nvCxnSpPr>
          <p:cNvPr id="76" name="Straight Connector 75"/>
          <p:cNvCxnSpPr/>
          <p:nvPr/>
        </p:nvCxnSpPr>
        <p:spPr>
          <a:xfrm flipH="1">
            <a:off x="4795295" y="3140402"/>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a:off x="3904899" y="2341921"/>
            <a:ext cx="5992" cy="272349"/>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a:off x="4083931" y="2328855"/>
            <a:ext cx="5992" cy="272349"/>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4218718" y="2307875"/>
            <a:ext cx="10436" cy="30552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a:off x="4554846" y="2308743"/>
            <a:ext cx="10436" cy="30552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a:off x="4396025" y="2301623"/>
            <a:ext cx="10436" cy="30552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a:off x="4715172" y="2309365"/>
            <a:ext cx="10436" cy="30552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p:nvPr/>
        </p:nvCxnSpPr>
        <p:spPr>
          <a:xfrm>
            <a:off x="4890974" y="2308742"/>
            <a:ext cx="10436" cy="30552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flipV="1">
            <a:off x="4054446" y="2287924"/>
            <a:ext cx="836529" cy="24742"/>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2072914" y="2889704"/>
            <a:ext cx="2775904" cy="28833"/>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flipH="1">
            <a:off x="2054047" y="2795852"/>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2708003" y="2759691"/>
            <a:ext cx="449718"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2m</a:t>
            </a:r>
          </a:p>
        </p:txBody>
      </p:sp>
      <p:cxnSp>
        <p:nvCxnSpPr>
          <p:cNvPr id="97" name="Straight Connector 96"/>
          <p:cNvCxnSpPr/>
          <p:nvPr/>
        </p:nvCxnSpPr>
        <p:spPr>
          <a:xfrm flipH="1">
            <a:off x="4795295" y="2831395"/>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4275627" y="2788915"/>
            <a:ext cx="422880"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x-2</a:t>
            </a:r>
          </a:p>
        </p:txBody>
      </p:sp>
      <p:cxnSp>
        <p:nvCxnSpPr>
          <p:cNvPr id="99" name="Straight Connector 98"/>
          <p:cNvCxnSpPr/>
          <p:nvPr/>
        </p:nvCxnSpPr>
        <p:spPr>
          <a:xfrm flipH="1">
            <a:off x="4042175" y="2808658"/>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101" name="Rectangle 100"/>
          <p:cNvSpPr/>
          <p:nvPr/>
        </p:nvSpPr>
        <p:spPr>
          <a:xfrm>
            <a:off x="6459936" y="2541545"/>
            <a:ext cx="2840422" cy="119429"/>
          </a:xfrm>
          <a:prstGeom prst="rect">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cxnSp>
        <p:nvCxnSpPr>
          <p:cNvPr id="102" name="Straight Connector 101"/>
          <p:cNvCxnSpPr/>
          <p:nvPr/>
        </p:nvCxnSpPr>
        <p:spPr>
          <a:xfrm>
            <a:off x="6459936" y="3125985"/>
            <a:ext cx="2775904" cy="28833"/>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6441069" y="3032133"/>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V="1">
            <a:off x="6477265" y="2248877"/>
            <a:ext cx="1978379" cy="28487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a:off x="7095025" y="2973621"/>
            <a:ext cx="335602"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x</a:t>
            </a:r>
          </a:p>
        </p:txBody>
      </p:sp>
      <p:cxnSp>
        <p:nvCxnSpPr>
          <p:cNvPr id="117" name="Straight Arrow Connector 116"/>
          <p:cNvCxnSpPr/>
          <p:nvPr/>
        </p:nvCxnSpPr>
        <p:spPr>
          <a:xfrm flipH="1" flipV="1">
            <a:off x="6477124" y="2654678"/>
            <a:ext cx="140" cy="302454"/>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p:nvPr/>
        </p:nvCxnSpPr>
        <p:spPr>
          <a:xfrm>
            <a:off x="9572547" y="2388457"/>
            <a:ext cx="15908" cy="34328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0" name="Curved Down Arrow 119"/>
          <p:cNvSpPr/>
          <p:nvPr/>
        </p:nvSpPr>
        <p:spPr>
          <a:xfrm rot="16508738" flipV="1">
            <a:off x="9654970" y="2423167"/>
            <a:ext cx="325414" cy="185490"/>
          </a:xfrm>
          <a:prstGeom prst="curvedDownArrow">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sp>
        <p:nvSpPr>
          <p:cNvPr id="121" name="TextBox 120"/>
          <p:cNvSpPr txBox="1"/>
          <p:nvPr/>
        </p:nvSpPr>
        <p:spPr>
          <a:xfrm>
            <a:off x="9519216" y="2403045"/>
            <a:ext cx="254039" cy="276999"/>
          </a:xfrm>
          <a:prstGeom prst="rect">
            <a:avLst/>
          </a:prstGeom>
          <a:noFill/>
        </p:spPr>
        <p:txBody>
          <a:bodyPr wrap="square" rtlCol="0">
            <a:spAutoFit/>
          </a:bodyPr>
          <a:lstStyle/>
          <a:p>
            <a:pPr defTabSz="457200"/>
            <a:r>
              <a:rPr lang="en-US" sz="1200" dirty="0">
                <a:solidFill>
                  <a:srgbClr val="FF0000"/>
                </a:solidFill>
                <a:latin typeface="Segoe UI Black"/>
              </a:rPr>
              <a:t>V</a:t>
            </a:r>
          </a:p>
        </p:txBody>
      </p:sp>
      <p:sp>
        <p:nvSpPr>
          <p:cNvPr id="122" name="TextBox 121"/>
          <p:cNvSpPr txBox="1"/>
          <p:nvPr/>
        </p:nvSpPr>
        <p:spPr>
          <a:xfrm>
            <a:off x="9845719" y="2394755"/>
            <a:ext cx="254039" cy="276999"/>
          </a:xfrm>
          <a:prstGeom prst="rect">
            <a:avLst/>
          </a:prstGeom>
          <a:noFill/>
        </p:spPr>
        <p:txBody>
          <a:bodyPr wrap="square" rtlCol="0">
            <a:spAutoFit/>
          </a:bodyPr>
          <a:lstStyle/>
          <a:p>
            <a:pPr defTabSz="457200"/>
            <a:r>
              <a:rPr lang="en-US" sz="1200" dirty="0">
                <a:solidFill>
                  <a:srgbClr val="7030A0"/>
                </a:solidFill>
                <a:latin typeface="Segoe UI Black"/>
              </a:rPr>
              <a:t>M</a:t>
            </a:r>
          </a:p>
        </p:txBody>
      </p:sp>
      <p:sp>
        <p:nvSpPr>
          <p:cNvPr id="123" name="TextBox 122"/>
          <p:cNvSpPr txBox="1"/>
          <p:nvPr/>
        </p:nvSpPr>
        <p:spPr>
          <a:xfrm>
            <a:off x="6258054" y="2808423"/>
            <a:ext cx="723604" cy="276999"/>
          </a:xfrm>
          <a:prstGeom prst="rect">
            <a:avLst/>
          </a:prstGeom>
          <a:noFill/>
        </p:spPr>
        <p:txBody>
          <a:bodyPr wrap="square" rtlCol="0">
            <a:spAutoFit/>
          </a:bodyPr>
          <a:lstStyle/>
          <a:p>
            <a:pPr defTabSz="457200"/>
            <a:r>
              <a:rPr lang="en-US" sz="1200" dirty="0">
                <a:solidFill>
                  <a:srgbClr val="002060"/>
                </a:solidFill>
                <a:latin typeface="Segoe UI Black"/>
              </a:rPr>
              <a:t>2.33kN</a:t>
            </a:r>
            <a:endParaRPr lang="en-US" sz="1200" baseline="-25000" dirty="0">
              <a:solidFill>
                <a:srgbClr val="002060"/>
              </a:solidFill>
              <a:latin typeface="Segoe UI Black"/>
            </a:endParaRPr>
          </a:p>
        </p:txBody>
      </p:sp>
      <p:cxnSp>
        <p:nvCxnSpPr>
          <p:cNvPr id="124" name="Straight Connector 123"/>
          <p:cNvCxnSpPr/>
          <p:nvPr/>
        </p:nvCxnSpPr>
        <p:spPr>
          <a:xfrm flipH="1">
            <a:off x="9182317" y="3067676"/>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6459936" y="2816978"/>
            <a:ext cx="2775904" cy="28833"/>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6441069" y="2723126"/>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136" name="TextBox 135"/>
          <p:cNvSpPr txBox="1"/>
          <p:nvPr/>
        </p:nvSpPr>
        <p:spPr>
          <a:xfrm>
            <a:off x="6959617" y="2686965"/>
            <a:ext cx="585127"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1.33m</a:t>
            </a:r>
          </a:p>
        </p:txBody>
      </p:sp>
      <p:cxnSp>
        <p:nvCxnSpPr>
          <p:cNvPr id="137" name="Straight Connector 136"/>
          <p:cNvCxnSpPr/>
          <p:nvPr/>
        </p:nvCxnSpPr>
        <p:spPr>
          <a:xfrm flipH="1">
            <a:off x="9182317" y="2758669"/>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138" name="TextBox 137"/>
          <p:cNvSpPr txBox="1"/>
          <p:nvPr/>
        </p:nvSpPr>
        <p:spPr>
          <a:xfrm>
            <a:off x="8662649" y="2716189"/>
            <a:ext cx="422880"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x-2</a:t>
            </a:r>
          </a:p>
        </p:txBody>
      </p:sp>
      <p:cxnSp>
        <p:nvCxnSpPr>
          <p:cNvPr id="139" name="Straight Connector 138"/>
          <p:cNvCxnSpPr/>
          <p:nvPr/>
        </p:nvCxnSpPr>
        <p:spPr>
          <a:xfrm flipH="1">
            <a:off x="8429197" y="2735932"/>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flipV="1">
            <a:off x="8455643" y="2238540"/>
            <a:ext cx="841948" cy="1218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a:endCxn id="101" idx="3"/>
          </p:cNvCxnSpPr>
          <p:nvPr/>
        </p:nvCxnSpPr>
        <p:spPr>
          <a:xfrm>
            <a:off x="9297592" y="2248877"/>
            <a:ext cx="2767" cy="35238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a:off x="8448592" y="2257152"/>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a:off x="4077622" y="2274316"/>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46" name="Straight Arrow Connector 145"/>
          <p:cNvCxnSpPr/>
          <p:nvPr/>
        </p:nvCxnSpPr>
        <p:spPr>
          <a:xfrm>
            <a:off x="7847888" y="2162045"/>
            <a:ext cx="0" cy="349509"/>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p:cNvCxnSpPr/>
          <p:nvPr/>
        </p:nvCxnSpPr>
        <p:spPr>
          <a:xfrm flipH="1">
            <a:off x="8855175" y="1963972"/>
            <a:ext cx="18914" cy="556324"/>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4" name="TextBox 153"/>
          <p:cNvSpPr txBox="1"/>
          <p:nvPr/>
        </p:nvSpPr>
        <p:spPr>
          <a:xfrm>
            <a:off x="7563612" y="1720145"/>
            <a:ext cx="2047818" cy="261610"/>
          </a:xfrm>
          <a:prstGeom prst="rect">
            <a:avLst/>
          </a:prstGeom>
          <a:noFill/>
        </p:spPr>
        <p:txBody>
          <a:bodyPr wrap="square" rtlCol="0">
            <a:spAutoFit/>
          </a:bodyPr>
          <a:lstStyle/>
          <a:p>
            <a:pPr defTabSz="457200"/>
            <a:r>
              <a:rPr lang="en-US" sz="1100" dirty="0">
                <a:solidFill>
                  <a:srgbClr val="002060"/>
                </a:solidFill>
                <a:latin typeface="Segoe UI Black"/>
              </a:rPr>
              <a:t>(1kN/m)*(x-2)=1(X-2) </a:t>
            </a:r>
            <a:r>
              <a:rPr lang="en-US" sz="1100" dirty="0" err="1">
                <a:solidFill>
                  <a:srgbClr val="002060"/>
                </a:solidFill>
                <a:latin typeface="Segoe UI Black"/>
              </a:rPr>
              <a:t>kN</a:t>
            </a:r>
            <a:endParaRPr lang="en-US" sz="1100" dirty="0">
              <a:solidFill>
                <a:srgbClr val="002060"/>
              </a:solidFill>
              <a:latin typeface="Segoe UI Black"/>
            </a:endParaRPr>
          </a:p>
        </p:txBody>
      </p:sp>
      <p:sp>
        <p:nvSpPr>
          <p:cNvPr id="156" name="TextBox 155"/>
          <p:cNvSpPr txBox="1"/>
          <p:nvPr/>
        </p:nvSpPr>
        <p:spPr>
          <a:xfrm>
            <a:off x="6790844" y="1931049"/>
            <a:ext cx="1509124" cy="253916"/>
          </a:xfrm>
          <a:prstGeom prst="rect">
            <a:avLst/>
          </a:prstGeom>
          <a:noFill/>
        </p:spPr>
        <p:txBody>
          <a:bodyPr wrap="square" rtlCol="0">
            <a:spAutoFit/>
          </a:bodyPr>
          <a:lstStyle/>
          <a:p>
            <a:pPr defTabSz="457200"/>
            <a:r>
              <a:rPr lang="en-US" sz="1050" dirty="0">
                <a:solidFill>
                  <a:srgbClr val="002060"/>
                </a:solidFill>
                <a:latin typeface="Segoe UI Black"/>
              </a:rPr>
              <a:t>(1kN/m)*2m=1 </a:t>
            </a:r>
            <a:r>
              <a:rPr lang="en-US" sz="1050" dirty="0" err="1">
                <a:solidFill>
                  <a:srgbClr val="002060"/>
                </a:solidFill>
                <a:latin typeface="Segoe UI Black"/>
              </a:rPr>
              <a:t>kN</a:t>
            </a:r>
            <a:endParaRPr lang="en-US" sz="1050" dirty="0">
              <a:solidFill>
                <a:srgbClr val="002060"/>
              </a:solidFill>
              <a:latin typeface="Segoe UI Black"/>
            </a:endParaRPr>
          </a:p>
        </p:txBody>
      </p:sp>
      <p:cxnSp>
        <p:nvCxnSpPr>
          <p:cNvPr id="157" name="Straight Connector 156"/>
          <p:cNvCxnSpPr/>
          <p:nvPr/>
        </p:nvCxnSpPr>
        <p:spPr>
          <a:xfrm>
            <a:off x="7832746" y="2297293"/>
            <a:ext cx="15142" cy="704578"/>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flipH="1">
            <a:off x="7811543" y="2737295"/>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160" name="TextBox 159"/>
          <p:cNvSpPr txBox="1"/>
          <p:nvPr/>
        </p:nvSpPr>
        <p:spPr>
          <a:xfrm>
            <a:off x="7868941" y="2639783"/>
            <a:ext cx="610852" cy="253916"/>
          </a:xfrm>
          <a:prstGeom prst="rect">
            <a:avLst/>
          </a:prstGeom>
          <a:noFill/>
        </p:spPr>
        <p:txBody>
          <a:bodyPr wrap="square" rtlCol="0">
            <a:spAutoFit/>
          </a:bodyPr>
          <a:lstStyle/>
          <a:p>
            <a:pPr defTabSz="457200"/>
            <a:r>
              <a:rPr lang="en-US" sz="1050" dirty="0">
                <a:solidFill>
                  <a:srgbClr val="002060"/>
                </a:solidFill>
                <a:latin typeface="Segoe UI Black"/>
              </a:rPr>
              <a:t>0.67m</a:t>
            </a:r>
          </a:p>
        </p:txBody>
      </p:sp>
    </p:spTree>
    <p:extLst>
      <p:ext uri="{BB962C8B-B14F-4D97-AF65-F5344CB8AC3E}">
        <p14:creationId xmlns:p14="http://schemas.microsoft.com/office/powerpoint/2010/main" val="135925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57"/>
                                        </p:tgtEl>
                                        <p:attrNameLst>
                                          <p:attrName>style.visibility</p:attrName>
                                        </p:attrNameLst>
                                      </p:cBhvr>
                                      <p:to>
                                        <p:strVal val="visible"/>
                                      </p:to>
                                    </p:set>
                                    <p:anim calcmode="lin" valueType="num">
                                      <p:cBhvr additive="base">
                                        <p:cTn id="11" dur="500" fill="hold"/>
                                        <p:tgtEl>
                                          <p:spTgt spid="257"/>
                                        </p:tgtEl>
                                        <p:attrNameLst>
                                          <p:attrName>ppt_x</p:attrName>
                                        </p:attrNameLst>
                                      </p:cBhvr>
                                      <p:tavLst>
                                        <p:tav tm="0">
                                          <p:val>
                                            <p:strVal val="#ppt_x"/>
                                          </p:val>
                                        </p:tav>
                                        <p:tav tm="100000">
                                          <p:val>
                                            <p:strVal val="#ppt_x"/>
                                          </p:val>
                                        </p:tav>
                                      </p:tavLst>
                                    </p:anim>
                                    <p:anim calcmode="lin" valueType="num">
                                      <p:cBhvr additive="base">
                                        <p:cTn id="12" dur="500" fill="hold"/>
                                        <p:tgtEl>
                                          <p:spTgt spid="25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3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3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3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6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4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366"/>
                                        </p:tgtEl>
                                        <p:attrNameLst>
                                          <p:attrName>style.visibility</p:attrName>
                                        </p:attrNameLst>
                                      </p:cBhvr>
                                      <p:to>
                                        <p:strVal val="visible"/>
                                      </p:to>
                                    </p:set>
                                    <p:anim calcmode="lin" valueType="num">
                                      <p:cBhvr additive="base">
                                        <p:cTn id="65" dur="500" fill="hold"/>
                                        <p:tgtEl>
                                          <p:spTgt spid="366"/>
                                        </p:tgtEl>
                                        <p:attrNameLst>
                                          <p:attrName>ppt_x</p:attrName>
                                        </p:attrNameLst>
                                      </p:cBhvr>
                                      <p:tavLst>
                                        <p:tav tm="0">
                                          <p:val>
                                            <p:strVal val="#ppt_x"/>
                                          </p:val>
                                        </p:tav>
                                        <p:tav tm="100000">
                                          <p:val>
                                            <p:strVal val="#ppt_x"/>
                                          </p:val>
                                        </p:tav>
                                      </p:tavLst>
                                    </p:anim>
                                    <p:anim calcmode="lin" valueType="num">
                                      <p:cBhvr additive="base">
                                        <p:cTn id="66" dur="500" fill="hold"/>
                                        <p:tgtEl>
                                          <p:spTgt spid="366"/>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nodeType="clickEffect">
                                  <p:stCondLst>
                                    <p:cond delay="0"/>
                                  </p:stCondLst>
                                  <p:childTnLst>
                                    <p:set>
                                      <p:cBhvr>
                                        <p:cTn id="70" dur="1" fill="hold">
                                          <p:stCondLst>
                                            <p:cond delay="0"/>
                                          </p:stCondLst>
                                        </p:cTn>
                                        <p:tgtEl>
                                          <p:spTgt spid="343"/>
                                        </p:tgtEl>
                                        <p:attrNameLst>
                                          <p:attrName>style.visibility</p:attrName>
                                        </p:attrNameLst>
                                      </p:cBhvr>
                                      <p:to>
                                        <p:strVal val="visible"/>
                                      </p:to>
                                    </p:set>
                                    <p:animEffect transition="in" filter="fade">
                                      <p:cBhvr>
                                        <p:cTn id="71" dur="1000"/>
                                        <p:tgtEl>
                                          <p:spTgt spid="343"/>
                                        </p:tgtEl>
                                      </p:cBhvr>
                                    </p:animEffect>
                                    <p:anim calcmode="lin" valueType="num">
                                      <p:cBhvr>
                                        <p:cTn id="72" dur="1000" fill="hold"/>
                                        <p:tgtEl>
                                          <p:spTgt spid="343"/>
                                        </p:tgtEl>
                                        <p:attrNameLst>
                                          <p:attrName>ppt_x</p:attrName>
                                        </p:attrNameLst>
                                      </p:cBhvr>
                                      <p:tavLst>
                                        <p:tav tm="0">
                                          <p:val>
                                            <p:strVal val="#ppt_x"/>
                                          </p:val>
                                        </p:tav>
                                        <p:tav tm="100000">
                                          <p:val>
                                            <p:strVal val="#ppt_x"/>
                                          </p:val>
                                        </p:tav>
                                      </p:tavLst>
                                    </p:anim>
                                    <p:anim calcmode="lin" valueType="num">
                                      <p:cBhvr>
                                        <p:cTn id="73" dur="1000" fill="hold"/>
                                        <p:tgtEl>
                                          <p:spTgt spid="343"/>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406"/>
                                        </p:tgtEl>
                                        <p:attrNameLst>
                                          <p:attrName>style.visibility</p:attrName>
                                        </p:attrNameLst>
                                      </p:cBhvr>
                                      <p:to>
                                        <p:strVal val="visible"/>
                                      </p:to>
                                    </p:set>
                                    <p:animEffect transition="in" filter="fade">
                                      <p:cBhvr>
                                        <p:cTn id="78" dur="1000"/>
                                        <p:tgtEl>
                                          <p:spTgt spid="406"/>
                                        </p:tgtEl>
                                      </p:cBhvr>
                                    </p:animEffect>
                                    <p:anim calcmode="lin" valueType="num">
                                      <p:cBhvr>
                                        <p:cTn id="79" dur="1000" fill="hold"/>
                                        <p:tgtEl>
                                          <p:spTgt spid="406"/>
                                        </p:tgtEl>
                                        <p:attrNameLst>
                                          <p:attrName>ppt_x</p:attrName>
                                        </p:attrNameLst>
                                      </p:cBhvr>
                                      <p:tavLst>
                                        <p:tav tm="0">
                                          <p:val>
                                            <p:strVal val="#ppt_x"/>
                                          </p:val>
                                        </p:tav>
                                        <p:tav tm="100000">
                                          <p:val>
                                            <p:strVal val="#ppt_x"/>
                                          </p:val>
                                        </p:tav>
                                      </p:tavLst>
                                    </p:anim>
                                    <p:anim calcmode="lin" valueType="num">
                                      <p:cBhvr>
                                        <p:cTn id="80" dur="1000" fill="hold"/>
                                        <p:tgtEl>
                                          <p:spTgt spid="406"/>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36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6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6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65"/>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342"/>
                                        </p:tgtEl>
                                        <p:attrNameLst>
                                          <p:attrName>style.visibility</p:attrName>
                                        </p:attrNameLst>
                                      </p:cBhvr>
                                      <p:to>
                                        <p:strVal val="visible"/>
                                      </p:to>
                                    </p:set>
                                    <p:anim calcmode="lin" valueType="num">
                                      <p:cBhvr additive="base">
                                        <p:cTn id="97" dur="500" fill="hold"/>
                                        <p:tgtEl>
                                          <p:spTgt spid="342"/>
                                        </p:tgtEl>
                                        <p:attrNameLst>
                                          <p:attrName>ppt_x</p:attrName>
                                        </p:attrNameLst>
                                      </p:cBhvr>
                                      <p:tavLst>
                                        <p:tav tm="0">
                                          <p:val>
                                            <p:strVal val="#ppt_x"/>
                                          </p:val>
                                        </p:tav>
                                        <p:tav tm="100000">
                                          <p:val>
                                            <p:strVal val="#ppt_x"/>
                                          </p:val>
                                        </p:tav>
                                      </p:tavLst>
                                    </p:anim>
                                    <p:anim calcmode="lin" valueType="num">
                                      <p:cBhvr additive="base">
                                        <p:cTn id="98" dur="500" fill="hold"/>
                                        <p:tgtEl>
                                          <p:spTgt spid="342"/>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76"/>
                                        </p:tgtEl>
                                        <p:attrNameLst>
                                          <p:attrName>style.visibility</p:attrName>
                                        </p:attrNameLst>
                                      </p:cBhvr>
                                      <p:to>
                                        <p:strVal val="visible"/>
                                      </p:to>
                                    </p:set>
                                    <p:anim calcmode="lin" valueType="num">
                                      <p:cBhvr additive="base">
                                        <p:cTn id="101" dur="500" fill="hold"/>
                                        <p:tgtEl>
                                          <p:spTgt spid="76"/>
                                        </p:tgtEl>
                                        <p:attrNameLst>
                                          <p:attrName>ppt_x</p:attrName>
                                        </p:attrNameLst>
                                      </p:cBhvr>
                                      <p:tavLst>
                                        <p:tav tm="0">
                                          <p:val>
                                            <p:strVal val="#ppt_x"/>
                                          </p:val>
                                        </p:tav>
                                        <p:tav tm="100000">
                                          <p:val>
                                            <p:strVal val="#ppt_x"/>
                                          </p:val>
                                        </p:tav>
                                      </p:tavLst>
                                    </p:anim>
                                    <p:anim calcmode="lin" valueType="num">
                                      <p:cBhvr additive="base">
                                        <p:cTn id="102" dur="500" fill="hold"/>
                                        <p:tgtEl>
                                          <p:spTgt spid="76"/>
                                        </p:tgtEl>
                                        <p:attrNameLst>
                                          <p:attrName>ppt_y</p:attrName>
                                        </p:attrNameLst>
                                      </p:cBhvr>
                                      <p:tavLst>
                                        <p:tav tm="0">
                                          <p:val>
                                            <p:strVal val="1+#ppt_h/2"/>
                                          </p:val>
                                        </p:tav>
                                        <p:tav tm="100000">
                                          <p:val>
                                            <p:strVal val="#ppt_y"/>
                                          </p:val>
                                        </p:tav>
                                      </p:tavLst>
                                    </p:anim>
                                  </p:childTnLst>
                                </p:cTn>
                              </p:par>
                              <p:par>
                                <p:cTn id="103" presetID="2" presetClass="entr" presetSubtype="4" fill="hold" nodeType="withEffect">
                                  <p:stCondLst>
                                    <p:cond delay="0"/>
                                  </p:stCondLst>
                                  <p:childTnLst>
                                    <p:set>
                                      <p:cBhvr>
                                        <p:cTn id="104" dur="1" fill="hold">
                                          <p:stCondLst>
                                            <p:cond delay="0"/>
                                          </p:stCondLst>
                                        </p:cTn>
                                        <p:tgtEl>
                                          <p:spTgt spid="261"/>
                                        </p:tgtEl>
                                        <p:attrNameLst>
                                          <p:attrName>style.visibility</p:attrName>
                                        </p:attrNameLst>
                                      </p:cBhvr>
                                      <p:to>
                                        <p:strVal val="visible"/>
                                      </p:to>
                                    </p:set>
                                    <p:anim calcmode="lin" valueType="num">
                                      <p:cBhvr additive="base">
                                        <p:cTn id="105" dur="500" fill="hold"/>
                                        <p:tgtEl>
                                          <p:spTgt spid="261"/>
                                        </p:tgtEl>
                                        <p:attrNameLst>
                                          <p:attrName>ppt_x</p:attrName>
                                        </p:attrNameLst>
                                      </p:cBhvr>
                                      <p:tavLst>
                                        <p:tav tm="0">
                                          <p:val>
                                            <p:strVal val="#ppt_x"/>
                                          </p:val>
                                        </p:tav>
                                        <p:tav tm="100000">
                                          <p:val>
                                            <p:strVal val="#ppt_x"/>
                                          </p:val>
                                        </p:tav>
                                      </p:tavLst>
                                    </p:anim>
                                    <p:anim calcmode="lin" valueType="num">
                                      <p:cBhvr additive="base">
                                        <p:cTn id="106" dur="500" fill="hold"/>
                                        <p:tgtEl>
                                          <p:spTgt spid="261"/>
                                        </p:tgtEl>
                                        <p:attrNameLst>
                                          <p:attrName>ppt_y</p:attrName>
                                        </p:attrNameLst>
                                      </p:cBhvr>
                                      <p:tavLst>
                                        <p:tav tm="0">
                                          <p:val>
                                            <p:strVal val="1+#ppt_h/2"/>
                                          </p:val>
                                        </p:tav>
                                        <p:tav tm="100000">
                                          <p:val>
                                            <p:strVal val="#ppt_y"/>
                                          </p:val>
                                        </p:tav>
                                      </p:tavLst>
                                    </p:anim>
                                  </p:childTnLst>
                                </p:cTn>
                              </p:par>
                              <p:par>
                                <p:cTn id="107" presetID="2" presetClass="entr" presetSubtype="4" fill="hold" nodeType="withEffect">
                                  <p:stCondLst>
                                    <p:cond delay="0"/>
                                  </p:stCondLst>
                                  <p:childTnLst>
                                    <p:set>
                                      <p:cBhvr>
                                        <p:cTn id="108" dur="1" fill="hold">
                                          <p:stCondLst>
                                            <p:cond delay="0"/>
                                          </p:stCondLst>
                                        </p:cTn>
                                        <p:tgtEl>
                                          <p:spTgt spid="263"/>
                                        </p:tgtEl>
                                        <p:attrNameLst>
                                          <p:attrName>style.visibility</p:attrName>
                                        </p:attrNameLst>
                                      </p:cBhvr>
                                      <p:to>
                                        <p:strVal val="visible"/>
                                      </p:to>
                                    </p:set>
                                    <p:anim calcmode="lin" valueType="num">
                                      <p:cBhvr additive="base">
                                        <p:cTn id="109" dur="500" fill="hold"/>
                                        <p:tgtEl>
                                          <p:spTgt spid="263"/>
                                        </p:tgtEl>
                                        <p:attrNameLst>
                                          <p:attrName>ppt_x</p:attrName>
                                        </p:attrNameLst>
                                      </p:cBhvr>
                                      <p:tavLst>
                                        <p:tav tm="0">
                                          <p:val>
                                            <p:strVal val="#ppt_x"/>
                                          </p:val>
                                        </p:tav>
                                        <p:tav tm="100000">
                                          <p:val>
                                            <p:strVal val="#ppt_x"/>
                                          </p:val>
                                        </p:tav>
                                      </p:tavLst>
                                    </p:anim>
                                    <p:anim calcmode="lin" valueType="num">
                                      <p:cBhvr additive="base">
                                        <p:cTn id="110" dur="500" fill="hold"/>
                                        <p:tgtEl>
                                          <p:spTgt spid="263"/>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96"/>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97"/>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98"/>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99"/>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95"/>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94"/>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2" presetClass="entr" presetSubtype="4" fill="hold" grpId="0" nodeType="clickEffect">
                                  <p:stCondLst>
                                    <p:cond delay="0"/>
                                  </p:stCondLst>
                                  <p:childTnLst>
                                    <p:set>
                                      <p:cBhvr>
                                        <p:cTn id="128" dur="1" fill="hold">
                                          <p:stCondLst>
                                            <p:cond delay="0"/>
                                          </p:stCondLst>
                                        </p:cTn>
                                        <p:tgtEl>
                                          <p:spTgt spid="101"/>
                                        </p:tgtEl>
                                        <p:attrNameLst>
                                          <p:attrName>style.visibility</p:attrName>
                                        </p:attrNameLst>
                                      </p:cBhvr>
                                      <p:to>
                                        <p:strVal val="visible"/>
                                      </p:to>
                                    </p:set>
                                    <p:anim calcmode="lin" valueType="num">
                                      <p:cBhvr additive="base">
                                        <p:cTn id="129" dur="500" fill="hold"/>
                                        <p:tgtEl>
                                          <p:spTgt spid="101"/>
                                        </p:tgtEl>
                                        <p:attrNameLst>
                                          <p:attrName>ppt_x</p:attrName>
                                        </p:attrNameLst>
                                      </p:cBhvr>
                                      <p:tavLst>
                                        <p:tav tm="0">
                                          <p:val>
                                            <p:strVal val="#ppt_x"/>
                                          </p:val>
                                        </p:tav>
                                        <p:tav tm="100000">
                                          <p:val>
                                            <p:strVal val="#ppt_x"/>
                                          </p:val>
                                        </p:tav>
                                      </p:tavLst>
                                    </p:anim>
                                    <p:anim calcmode="lin" valueType="num">
                                      <p:cBhvr additive="base">
                                        <p:cTn id="130"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42" presetClass="entr" presetSubtype="0" fill="hold" nodeType="clickEffect">
                                  <p:stCondLst>
                                    <p:cond delay="0"/>
                                  </p:stCondLst>
                                  <p:childTnLst>
                                    <p:set>
                                      <p:cBhvr>
                                        <p:cTn id="134" dur="1" fill="hold">
                                          <p:stCondLst>
                                            <p:cond delay="0"/>
                                          </p:stCondLst>
                                        </p:cTn>
                                        <p:tgtEl>
                                          <p:spTgt spid="142"/>
                                        </p:tgtEl>
                                        <p:attrNameLst>
                                          <p:attrName>style.visibility</p:attrName>
                                        </p:attrNameLst>
                                      </p:cBhvr>
                                      <p:to>
                                        <p:strVal val="visible"/>
                                      </p:to>
                                    </p:set>
                                    <p:animEffect transition="in" filter="fade">
                                      <p:cBhvr>
                                        <p:cTn id="135" dur="1000"/>
                                        <p:tgtEl>
                                          <p:spTgt spid="142"/>
                                        </p:tgtEl>
                                      </p:cBhvr>
                                    </p:animEffect>
                                    <p:anim calcmode="lin" valueType="num">
                                      <p:cBhvr>
                                        <p:cTn id="136" dur="1000" fill="hold"/>
                                        <p:tgtEl>
                                          <p:spTgt spid="142"/>
                                        </p:tgtEl>
                                        <p:attrNameLst>
                                          <p:attrName>ppt_x</p:attrName>
                                        </p:attrNameLst>
                                      </p:cBhvr>
                                      <p:tavLst>
                                        <p:tav tm="0">
                                          <p:val>
                                            <p:strVal val="#ppt_x"/>
                                          </p:val>
                                        </p:tav>
                                        <p:tav tm="100000">
                                          <p:val>
                                            <p:strVal val="#ppt_x"/>
                                          </p:val>
                                        </p:tav>
                                      </p:tavLst>
                                    </p:anim>
                                    <p:anim calcmode="lin" valueType="num">
                                      <p:cBhvr>
                                        <p:cTn id="137" dur="1000" fill="hold"/>
                                        <p:tgtEl>
                                          <p:spTgt spid="142"/>
                                        </p:tgtEl>
                                        <p:attrNameLst>
                                          <p:attrName>ppt_y</p:attrName>
                                        </p:attrNameLst>
                                      </p:cBhvr>
                                      <p:tavLst>
                                        <p:tav tm="0">
                                          <p:val>
                                            <p:strVal val="#ppt_y+.1"/>
                                          </p:val>
                                        </p:tav>
                                        <p:tav tm="100000">
                                          <p:val>
                                            <p:strVal val="#ppt_y"/>
                                          </p:val>
                                        </p:tav>
                                      </p:tavLst>
                                    </p:anim>
                                  </p:childTnLst>
                                </p:cTn>
                              </p:par>
                              <p:par>
                                <p:cTn id="138" presetID="42" presetClass="entr" presetSubtype="0" fill="hold" nodeType="withEffect">
                                  <p:stCondLst>
                                    <p:cond delay="0"/>
                                  </p:stCondLst>
                                  <p:childTnLst>
                                    <p:set>
                                      <p:cBhvr>
                                        <p:cTn id="139" dur="1" fill="hold">
                                          <p:stCondLst>
                                            <p:cond delay="0"/>
                                          </p:stCondLst>
                                        </p:cTn>
                                        <p:tgtEl>
                                          <p:spTgt spid="140"/>
                                        </p:tgtEl>
                                        <p:attrNameLst>
                                          <p:attrName>style.visibility</p:attrName>
                                        </p:attrNameLst>
                                      </p:cBhvr>
                                      <p:to>
                                        <p:strVal val="visible"/>
                                      </p:to>
                                    </p:set>
                                    <p:animEffect transition="in" filter="fade">
                                      <p:cBhvr>
                                        <p:cTn id="140" dur="1000"/>
                                        <p:tgtEl>
                                          <p:spTgt spid="140"/>
                                        </p:tgtEl>
                                      </p:cBhvr>
                                    </p:animEffect>
                                    <p:anim calcmode="lin" valueType="num">
                                      <p:cBhvr>
                                        <p:cTn id="141" dur="1000" fill="hold"/>
                                        <p:tgtEl>
                                          <p:spTgt spid="140"/>
                                        </p:tgtEl>
                                        <p:attrNameLst>
                                          <p:attrName>ppt_x</p:attrName>
                                        </p:attrNameLst>
                                      </p:cBhvr>
                                      <p:tavLst>
                                        <p:tav tm="0">
                                          <p:val>
                                            <p:strVal val="#ppt_x"/>
                                          </p:val>
                                        </p:tav>
                                        <p:tav tm="100000">
                                          <p:val>
                                            <p:strVal val="#ppt_x"/>
                                          </p:val>
                                        </p:tav>
                                      </p:tavLst>
                                    </p:anim>
                                    <p:anim calcmode="lin" valueType="num">
                                      <p:cBhvr>
                                        <p:cTn id="142" dur="1000" fill="hold"/>
                                        <p:tgtEl>
                                          <p:spTgt spid="140"/>
                                        </p:tgtEl>
                                        <p:attrNameLst>
                                          <p:attrName>ppt_y</p:attrName>
                                        </p:attrNameLst>
                                      </p:cBhvr>
                                      <p:tavLst>
                                        <p:tav tm="0">
                                          <p:val>
                                            <p:strVal val="#ppt_y+.1"/>
                                          </p:val>
                                        </p:tav>
                                        <p:tav tm="100000">
                                          <p:val>
                                            <p:strVal val="#ppt_y"/>
                                          </p:val>
                                        </p:tav>
                                      </p:tavLst>
                                    </p:anim>
                                  </p:childTnLst>
                                </p:cTn>
                              </p:par>
                              <p:par>
                                <p:cTn id="143" presetID="42" presetClass="entr" presetSubtype="0" fill="hold" nodeType="withEffect">
                                  <p:stCondLst>
                                    <p:cond delay="0"/>
                                  </p:stCondLst>
                                  <p:childTnLst>
                                    <p:set>
                                      <p:cBhvr>
                                        <p:cTn id="144" dur="1" fill="hold">
                                          <p:stCondLst>
                                            <p:cond delay="0"/>
                                          </p:stCondLst>
                                        </p:cTn>
                                        <p:tgtEl>
                                          <p:spTgt spid="104"/>
                                        </p:tgtEl>
                                        <p:attrNameLst>
                                          <p:attrName>style.visibility</p:attrName>
                                        </p:attrNameLst>
                                      </p:cBhvr>
                                      <p:to>
                                        <p:strVal val="visible"/>
                                      </p:to>
                                    </p:set>
                                    <p:animEffect transition="in" filter="fade">
                                      <p:cBhvr>
                                        <p:cTn id="145" dur="1000"/>
                                        <p:tgtEl>
                                          <p:spTgt spid="104"/>
                                        </p:tgtEl>
                                      </p:cBhvr>
                                    </p:animEffect>
                                    <p:anim calcmode="lin" valueType="num">
                                      <p:cBhvr>
                                        <p:cTn id="146" dur="1000" fill="hold"/>
                                        <p:tgtEl>
                                          <p:spTgt spid="104"/>
                                        </p:tgtEl>
                                        <p:attrNameLst>
                                          <p:attrName>ppt_x</p:attrName>
                                        </p:attrNameLst>
                                      </p:cBhvr>
                                      <p:tavLst>
                                        <p:tav tm="0">
                                          <p:val>
                                            <p:strVal val="#ppt_x"/>
                                          </p:val>
                                        </p:tav>
                                        <p:tav tm="100000">
                                          <p:val>
                                            <p:strVal val="#ppt_x"/>
                                          </p:val>
                                        </p:tav>
                                      </p:tavLst>
                                    </p:anim>
                                    <p:anim calcmode="lin" valueType="num">
                                      <p:cBhvr>
                                        <p:cTn id="147" dur="1000" fill="hold"/>
                                        <p:tgtEl>
                                          <p:spTgt spid="104"/>
                                        </p:tgtEl>
                                        <p:attrNameLst>
                                          <p:attrName>ppt_y</p:attrName>
                                        </p:attrNameLst>
                                      </p:cBhvr>
                                      <p:tavLst>
                                        <p:tav tm="0">
                                          <p:val>
                                            <p:strVal val="#ppt_y+.1"/>
                                          </p:val>
                                        </p:tav>
                                        <p:tav tm="100000">
                                          <p:val>
                                            <p:strVal val="#ppt_y"/>
                                          </p:val>
                                        </p:tav>
                                      </p:tavLst>
                                    </p:anim>
                                  </p:childTnLst>
                                </p:cTn>
                              </p:par>
                            </p:childTnLst>
                          </p:cTn>
                        </p:par>
                      </p:childTnLst>
                    </p:cTn>
                  </p:par>
                  <p:par>
                    <p:cTn id="148" fill="hold">
                      <p:stCondLst>
                        <p:cond delay="indefinite"/>
                      </p:stCondLst>
                      <p:childTnLst>
                        <p:par>
                          <p:cTn id="149" fill="hold">
                            <p:stCondLst>
                              <p:cond delay="0"/>
                            </p:stCondLst>
                            <p:childTnLst>
                              <p:par>
                                <p:cTn id="150" presetID="42" presetClass="entr" presetSubtype="0" fill="hold" nodeType="clickEffect">
                                  <p:stCondLst>
                                    <p:cond delay="0"/>
                                  </p:stCondLst>
                                  <p:childTnLst>
                                    <p:set>
                                      <p:cBhvr>
                                        <p:cTn id="151" dur="1" fill="hold">
                                          <p:stCondLst>
                                            <p:cond delay="0"/>
                                          </p:stCondLst>
                                        </p:cTn>
                                        <p:tgtEl>
                                          <p:spTgt spid="117"/>
                                        </p:tgtEl>
                                        <p:attrNameLst>
                                          <p:attrName>style.visibility</p:attrName>
                                        </p:attrNameLst>
                                      </p:cBhvr>
                                      <p:to>
                                        <p:strVal val="visible"/>
                                      </p:to>
                                    </p:set>
                                    <p:animEffect transition="in" filter="fade">
                                      <p:cBhvr>
                                        <p:cTn id="152" dur="1000"/>
                                        <p:tgtEl>
                                          <p:spTgt spid="117"/>
                                        </p:tgtEl>
                                      </p:cBhvr>
                                    </p:animEffect>
                                    <p:anim calcmode="lin" valueType="num">
                                      <p:cBhvr>
                                        <p:cTn id="153" dur="1000" fill="hold"/>
                                        <p:tgtEl>
                                          <p:spTgt spid="117"/>
                                        </p:tgtEl>
                                        <p:attrNameLst>
                                          <p:attrName>ppt_x</p:attrName>
                                        </p:attrNameLst>
                                      </p:cBhvr>
                                      <p:tavLst>
                                        <p:tav tm="0">
                                          <p:val>
                                            <p:strVal val="#ppt_x"/>
                                          </p:val>
                                        </p:tav>
                                        <p:tav tm="100000">
                                          <p:val>
                                            <p:strVal val="#ppt_x"/>
                                          </p:val>
                                        </p:tav>
                                      </p:tavLst>
                                    </p:anim>
                                    <p:anim calcmode="lin" valueType="num">
                                      <p:cBhvr>
                                        <p:cTn id="154" dur="1000" fill="hold"/>
                                        <p:tgtEl>
                                          <p:spTgt spid="117"/>
                                        </p:tgtEl>
                                        <p:attrNameLst>
                                          <p:attrName>ppt_y</p:attrName>
                                        </p:attrNameLst>
                                      </p:cBhvr>
                                      <p:tavLst>
                                        <p:tav tm="0">
                                          <p:val>
                                            <p:strVal val="#ppt_y+.1"/>
                                          </p:val>
                                        </p:tav>
                                        <p:tav tm="100000">
                                          <p:val>
                                            <p:strVal val="#ppt_y"/>
                                          </p:val>
                                        </p:tav>
                                      </p:tavLst>
                                    </p:anim>
                                  </p:childTnLst>
                                </p:cTn>
                              </p:par>
                            </p:childTnLst>
                          </p:cTn>
                        </p:par>
                      </p:childTnLst>
                    </p:cTn>
                  </p:par>
                  <p:par>
                    <p:cTn id="155" fill="hold">
                      <p:stCondLst>
                        <p:cond delay="indefinite"/>
                      </p:stCondLst>
                      <p:childTnLst>
                        <p:par>
                          <p:cTn id="156" fill="hold">
                            <p:stCondLst>
                              <p:cond delay="0"/>
                            </p:stCondLst>
                            <p:childTnLst>
                              <p:par>
                                <p:cTn id="157" presetID="42" presetClass="entr" presetSubtype="0" fill="hold" grpId="0" nodeType="clickEffect">
                                  <p:stCondLst>
                                    <p:cond delay="0"/>
                                  </p:stCondLst>
                                  <p:childTnLst>
                                    <p:set>
                                      <p:cBhvr>
                                        <p:cTn id="158" dur="1" fill="hold">
                                          <p:stCondLst>
                                            <p:cond delay="0"/>
                                          </p:stCondLst>
                                        </p:cTn>
                                        <p:tgtEl>
                                          <p:spTgt spid="123"/>
                                        </p:tgtEl>
                                        <p:attrNameLst>
                                          <p:attrName>style.visibility</p:attrName>
                                        </p:attrNameLst>
                                      </p:cBhvr>
                                      <p:to>
                                        <p:strVal val="visible"/>
                                      </p:to>
                                    </p:set>
                                    <p:animEffect transition="in" filter="fade">
                                      <p:cBhvr>
                                        <p:cTn id="159" dur="1000"/>
                                        <p:tgtEl>
                                          <p:spTgt spid="123"/>
                                        </p:tgtEl>
                                      </p:cBhvr>
                                    </p:animEffect>
                                    <p:anim calcmode="lin" valueType="num">
                                      <p:cBhvr>
                                        <p:cTn id="160" dur="1000" fill="hold"/>
                                        <p:tgtEl>
                                          <p:spTgt spid="123"/>
                                        </p:tgtEl>
                                        <p:attrNameLst>
                                          <p:attrName>ppt_x</p:attrName>
                                        </p:attrNameLst>
                                      </p:cBhvr>
                                      <p:tavLst>
                                        <p:tav tm="0">
                                          <p:val>
                                            <p:strVal val="#ppt_x"/>
                                          </p:val>
                                        </p:tav>
                                        <p:tav tm="100000">
                                          <p:val>
                                            <p:strVal val="#ppt_x"/>
                                          </p:val>
                                        </p:tav>
                                      </p:tavLst>
                                    </p:anim>
                                    <p:anim calcmode="lin" valueType="num">
                                      <p:cBhvr>
                                        <p:cTn id="161" dur="1000" fill="hold"/>
                                        <p:tgtEl>
                                          <p:spTgt spid="123"/>
                                        </p:tgtEl>
                                        <p:attrNameLst>
                                          <p:attrName>ppt_y</p:attrName>
                                        </p:attrNameLst>
                                      </p:cBhvr>
                                      <p:tavLst>
                                        <p:tav tm="0">
                                          <p:val>
                                            <p:strVal val="#ppt_y+.1"/>
                                          </p:val>
                                        </p:tav>
                                        <p:tav tm="100000">
                                          <p:val>
                                            <p:strVal val="#ppt_y"/>
                                          </p:val>
                                        </p:tav>
                                      </p:tavLst>
                                    </p:anim>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nodeType="clickEffect">
                                  <p:stCondLst>
                                    <p:cond delay="0"/>
                                  </p:stCondLst>
                                  <p:childTnLst>
                                    <p:set>
                                      <p:cBhvr>
                                        <p:cTn id="165" dur="1" fill="hold">
                                          <p:stCondLst>
                                            <p:cond delay="0"/>
                                          </p:stCondLst>
                                        </p:cTn>
                                        <p:tgtEl>
                                          <p:spTgt spid="119"/>
                                        </p:tgtEl>
                                        <p:attrNameLst>
                                          <p:attrName>style.visibility</p:attrName>
                                        </p:attrNameLst>
                                      </p:cBhvr>
                                      <p:to>
                                        <p:strVal val="visible"/>
                                      </p:to>
                                    </p:set>
                                  </p:childTnLst>
                                </p:cTn>
                              </p:par>
                              <p:par>
                                <p:cTn id="166" presetID="1" presetClass="entr" presetSubtype="0" fill="hold" grpId="0" nodeType="withEffect">
                                  <p:stCondLst>
                                    <p:cond delay="0"/>
                                  </p:stCondLst>
                                  <p:childTnLst>
                                    <p:set>
                                      <p:cBhvr>
                                        <p:cTn id="167" dur="1" fill="hold">
                                          <p:stCondLst>
                                            <p:cond delay="0"/>
                                          </p:stCondLst>
                                        </p:cTn>
                                        <p:tgtEl>
                                          <p:spTgt spid="121"/>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presetID="1" presetClass="entr" presetSubtype="0" fill="hold" grpId="0" nodeType="clickEffect">
                                  <p:stCondLst>
                                    <p:cond delay="0"/>
                                  </p:stCondLst>
                                  <p:childTnLst>
                                    <p:set>
                                      <p:cBhvr>
                                        <p:cTn id="171" dur="1" fill="hold">
                                          <p:stCondLst>
                                            <p:cond delay="0"/>
                                          </p:stCondLst>
                                        </p:cTn>
                                        <p:tgtEl>
                                          <p:spTgt spid="120"/>
                                        </p:tgtEl>
                                        <p:attrNameLst>
                                          <p:attrName>style.visibility</p:attrName>
                                        </p:attrNameLst>
                                      </p:cBhvr>
                                      <p:to>
                                        <p:strVal val="visible"/>
                                      </p:to>
                                    </p:set>
                                  </p:childTnLst>
                                </p:cTn>
                              </p:par>
                              <p:par>
                                <p:cTn id="172" presetID="1" presetClass="entr" presetSubtype="0" fill="hold" grpId="0" nodeType="withEffect">
                                  <p:stCondLst>
                                    <p:cond delay="0"/>
                                  </p:stCondLst>
                                  <p:childTnLst>
                                    <p:set>
                                      <p:cBhvr>
                                        <p:cTn id="173" dur="1" fill="hold">
                                          <p:stCondLst>
                                            <p:cond delay="0"/>
                                          </p:stCondLst>
                                        </p:cTn>
                                        <p:tgtEl>
                                          <p:spTgt spid="122"/>
                                        </p:tgtEl>
                                        <p:attrNameLst>
                                          <p:attrName>style.visibility</p:attrName>
                                        </p:attrNameLst>
                                      </p:cBhvr>
                                      <p:to>
                                        <p:strVal val="visible"/>
                                      </p:to>
                                    </p:set>
                                  </p:childTnLst>
                                </p:cTn>
                              </p:par>
                            </p:childTnLst>
                          </p:cTn>
                        </p:par>
                      </p:childTnLst>
                    </p:cTn>
                  </p:par>
                  <p:par>
                    <p:cTn id="174" fill="hold">
                      <p:stCondLst>
                        <p:cond delay="indefinite"/>
                      </p:stCondLst>
                      <p:childTnLst>
                        <p:par>
                          <p:cTn id="175" fill="hold">
                            <p:stCondLst>
                              <p:cond delay="0"/>
                            </p:stCondLst>
                            <p:childTnLst>
                              <p:par>
                                <p:cTn id="176" presetID="2" presetClass="entr" presetSubtype="4" fill="hold" grpId="0" nodeType="clickEffect">
                                  <p:stCondLst>
                                    <p:cond delay="0"/>
                                  </p:stCondLst>
                                  <p:childTnLst>
                                    <p:set>
                                      <p:cBhvr>
                                        <p:cTn id="177" dur="1" fill="hold">
                                          <p:stCondLst>
                                            <p:cond delay="0"/>
                                          </p:stCondLst>
                                        </p:cTn>
                                        <p:tgtEl>
                                          <p:spTgt spid="116"/>
                                        </p:tgtEl>
                                        <p:attrNameLst>
                                          <p:attrName>style.visibility</p:attrName>
                                        </p:attrNameLst>
                                      </p:cBhvr>
                                      <p:to>
                                        <p:strVal val="visible"/>
                                      </p:to>
                                    </p:set>
                                    <p:anim calcmode="lin" valueType="num">
                                      <p:cBhvr additive="base">
                                        <p:cTn id="178" dur="500" fill="hold"/>
                                        <p:tgtEl>
                                          <p:spTgt spid="116"/>
                                        </p:tgtEl>
                                        <p:attrNameLst>
                                          <p:attrName>ppt_x</p:attrName>
                                        </p:attrNameLst>
                                      </p:cBhvr>
                                      <p:tavLst>
                                        <p:tav tm="0">
                                          <p:val>
                                            <p:strVal val="#ppt_x"/>
                                          </p:val>
                                        </p:tav>
                                        <p:tav tm="100000">
                                          <p:val>
                                            <p:strVal val="#ppt_x"/>
                                          </p:val>
                                        </p:tav>
                                      </p:tavLst>
                                    </p:anim>
                                    <p:anim calcmode="lin" valueType="num">
                                      <p:cBhvr additive="base">
                                        <p:cTn id="179" dur="500" fill="hold"/>
                                        <p:tgtEl>
                                          <p:spTgt spid="116"/>
                                        </p:tgtEl>
                                        <p:attrNameLst>
                                          <p:attrName>ppt_y</p:attrName>
                                        </p:attrNameLst>
                                      </p:cBhvr>
                                      <p:tavLst>
                                        <p:tav tm="0">
                                          <p:val>
                                            <p:strVal val="1+#ppt_h/2"/>
                                          </p:val>
                                        </p:tav>
                                        <p:tav tm="100000">
                                          <p:val>
                                            <p:strVal val="#ppt_y"/>
                                          </p:val>
                                        </p:tav>
                                      </p:tavLst>
                                    </p:anim>
                                  </p:childTnLst>
                                </p:cTn>
                              </p:par>
                              <p:par>
                                <p:cTn id="180" presetID="2" presetClass="entr" presetSubtype="4" fill="hold" nodeType="withEffect">
                                  <p:stCondLst>
                                    <p:cond delay="0"/>
                                  </p:stCondLst>
                                  <p:childTnLst>
                                    <p:set>
                                      <p:cBhvr>
                                        <p:cTn id="181" dur="1" fill="hold">
                                          <p:stCondLst>
                                            <p:cond delay="0"/>
                                          </p:stCondLst>
                                        </p:cTn>
                                        <p:tgtEl>
                                          <p:spTgt spid="124"/>
                                        </p:tgtEl>
                                        <p:attrNameLst>
                                          <p:attrName>style.visibility</p:attrName>
                                        </p:attrNameLst>
                                      </p:cBhvr>
                                      <p:to>
                                        <p:strVal val="visible"/>
                                      </p:to>
                                    </p:set>
                                    <p:anim calcmode="lin" valueType="num">
                                      <p:cBhvr additive="base">
                                        <p:cTn id="182" dur="500" fill="hold"/>
                                        <p:tgtEl>
                                          <p:spTgt spid="124"/>
                                        </p:tgtEl>
                                        <p:attrNameLst>
                                          <p:attrName>ppt_x</p:attrName>
                                        </p:attrNameLst>
                                      </p:cBhvr>
                                      <p:tavLst>
                                        <p:tav tm="0">
                                          <p:val>
                                            <p:strVal val="#ppt_x"/>
                                          </p:val>
                                        </p:tav>
                                        <p:tav tm="100000">
                                          <p:val>
                                            <p:strVal val="#ppt_x"/>
                                          </p:val>
                                        </p:tav>
                                      </p:tavLst>
                                    </p:anim>
                                    <p:anim calcmode="lin" valueType="num">
                                      <p:cBhvr additive="base">
                                        <p:cTn id="183" dur="500" fill="hold"/>
                                        <p:tgtEl>
                                          <p:spTgt spid="124"/>
                                        </p:tgtEl>
                                        <p:attrNameLst>
                                          <p:attrName>ppt_y</p:attrName>
                                        </p:attrNameLst>
                                      </p:cBhvr>
                                      <p:tavLst>
                                        <p:tav tm="0">
                                          <p:val>
                                            <p:strVal val="1+#ppt_h/2"/>
                                          </p:val>
                                        </p:tav>
                                        <p:tav tm="100000">
                                          <p:val>
                                            <p:strVal val="#ppt_y"/>
                                          </p:val>
                                        </p:tav>
                                      </p:tavLst>
                                    </p:anim>
                                  </p:childTnLst>
                                </p:cTn>
                              </p:par>
                              <p:par>
                                <p:cTn id="184" presetID="2" presetClass="entr" presetSubtype="4" fill="hold" nodeType="withEffect">
                                  <p:stCondLst>
                                    <p:cond delay="0"/>
                                  </p:stCondLst>
                                  <p:childTnLst>
                                    <p:set>
                                      <p:cBhvr>
                                        <p:cTn id="185" dur="1" fill="hold">
                                          <p:stCondLst>
                                            <p:cond delay="0"/>
                                          </p:stCondLst>
                                        </p:cTn>
                                        <p:tgtEl>
                                          <p:spTgt spid="102"/>
                                        </p:tgtEl>
                                        <p:attrNameLst>
                                          <p:attrName>style.visibility</p:attrName>
                                        </p:attrNameLst>
                                      </p:cBhvr>
                                      <p:to>
                                        <p:strVal val="visible"/>
                                      </p:to>
                                    </p:set>
                                    <p:anim calcmode="lin" valueType="num">
                                      <p:cBhvr additive="base">
                                        <p:cTn id="186" dur="500" fill="hold"/>
                                        <p:tgtEl>
                                          <p:spTgt spid="102"/>
                                        </p:tgtEl>
                                        <p:attrNameLst>
                                          <p:attrName>ppt_x</p:attrName>
                                        </p:attrNameLst>
                                      </p:cBhvr>
                                      <p:tavLst>
                                        <p:tav tm="0">
                                          <p:val>
                                            <p:strVal val="#ppt_x"/>
                                          </p:val>
                                        </p:tav>
                                        <p:tav tm="100000">
                                          <p:val>
                                            <p:strVal val="#ppt_x"/>
                                          </p:val>
                                        </p:tav>
                                      </p:tavLst>
                                    </p:anim>
                                    <p:anim calcmode="lin" valueType="num">
                                      <p:cBhvr additive="base">
                                        <p:cTn id="187" dur="500" fill="hold"/>
                                        <p:tgtEl>
                                          <p:spTgt spid="102"/>
                                        </p:tgtEl>
                                        <p:attrNameLst>
                                          <p:attrName>ppt_y</p:attrName>
                                        </p:attrNameLst>
                                      </p:cBhvr>
                                      <p:tavLst>
                                        <p:tav tm="0">
                                          <p:val>
                                            <p:strVal val="1+#ppt_h/2"/>
                                          </p:val>
                                        </p:tav>
                                        <p:tav tm="100000">
                                          <p:val>
                                            <p:strVal val="#ppt_y"/>
                                          </p:val>
                                        </p:tav>
                                      </p:tavLst>
                                    </p:anim>
                                  </p:childTnLst>
                                </p:cTn>
                              </p:par>
                              <p:par>
                                <p:cTn id="188" presetID="2" presetClass="entr" presetSubtype="4" fill="hold" nodeType="withEffect">
                                  <p:stCondLst>
                                    <p:cond delay="0"/>
                                  </p:stCondLst>
                                  <p:childTnLst>
                                    <p:set>
                                      <p:cBhvr>
                                        <p:cTn id="189" dur="1" fill="hold">
                                          <p:stCondLst>
                                            <p:cond delay="0"/>
                                          </p:stCondLst>
                                        </p:cTn>
                                        <p:tgtEl>
                                          <p:spTgt spid="103"/>
                                        </p:tgtEl>
                                        <p:attrNameLst>
                                          <p:attrName>style.visibility</p:attrName>
                                        </p:attrNameLst>
                                      </p:cBhvr>
                                      <p:to>
                                        <p:strVal val="visible"/>
                                      </p:to>
                                    </p:set>
                                    <p:anim calcmode="lin" valueType="num">
                                      <p:cBhvr additive="base">
                                        <p:cTn id="190" dur="500" fill="hold"/>
                                        <p:tgtEl>
                                          <p:spTgt spid="103"/>
                                        </p:tgtEl>
                                        <p:attrNameLst>
                                          <p:attrName>ppt_x</p:attrName>
                                        </p:attrNameLst>
                                      </p:cBhvr>
                                      <p:tavLst>
                                        <p:tav tm="0">
                                          <p:val>
                                            <p:strVal val="#ppt_x"/>
                                          </p:val>
                                        </p:tav>
                                        <p:tav tm="100000">
                                          <p:val>
                                            <p:strVal val="#ppt_x"/>
                                          </p:val>
                                        </p:tav>
                                      </p:tavLst>
                                    </p:anim>
                                    <p:anim calcmode="lin" valueType="num">
                                      <p:cBhvr additive="base">
                                        <p:cTn id="191"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par>
                    <p:cTn id="192" fill="hold">
                      <p:stCondLst>
                        <p:cond delay="indefinite"/>
                      </p:stCondLst>
                      <p:childTnLst>
                        <p:par>
                          <p:cTn id="193" fill="hold">
                            <p:stCondLst>
                              <p:cond delay="0"/>
                            </p:stCondLst>
                            <p:childTnLst>
                              <p:par>
                                <p:cTn id="194" presetID="1" presetClass="entr" presetSubtype="0" fill="hold" grpId="0" nodeType="clickEffect">
                                  <p:stCondLst>
                                    <p:cond delay="0"/>
                                  </p:stCondLst>
                                  <p:childTnLst>
                                    <p:set>
                                      <p:cBhvr>
                                        <p:cTn id="195" dur="1" fill="hold">
                                          <p:stCondLst>
                                            <p:cond delay="0"/>
                                          </p:stCondLst>
                                        </p:cTn>
                                        <p:tgtEl>
                                          <p:spTgt spid="136"/>
                                        </p:tgtEl>
                                        <p:attrNameLst>
                                          <p:attrName>style.visibility</p:attrName>
                                        </p:attrNameLst>
                                      </p:cBhvr>
                                      <p:to>
                                        <p:strVal val="visible"/>
                                      </p:to>
                                    </p:set>
                                  </p:childTnLst>
                                </p:cTn>
                              </p:par>
                              <p:par>
                                <p:cTn id="196" presetID="1" presetClass="entr" presetSubtype="0" fill="hold" nodeType="withEffect">
                                  <p:stCondLst>
                                    <p:cond delay="0"/>
                                  </p:stCondLst>
                                  <p:childTnLst>
                                    <p:set>
                                      <p:cBhvr>
                                        <p:cTn id="197" dur="1" fill="hold">
                                          <p:stCondLst>
                                            <p:cond delay="0"/>
                                          </p:stCondLst>
                                        </p:cTn>
                                        <p:tgtEl>
                                          <p:spTgt spid="137"/>
                                        </p:tgtEl>
                                        <p:attrNameLst>
                                          <p:attrName>style.visibility</p:attrName>
                                        </p:attrNameLst>
                                      </p:cBhvr>
                                      <p:to>
                                        <p:strVal val="visible"/>
                                      </p:to>
                                    </p:set>
                                  </p:childTnLst>
                                </p:cTn>
                              </p:par>
                              <p:par>
                                <p:cTn id="198" presetID="1" presetClass="entr" presetSubtype="0" fill="hold" grpId="0" nodeType="withEffect">
                                  <p:stCondLst>
                                    <p:cond delay="0"/>
                                  </p:stCondLst>
                                  <p:childTnLst>
                                    <p:set>
                                      <p:cBhvr>
                                        <p:cTn id="199" dur="1" fill="hold">
                                          <p:stCondLst>
                                            <p:cond delay="0"/>
                                          </p:stCondLst>
                                        </p:cTn>
                                        <p:tgtEl>
                                          <p:spTgt spid="138"/>
                                        </p:tgtEl>
                                        <p:attrNameLst>
                                          <p:attrName>style.visibility</p:attrName>
                                        </p:attrNameLst>
                                      </p:cBhvr>
                                      <p:to>
                                        <p:strVal val="visible"/>
                                      </p:to>
                                    </p:set>
                                  </p:childTnLst>
                                </p:cTn>
                              </p:par>
                              <p:par>
                                <p:cTn id="200" presetID="1" presetClass="entr" presetSubtype="0" fill="hold" nodeType="withEffect">
                                  <p:stCondLst>
                                    <p:cond delay="0"/>
                                  </p:stCondLst>
                                  <p:childTnLst>
                                    <p:set>
                                      <p:cBhvr>
                                        <p:cTn id="201" dur="1" fill="hold">
                                          <p:stCondLst>
                                            <p:cond delay="0"/>
                                          </p:stCondLst>
                                        </p:cTn>
                                        <p:tgtEl>
                                          <p:spTgt spid="139"/>
                                        </p:tgtEl>
                                        <p:attrNameLst>
                                          <p:attrName>style.visibility</p:attrName>
                                        </p:attrNameLst>
                                      </p:cBhvr>
                                      <p:to>
                                        <p:strVal val="visible"/>
                                      </p:to>
                                    </p:set>
                                  </p:childTnLst>
                                </p:cTn>
                              </p:par>
                              <p:par>
                                <p:cTn id="202" presetID="1" presetClass="entr" presetSubtype="0" fill="hold" nodeType="withEffect">
                                  <p:stCondLst>
                                    <p:cond delay="0"/>
                                  </p:stCondLst>
                                  <p:childTnLst>
                                    <p:set>
                                      <p:cBhvr>
                                        <p:cTn id="203" dur="1" fill="hold">
                                          <p:stCondLst>
                                            <p:cond delay="0"/>
                                          </p:stCondLst>
                                        </p:cTn>
                                        <p:tgtEl>
                                          <p:spTgt spid="135"/>
                                        </p:tgtEl>
                                        <p:attrNameLst>
                                          <p:attrName>style.visibility</p:attrName>
                                        </p:attrNameLst>
                                      </p:cBhvr>
                                      <p:to>
                                        <p:strVal val="visible"/>
                                      </p:to>
                                    </p:set>
                                  </p:childTnLst>
                                </p:cTn>
                              </p:par>
                              <p:par>
                                <p:cTn id="204" presetID="1" presetClass="entr" presetSubtype="0" fill="hold" nodeType="withEffect">
                                  <p:stCondLst>
                                    <p:cond delay="0"/>
                                  </p:stCondLst>
                                  <p:childTnLst>
                                    <p:set>
                                      <p:cBhvr>
                                        <p:cTn id="205" dur="1" fill="hold">
                                          <p:stCondLst>
                                            <p:cond delay="0"/>
                                          </p:stCondLst>
                                        </p:cTn>
                                        <p:tgtEl>
                                          <p:spTgt spid="134"/>
                                        </p:tgtEl>
                                        <p:attrNameLst>
                                          <p:attrName>style.visibility</p:attrName>
                                        </p:attrNameLst>
                                      </p:cBhvr>
                                      <p:to>
                                        <p:strVal val="visible"/>
                                      </p:to>
                                    </p:set>
                                  </p:childTnLst>
                                </p:cTn>
                              </p:par>
                              <p:par>
                                <p:cTn id="206" presetID="42" presetClass="entr" presetSubtype="0" fill="hold" nodeType="withEffect">
                                  <p:stCondLst>
                                    <p:cond delay="0"/>
                                  </p:stCondLst>
                                  <p:childTnLst>
                                    <p:set>
                                      <p:cBhvr>
                                        <p:cTn id="207" dur="1" fill="hold">
                                          <p:stCondLst>
                                            <p:cond delay="0"/>
                                          </p:stCondLst>
                                        </p:cTn>
                                        <p:tgtEl>
                                          <p:spTgt spid="144"/>
                                        </p:tgtEl>
                                        <p:attrNameLst>
                                          <p:attrName>style.visibility</p:attrName>
                                        </p:attrNameLst>
                                      </p:cBhvr>
                                      <p:to>
                                        <p:strVal val="visible"/>
                                      </p:to>
                                    </p:set>
                                    <p:animEffect transition="in" filter="fade">
                                      <p:cBhvr>
                                        <p:cTn id="208" dur="1000"/>
                                        <p:tgtEl>
                                          <p:spTgt spid="144"/>
                                        </p:tgtEl>
                                      </p:cBhvr>
                                    </p:animEffect>
                                    <p:anim calcmode="lin" valueType="num">
                                      <p:cBhvr>
                                        <p:cTn id="209" dur="1000" fill="hold"/>
                                        <p:tgtEl>
                                          <p:spTgt spid="144"/>
                                        </p:tgtEl>
                                        <p:attrNameLst>
                                          <p:attrName>ppt_x</p:attrName>
                                        </p:attrNameLst>
                                      </p:cBhvr>
                                      <p:tavLst>
                                        <p:tav tm="0">
                                          <p:val>
                                            <p:strVal val="#ppt_x"/>
                                          </p:val>
                                        </p:tav>
                                        <p:tav tm="100000">
                                          <p:val>
                                            <p:strVal val="#ppt_x"/>
                                          </p:val>
                                        </p:tav>
                                      </p:tavLst>
                                    </p:anim>
                                    <p:anim calcmode="lin" valueType="num">
                                      <p:cBhvr>
                                        <p:cTn id="210" dur="1000" fill="hold"/>
                                        <p:tgtEl>
                                          <p:spTgt spid="144"/>
                                        </p:tgtEl>
                                        <p:attrNameLst>
                                          <p:attrName>ppt_y</p:attrName>
                                        </p:attrNameLst>
                                      </p:cBhvr>
                                      <p:tavLst>
                                        <p:tav tm="0">
                                          <p:val>
                                            <p:strVal val="#ppt_y+.1"/>
                                          </p:val>
                                        </p:tav>
                                        <p:tav tm="100000">
                                          <p:val>
                                            <p:strVal val="#ppt_y"/>
                                          </p:val>
                                        </p:tav>
                                      </p:tavLst>
                                    </p:anim>
                                  </p:childTnLst>
                                </p:cTn>
                              </p:par>
                            </p:childTnLst>
                          </p:cTn>
                        </p:par>
                      </p:childTnLst>
                    </p:cTn>
                  </p:par>
                  <p:par>
                    <p:cTn id="211" fill="hold">
                      <p:stCondLst>
                        <p:cond delay="indefinite"/>
                      </p:stCondLst>
                      <p:childTnLst>
                        <p:par>
                          <p:cTn id="212" fill="hold">
                            <p:stCondLst>
                              <p:cond delay="0"/>
                            </p:stCondLst>
                            <p:childTnLst>
                              <p:par>
                                <p:cTn id="213" presetID="42" presetClass="entr" presetSubtype="0" fill="hold" nodeType="clickEffect">
                                  <p:stCondLst>
                                    <p:cond delay="0"/>
                                  </p:stCondLst>
                                  <p:childTnLst>
                                    <p:set>
                                      <p:cBhvr>
                                        <p:cTn id="214" dur="1" fill="hold">
                                          <p:stCondLst>
                                            <p:cond delay="0"/>
                                          </p:stCondLst>
                                        </p:cTn>
                                        <p:tgtEl>
                                          <p:spTgt spid="146"/>
                                        </p:tgtEl>
                                        <p:attrNameLst>
                                          <p:attrName>style.visibility</p:attrName>
                                        </p:attrNameLst>
                                      </p:cBhvr>
                                      <p:to>
                                        <p:strVal val="visible"/>
                                      </p:to>
                                    </p:set>
                                    <p:animEffect transition="in" filter="fade">
                                      <p:cBhvr>
                                        <p:cTn id="215" dur="1000"/>
                                        <p:tgtEl>
                                          <p:spTgt spid="146"/>
                                        </p:tgtEl>
                                      </p:cBhvr>
                                    </p:animEffect>
                                    <p:anim calcmode="lin" valueType="num">
                                      <p:cBhvr>
                                        <p:cTn id="216" dur="1000" fill="hold"/>
                                        <p:tgtEl>
                                          <p:spTgt spid="146"/>
                                        </p:tgtEl>
                                        <p:attrNameLst>
                                          <p:attrName>ppt_x</p:attrName>
                                        </p:attrNameLst>
                                      </p:cBhvr>
                                      <p:tavLst>
                                        <p:tav tm="0">
                                          <p:val>
                                            <p:strVal val="#ppt_x"/>
                                          </p:val>
                                        </p:tav>
                                        <p:tav tm="100000">
                                          <p:val>
                                            <p:strVal val="#ppt_x"/>
                                          </p:val>
                                        </p:tav>
                                      </p:tavLst>
                                    </p:anim>
                                    <p:anim calcmode="lin" valueType="num">
                                      <p:cBhvr>
                                        <p:cTn id="217" dur="1000" fill="hold"/>
                                        <p:tgtEl>
                                          <p:spTgt spid="146"/>
                                        </p:tgtEl>
                                        <p:attrNameLst>
                                          <p:attrName>ppt_y</p:attrName>
                                        </p:attrNameLst>
                                      </p:cBhvr>
                                      <p:tavLst>
                                        <p:tav tm="0">
                                          <p:val>
                                            <p:strVal val="#ppt_y+.1"/>
                                          </p:val>
                                        </p:tav>
                                        <p:tav tm="100000">
                                          <p:val>
                                            <p:strVal val="#ppt_y"/>
                                          </p:val>
                                        </p:tav>
                                      </p:tavLst>
                                    </p:anim>
                                  </p:childTnLst>
                                </p:cTn>
                              </p:par>
                            </p:childTnLst>
                          </p:cTn>
                        </p:par>
                      </p:childTnLst>
                    </p:cTn>
                  </p:par>
                  <p:par>
                    <p:cTn id="218" fill="hold">
                      <p:stCondLst>
                        <p:cond delay="indefinite"/>
                      </p:stCondLst>
                      <p:childTnLst>
                        <p:par>
                          <p:cTn id="219" fill="hold">
                            <p:stCondLst>
                              <p:cond delay="0"/>
                            </p:stCondLst>
                            <p:childTnLst>
                              <p:par>
                                <p:cTn id="220" presetID="2" presetClass="entr" presetSubtype="4" fill="hold" grpId="0" nodeType="clickEffect">
                                  <p:stCondLst>
                                    <p:cond delay="0"/>
                                  </p:stCondLst>
                                  <p:childTnLst>
                                    <p:set>
                                      <p:cBhvr>
                                        <p:cTn id="221" dur="1" fill="hold">
                                          <p:stCondLst>
                                            <p:cond delay="0"/>
                                          </p:stCondLst>
                                        </p:cTn>
                                        <p:tgtEl>
                                          <p:spTgt spid="156"/>
                                        </p:tgtEl>
                                        <p:attrNameLst>
                                          <p:attrName>style.visibility</p:attrName>
                                        </p:attrNameLst>
                                      </p:cBhvr>
                                      <p:to>
                                        <p:strVal val="visible"/>
                                      </p:to>
                                    </p:set>
                                    <p:anim calcmode="lin" valueType="num">
                                      <p:cBhvr additive="base">
                                        <p:cTn id="222" dur="500" fill="hold"/>
                                        <p:tgtEl>
                                          <p:spTgt spid="156"/>
                                        </p:tgtEl>
                                        <p:attrNameLst>
                                          <p:attrName>ppt_x</p:attrName>
                                        </p:attrNameLst>
                                      </p:cBhvr>
                                      <p:tavLst>
                                        <p:tav tm="0">
                                          <p:val>
                                            <p:strVal val="#ppt_x"/>
                                          </p:val>
                                        </p:tav>
                                        <p:tav tm="100000">
                                          <p:val>
                                            <p:strVal val="#ppt_x"/>
                                          </p:val>
                                        </p:tav>
                                      </p:tavLst>
                                    </p:anim>
                                    <p:anim calcmode="lin" valueType="num">
                                      <p:cBhvr additive="base">
                                        <p:cTn id="223" dur="500" fill="hold"/>
                                        <p:tgtEl>
                                          <p:spTgt spid="156"/>
                                        </p:tgtEl>
                                        <p:attrNameLst>
                                          <p:attrName>ppt_y</p:attrName>
                                        </p:attrNameLst>
                                      </p:cBhvr>
                                      <p:tavLst>
                                        <p:tav tm="0">
                                          <p:val>
                                            <p:strVal val="1+#ppt_h/2"/>
                                          </p:val>
                                        </p:tav>
                                        <p:tav tm="100000">
                                          <p:val>
                                            <p:strVal val="#ppt_y"/>
                                          </p:val>
                                        </p:tav>
                                      </p:tavLst>
                                    </p:anim>
                                  </p:childTnLst>
                                </p:cTn>
                              </p:par>
                              <p:par>
                                <p:cTn id="224" presetID="42" presetClass="entr" presetSubtype="0" fill="hold" nodeType="withEffect">
                                  <p:stCondLst>
                                    <p:cond delay="0"/>
                                  </p:stCondLst>
                                  <p:childTnLst>
                                    <p:set>
                                      <p:cBhvr>
                                        <p:cTn id="225" dur="1" fill="hold">
                                          <p:stCondLst>
                                            <p:cond delay="0"/>
                                          </p:stCondLst>
                                        </p:cTn>
                                        <p:tgtEl>
                                          <p:spTgt spid="157"/>
                                        </p:tgtEl>
                                        <p:attrNameLst>
                                          <p:attrName>style.visibility</p:attrName>
                                        </p:attrNameLst>
                                      </p:cBhvr>
                                      <p:to>
                                        <p:strVal val="visible"/>
                                      </p:to>
                                    </p:set>
                                    <p:animEffect transition="in" filter="fade">
                                      <p:cBhvr>
                                        <p:cTn id="226" dur="1000"/>
                                        <p:tgtEl>
                                          <p:spTgt spid="157"/>
                                        </p:tgtEl>
                                      </p:cBhvr>
                                    </p:animEffect>
                                    <p:anim calcmode="lin" valueType="num">
                                      <p:cBhvr>
                                        <p:cTn id="227" dur="1000" fill="hold"/>
                                        <p:tgtEl>
                                          <p:spTgt spid="157"/>
                                        </p:tgtEl>
                                        <p:attrNameLst>
                                          <p:attrName>ppt_x</p:attrName>
                                        </p:attrNameLst>
                                      </p:cBhvr>
                                      <p:tavLst>
                                        <p:tav tm="0">
                                          <p:val>
                                            <p:strVal val="#ppt_x"/>
                                          </p:val>
                                        </p:tav>
                                        <p:tav tm="100000">
                                          <p:val>
                                            <p:strVal val="#ppt_x"/>
                                          </p:val>
                                        </p:tav>
                                      </p:tavLst>
                                    </p:anim>
                                    <p:anim calcmode="lin" valueType="num">
                                      <p:cBhvr>
                                        <p:cTn id="228" dur="1000" fill="hold"/>
                                        <p:tgtEl>
                                          <p:spTgt spid="157"/>
                                        </p:tgtEl>
                                        <p:attrNameLst>
                                          <p:attrName>ppt_y</p:attrName>
                                        </p:attrNameLst>
                                      </p:cBhvr>
                                      <p:tavLst>
                                        <p:tav tm="0">
                                          <p:val>
                                            <p:strVal val="#ppt_y+.1"/>
                                          </p:val>
                                        </p:tav>
                                        <p:tav tm="100000">
                                          <p:val>
                                            <p:strVal val="#ppt_y"/>
                                          </p:val>
                                        </p:tav>
                                      </p:tavLst>
                                    </p:anim>
                                  </p:childTnLst>
                                </p:cTn>
                              </p:par>
                              <p:par>
                                <p:cTn id="229" presetID="1" presetClass="entr" presetSubtype="0" fill="hold" nodeType="withEffect">
                                  <p:stCondLst>
                                    <p:cond delay="0"/>
                                  </p:stCondLst>
                                  <p:childTnLst>
                                    <p:set>
                                      <p:cBhvr>
                                        <p:cTn id="230" dur="1" fill="hold">
                                          <p:stCondLst>
                                            <p:cond delay="0"/>
                                          </p:stCondLst>
                                        </p:cTn>
                                        <p:tgtEl>
                                          <p:spTgt spid="159"/>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42" presetClass="entr" presetSubtype="0" fill="hold" nodeType="clickEffect">
                                  <p:stCondLst>
                                    <p:cond delay="0"/>
                                  </p:stCondLst>
                                  <p:childTnLst>
                                    <p:set>
                                      <p:cBhvr>
                                        <p:cTn id="234" dur="1" fill="hold">
                                          <p:stCondLst>
                                            <p:cond delay="0"/>
                                          </p:stCondLst>
                                        </p:cTn>
                                        <p:tgtEl>
                                          <p:spTgt spid="149"/>
                                        </p:tgtEl>
                                        <p:attrNameLst>
                                          <p:attrName>style.visibility</p:attrName>
                                        </p:attrNameLst>
                                      </p:cBhvr>
                                      <p:to>
                                        <p:strVal val="visible"/>
                                      </p:to>
                                    </p:set>
                                    <p:animEffect transition="in" filter="fade">
                                      <p:cBhvr>
                                        <p:cTn id="235" dur="1000"/>
                                        <p:tgtEl>
                                          <p:spTgt spid="149"/>
                                        </p:tgtEl>
                                      </p:cBhvr>
                                    </p:animEffect>
                                    <p:anim calcmode="lin" valueType="num">
                                      <p:cBhvr>
                                        <p:cTn id="236" dur="1000" fill="hold"/>
                                        <p:tgtEl>
                                          <p:spTgt spid="149"/>
                                        </p:tgtEl>
                                        <p:attrNameLst>
                                          <p:attrName>ppt_x</p:attrName>
                                        </p:attrNameLst>
                                      </p:cBhvr>
                                      <p:tavLst>
                                        <p:tav tm="0">
                                          <p:val>
                                            <p:strVal val="#ppt_x"/>
                                          </p:val>
                                        </p:tav>
                                        <p:tav tm="100000">
                                          <p:val>
                                            <p:strVal val="#ppt_x"/>
                                          </p:val>
                                        </p:tav>
                                      </p:tavLst>
                                    </p:anim>
                                    <p:anim calcmode="lin" valueType="num">
                                      <p:cBhvr>
                                        <p:cTn id="237" dur="1000" fill="hold"/>
                                        <p:tgtEl>
                                          <p:spTgt spid="149"/>
                                        </p:tgtEl>
                                        <p:attrNameLst>
                                          <p:attrName>ppt_y</p:attrName>
                                        </p:attrNameLst>
                                      </p:cBhvr>
                                      <p:tavLst>
                                        <p:tav tm="0">
                                          <p:val>
                                            <p:strVal val="#ppt_y+.1"/>
                                          </p:val>
                                        </p:tav>
                                        <p:tav tm="100000">
                                          <p:val>
                                            <p:strVal val="#ppt_y"/>
                                          </p:val>
                                        </p:tav>
                                      </p:tavLst>
                                    </p:anim>
                                  </p:childTnLst>
                                </p:cTn>
                              </p:par>
                            </p:childTnLst>
                          </p:cTn>
                        </p:par>
                      </p:childTnLst>
                    </p:cTn>
                  </p:par>
                  <p:par>
                    <p:cTn id="238" fill="hold">
                      <p:stCondLst>
                        <p:cond delay="indefinite"/>
                      </p:stCondLst>
                      <p:childTnLst>
                        <p:par>
                          <p:cTn id="239" fill="hold">
                            <p:stCondLst>
                              <p:cond delay="0"/>
                            </p:stCondLst>
                            <p:childTnLst>
                              <p:par>
                                <p:cTn id="240" presetID="2" presetClass="entr" presetSubtype="4" fill="hold" grpId="0" nodeType="clickEffect">
                                  <p:stCondLst>
                                    <p:cond delay="0"/>
                                  </p:stCondLst>
                                  <p:childTnLst>
                                    <p:set>
                                      <p:cBhvr>
                                        <p:cTn id="241" dur="1" fill="hold">
                                          <p:stCondLst>
                                            <p:cond delay="0"/>
                                          </p:stCondLst>
                                        </p:cTn>
                                        <p:tgtEl>
                                          <p:spTgt spid="154"/>
                                        </p:tgtEl>
                                        <p:attrNameLst>
                                          <p:attrName>style.visibility</p:attrName>
                                        </p:attrNameLst>
                                      </p:cBhvr>
                                      <p:to>
                                        <p:strVal val="visible"/>
                                      </p:to>
                                    </p:set>
                                    <p:anim calcmode="lin" valueType="num">
                                      <p:cBhvr additive="base">
                                        <p:cTn id="242" dur="500" fill="hold"/>
                                        <p:tgtEl>
                                          <p:spTgt spid="154"/>
                                        </p:tgtEl>
                                        <p:attrNameLst>
                                          <p:attrName>ppt_x</p:attrName>
                                        </p:attrNameLst>
                                      </p:cBhvr>
                                      <p:tavLst>
                                        <p:tav tm="0">
                                          <p:val>
                                            <p:strVal val="#ppt_x"/>
                                          </p:val>
                                        </p:tav>
                                        <p:tav tm="100000">
                                          <p:val>
                                            <p:strVal val="#ppt_x"/>
                                          </p:val>
                                        </p:tav>
                                      </p:tavLst>
                                    </p:anim>
                                    <p:anim calcmode="lin" valueType="num">
                                      <p:cBhvr additive="base">
                                        <p:cTn id="243" dur="500" fill="hold"/>
                                        <p:tgtEl>
                                          <p:spTgt spid="154"/>
                                        </p:tgtEl>
                                        <p:attrNameLst>
                                          <p:attrName>ppt_y</p:attrName>
                                        </p:attrNameLst>
                                      </p:cBhvr>
                                      <p:tavLst>
                                        <p:tav tm="0">
                                          <p:val>
                                            <p:strVal val="1+#ppt_h/2"/>
                                          </p:val>
                                        </p:tav>
                                        <p:tav tm="100000">
                                          <p:val>
                                            <p:strVal val="#ppt_y"/>
                                          </p:val>
                                        </p:tav>
                                      </p:tavLst>
                                    </p:anim>
                                  </p:childTnLst>
                                </p:cTn>
                              </p:par>
                            </p:childTnLst>
                          </p:cTn>
                        </p:par>
                      </p:childTnLst>
                    </p:cTn>
                  </p:par>
                  <p:par>
                    <p:cTn id="244" fill="hold">
                      <p:stCondLst>
                        <p:cond delay="indefinite"/>
                      </p:stCondLst>
                      <p:childTnLst>
                        <p:par>
                          <p:cTn id="245" fill="hold">
                            <p:stCondLst>
                              <p:cond delay="0"/>
                            </p:stCondLst>
                            <p:childTnLst>
                              <p:par>
                                <p:cTn id="246" presetID="1" presetClass="entr" presetSubtype="0" fill="hold" nodeType="clickEffect">
                                  <p:stCondLst>
                                    <p:cond delay="0"/>
                                  </p:stCondLst>
                                  <p:childTnLst>
                                    <p:set>
                                      <p:cBhvr>
                                        <p:cTn id="247" dur="1" fill="hold">
                                          <p:stCondLst>
                                            <p:cond delay="0"/>
                                          </p:stCondLst>
                                        </p:cTn>
                                        <p:tgtEl>
                                          <p:spTgt spid="414">
                                            <p:txEl>
                                              <p:pRg st="0" end="0"/>
                                            </p:txEl>
                                          </p:spTgt>
                                        </p:tgtEl>
                                        <p:attrNameLst>
                                          <p:attrName>style.visibility</p:attrName>
                                        </p:attrNameLst>
                                      </p:cBhvr>
                                      <p:to>
                                        <p:strVal val="visible"/>
                                      </p:to>
                                    </p:set>
                                  </p:childTnLst>
                                </p:cTn>
                              </p:par>
                            </p:childTnLst>
                          </p:cTn>
                        </p:par>
                      </p:childTnLst>
                    </p:cTn>
                  </p:par>
                  <p:par>
                    <p:cTn id="248" fill="hold">
                      <p:stCondLst>
                        <p:cond delay="indefinite"/>
                      </p:stCondLst>
                      <p:childTnLst>
                        <p:par>
                          <p:cTn id="249" fill="hold">
                            <p:stCondLst>
                              <p:cond delay="0"/>
                            </p:stCondLst>
                            <p:childTnLst>
                              <p:par>
                                <p:cTn id="250" presetID="2" presetClass="entr" presetSubtype="4" fill="hold" nodeType="clickEffect">
                                  <p:stCondLst>
                                    <p:cond delay="0"/>
                                  </p:stCondLst>
                                  <p:childTnLst>
                                    <p:set>
                                      <p:cBhvr>
                                        <p:cTn id="251" dur="1" fill="hold">
                                          <p:stCondLst>
                                            <p:cond delay="0"/>
                                          </p:stCondLst>
                                        </p:cTn>
                                        <p:tgtEl>
                                          <p:spTgt spid="414">
                                            <p:txEl>
                                              <p:pRg st="1" end="1"/>
                                            </p:txEl>
                                          </p:spTgt>
                                        </p:tgtEl>
                                        <p:attrNameLst>
                                          <p:attrName>style.visibility</p:attrName>
                                        </p:attrNameLst>
                                      </p:cBhvr>
                                      <p:to>
                                        <p:strVal val="visible"/>
                                      </p:to>
                                    </p:set>
                                    <p:anim calcmode="lin" valueType="num">
                                      <p:cBhvr additive="base">
                                        <p:cTn id="252" dur="500" fill="hold"/>
                                        <p:tgtEl>
                                          <p:spTgt spid="414">
                                            <p:txEl>
                                              <p:pRg st="1" end="1"/>
                                            </p:txEl>
                                          </p:spTgt>
                                        </p:tgtEl>
                                        <p:attrNameLst>
                                          <p:attrName>ppt_x</p:attrName>
                                        </p:attrNameLst>
                                      </p:cBhvr>
                                      <p:tavLst>
                                        <p:tav tm="0">
                                          <p:val>
                                            <p:strVal val="#ppt_x"/>
                                          </p:val>
                                        </p:tav>
                                        <p:tav tm="100000">
                                          <p:val>
                                            <p:strVal val="#ppt_x"/>
                                          </p:val>
                                        </p:tav>
                                      </p:tavLst>
                                    </p:anim>
                                    <p:anim calcmode="lin" valueType="num">
                                      <p:cBhvr additive="base">
                                        <p:cTn id="253" dur="500" fill="hold"/>
                                        <p:tgtEl>
                                          <p:spTgt spid="4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4" fill="hold">
                      <p:stCondLst>
                        <p:cond delay="indefinite"/>
                      </p:stCondLst>
                      <p:childTnLst>
                        <p:par>
                          <p:cTn id="255" fill="hold">
                            <p:stCondLst>
                              <p:cond delay="0"/>
                            </p:stCondLst>
                            <p:childTnLst>
                              <p:par>
                                <p:cTn id="256" presetID="42" presetClass="entr" presetSubtype="0" fill="hold" nodeType="clickEffect">
                                  <p:stCondLst>
                                    <p:cond delay="0"/>
                                  </p:stCondLst>
                                  <p:childTnLst>
                                    <p:set>
                                      <p:cBhvr>
                                        <p:cTn id="257" dur="1" fill="hold">
                                          <p:stCondLst>
                                            <p:cond delay="0"/>
                                          </p:stCondLst>
                                        </p:cTn>
                                        <p:tgtEl>
                                          <p:spTgt spid="416"/>
                                        </p:tgtEl>
                                        <p:attrNameLst>
                                          <p:attrName>style.visibility</p:attrName>
                                        </p:attrNameLst>
                                      </p:cBhvr>
                                      <p:to>
                                        <p:strVal val="visible"/>
                                      </p:to>
                                    </p:set>
                                    <p:animEffect transition="in" filter="fade">
                                      <p:cBhvr>
                                        <p:cTn id="258" dur="1000"/>
                                        <p:tgtEl>
                                          <p:spTgt spid="416"/>
                                        </p:tgtEl>
                                      </p:cBhvr>
                                    </p:animEffect>
                                    <p:anim calcmode="lin" valueType="num">
                                      <p:cBhvr>
                                        <p:cTn id="259" dur="1000" fill="hold"/>
                                        <p:tgtEl>
                                          <p:spTgt spid="416"/>
                                        </p:tgtEl>
                                        <p:attrNameLst>
                                          <p:attrName>ppt_x</p:attrName>
                                        </p:attrNameLst>
                                      </p:cBhvr>
                                      <p:tavLst>
                                        <p:tav tm="0">
                                          <p:val>
                                            <p:strVal val="#ppt_x"/>
                                          </p:val>
                                        </p:tav>
                                        <p:tav tm="100000">
                                          <p:val>
                                            <p:strVal val="#ppt_x"/>
                                          </p:val>
                                        </p:tav>
                                      </p:tavLst>
                                    </p:anim>
                                    <p:anim calcmode="lin" valueType="num">
                                      <p:cBhvr>
                                        <p:cTn id="260" dur="1000" fill="hold"/>
                                        <p:tgtEl>
                                          <p:spTgt spid="416"/>
                                        </p:tgtEl>
                                        <p:attrNameLst>
                                          <p:attrName>ppt_y</p:attrName>
                                        </p:attrNameLst>
                                      </p:cBhvr>
                                      <p:tavLst>
                                        <p:tav tm="0">
                                          <p:val>
                                            <p:strVal val="#ppt_y+.1"/>
                                          </p:val>
                                        </p:tav>
                                        <p:tav tm="100000">
                                          <p:val>
                                            <p:strVal val="#ppt_y"/>
                                          </p:val>
                                        </p:tav>
                                      </p:tavLst>
                                    </p:anim>
                                  </p:childTnLst>
                                </p:cTn>
                              </p:par>
                              <p:par>
                                <p:cTn id="261" presetID="2" presetClass="entr" presetSubtype="4" fill="hold" nodeType="withEffect">
                                  <p:stCondLst>
                                    <p:cond delay="0"/>
                                  </p:stCondLst>
                                  <p:childTnLst>
                                    <p:set>
                                      <p:cBhvr>
                                        <p:cTn id="262" dur="1" fill="hold">
                                          <p:stCondLst>
                                            <p:cond delay="0"/>
                                          </p:stCondLst>
                                        </p:cTn>
                                        <p:tgtEl>
                                          <p:spTgt spid="414">
                                            <p:txEl>
                                              <p:pRg st="2" end="2"/>
                                            </p:txEl>
                                          </p:spTgt>
                                        </p:tgtEl>
                                        <p:attrNameLst>
                                          <p:attrName>style.visibility</p:attrName>
                                        </p:attrNameLst>
                                      </p:cBhvr>
                                      <p:to>
                                        <p:strVal val="visible"/>
                                      </p:to>
                                    </p:set>
                                    <p:anim calcmode="lin" valueType="num">
                                      <p:cBhvr additive="base">
                                        <p:cTn id="263" dur="500" fill="hold"/>
                                        <p:tgtEl>
                                          <p:spTgt spid="414">
                                            <p:txEl>
                                              <p:pRg st="2" end="2"/>
                                            </p:txEl>
                                          </p:spTgt>
                                        </p:tgtEl>
                                        <p:attrNameLst>
                                          <p:attrName>ppt_x</p:attrName>
                                        </p:attrNameLst>
                                      </p:cBhvr>
                                      <p:tavLst>
                                        <p:tav tm="0">
                                          <p:val>
                                            <p:strVal val="#ppt_x"/>
                                          </p:val>
                                        </p:tav>
                                        <p:tav tm="100000">
                                          <p:val>
                                            <p:strVal val="#ppt_x"/>
                                          </p:val>
                                        </p:tav>
                                      </p:tavLst>
                                    </p:anim>
                                    <p:anim calcmode="lin" valueType="num">
                                      <p:cBhvr additive="base">
                                        <p:cTn id="264" dur="500" fill="hold"/>
                                        <p:tgtEl>
                                          <p:spTgt spid="4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5" fill="hold">
                      <p:stCondLst>
                        <p:cond delay="indefinite"/>
                      </p:stCondLst>
                      <p:childTnLst>
                        <p:par>
                          <p:cTn id="266" fill="hold">
                            <p:stCondLst>
                              <p:cond delay="0"/>
                            </p:stCondLst>
                            <p:childTnLst>
                              <p:par>
                                <p:cTn id="267" presetID="42" presetClass="entr" presetSubtype="0" fill="hold" nodeType="clickEffect">
                                  <p:stCondLst>
                                    <p:cond delay="0"/>
                                  </p:stCondLst>
                                  <p:childTnLst>
                                    <p:set>
                                      <p:cBhvr>
                                        <p:cTn id="268" dur="1" fill="hold">
                                          <p:stCondLst>
                                            <p:cond delay="0"/>
                                          </p:stCondLst>
                                        </p:cTn>
                                        <p:tgtEl>
                                          <p:spTgt spid="414">
                                            <p:txEl>
                                              <p:pRg st="3" end="3"/>
                                            </p:txEl>
                                          </p:spTgt>
                                        </p:tgtEl>
                                        <p:attrNameLst>
                                          <p:attrName>style.visibility</p:attrName>
                                        </p:attrNameLst>
                                      </p:cBhvr>
                                      <p:to>
                                        <p:strVal val="visible"/>
                                      </p:to>
                                    </p:set>
                                    <p:animEffect transition="in" filter="fade">
                                      <p:cBhvr>
                                        <p:cTn id="269" dur="1000"/>
                                        <p:tgtEl>
                                          <p:spTgt spid="414">
                                            <p:txEl>
                                              <p:pRg st="3" end="3"/>
                                            </p:txEl>
                                          </p:spTgt>
                                        </p:tgtEl>
                                      </p:cBhvr>
                                    </p:animEffect>
                                    <p:anim calcmode="lin" valueType="num">
                                      <p:cBhvr>
                                        <p:cTn id="270" dur="1000" fill="hold"/>
                                        <p:tgtEl>
                                          <p:spTgt spid="414">
                                            <p:txEl>
                                              <p:pRg st="3" end="3"/>
                                            </p:txEl>
                                          </p:spTgt>
                                        </p:tgtEl>
                                        <p:attrNameLst>
                                          <p:attrName>ppt_x</p:attrName>
                                        </p:attrNameLst>
                                      </p:cBhvr>
                                      <p:tavLst>
                                        <p:tav tm="0">
                                          <p:val>
                                            <p:strVal val="#ppt_x"/>
                                          </p:val>
                                        </p:tav>
                                        <p:tav tm="100000">
                                          <p:val>
                                            <p:strVal val="#ppt_x"/>
                                          </p:val>
                                        </p:tav>
                                      </p:tavLst>
                                    </p:anim>
                                    <p:anim calcmode="lin" valueType="num">
                                      <p:cBhvr>
                                        <p:cTn id="271" dur="1000" fill="hold"/>
                                        <p:tgtEl>
                                          <p:spTgt spid="414">
                                            <p:txEl>
                                              <p:pRg st="3" end="3"/>
                                            </p:txEl>
                                          </p:spTgt>
                                        </p:tgtEl>
                                        <p:attrNameLst>
                                          <p:attrName>ppt_y</p:attrName>
                                        </p:attrNameLst>
                                      </p:cBhvr>
                                      <p:tavLst>
                                        <p:tav tm="0">
                                          <p:val>
                                            <p:strVal val="#ppt_y+.1"/>
                                          </p:val>
                                        </p:tav>
                                        <p:tav tm="100000">
                                          <p:val>
                                            <p:strVal val="#ppt_y"/>
                                          </p:val>
                                        </p:tav>
                                      </p:tavLst>
                                    </p:anim>
                                  </p:childTnLst>
                                </p:cTn>
                              </p:par>
                              <p:par>
                                <p:cTn id="272" presetID="42" presetClass="entr" presetSubtype="0" fill="hold" nodeType="withEffect">
                                  <p:stCondLst>
                                    <p:cond delay="0"/>
                                  </p:stCondLst>
                                  <p:childTnLst>
                                    <p:set>
                                      <p:cBhvr>
                                        <p:cTn id="273" dur="1" fill="hold">
                                          <p:stCondLst>
                                            <p:cond delay="0"/>
                                          </p:stCondLst>
                                        </p:cTn>
                                        <p:tgtEl>
                                          <p:spTgt spid="414">
                                            <p:txEl>
                                              <p:pRg st="5" end="5"/>
                                            </p:txEl>
                                          </p:spTgt>
                                        </p:tgtEl>
                                        <p:attrNameLst>
                                          <p:attrName>style.visibility</p:attrName>
                                        </p:attrNameLst>
                                      </p:cBhvr>
                                      <p:to>
                                        <p:strVal val="visible"/>
                                      </p:to>
                                    </p:set>
                                    <p:animEffect transition="in" filter="fade">
                                      <p:cBhvr>
                                        <p:cTn id="274" dur="1000"/>
                                        <p:tgtEl>
                                          <p:spTgt spid="414">
                                            <p:txEl>
                                              <p:pRg st="5" end="5"/>
                                            </p:txEl>
                                          </p:spTgt>
                                        </p:tgtEl>
                                      </p:cBhvr>
                                    </p:animEffect>
                                    <p:anim calcmode="lin" valueType="num">
                                      <p:cBhvr>
                                        <p:cTn id="275" dur="1000" fill="hold"/>
                                        <p:tgtEl>
                                          <p:spTgt spid="414">
                                            <p:txEl>
                                              <p:pRg st="5" end="5"/>
                                            </p:txEl>
                                          </p:spTgt>
                                        </p:tgtEl>
                                        <p:attrNameLst>
                                          <p:attrName>ppt_x</p:attrName>
                                        </p:attrNameLst>
                                      </p:cBhvr>
                                      <p:tavLst>
                                        <p:tav tm="0">
                                          <p:val>
                                            <p:strVal val="#ppt_x"/>
                                          </p:val>
                                        </p:tav>
                                        <p:tav tm="100000">
                                          <p:val>
                                            <p:strVal val="#ppt_x"/>
                                          </p:val>
                                        </p:tav>
                                      </p:tavLst>
                                    </p:anim>
                                    <p:anim calcmode="lin" valueType="num">
                                      <p:cBhvr>
                                        <p:cTn id="276" dur="1000" fill="hold"/>
                                        <p:tgtEl>
                                          <p:spTgt spid="4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77" fill="hold">
                      <p:stCondLst>
                        <p:cond delay="indefinite"/>
                      </p:stCondLst>
                      <p:childTnLst>
                        <p:par>
                          <p:cTn id="278" fill="hold">
                            <p:stCondLst>
                              <p:cond delay="0"/>
                            </p:stCondLst>
                            <p:childTnLst>
                              <p:par>
                                <p:cTn id="279" presetID="2" presetClass="entr" presetSubtype="4" fill="hold" grpId="0" nodeType="clickEffect">
                                  <p:stCondLst>
                                    <p:cond delay="0"/>
                                  </p:stCondLst>
                                  <p:childTnLst>
                                    <p:set>
                                      <p:cBhvr>
                                        <p:cTn id="280" dur="1" fill="hold">
                                          <p:stCondLst>
                                            <p:cond delay="0"/>
                                          </p:stCondLst>
                                        </p:cTn>
                                        <p:tgtEl>
                                          <p:spTgt spid="126"/>
                                        </p:tgtEl>
                                        <p:attrNameLst>
                                          <p:attrName>style.visibility</p:attrName>
                                        </p:attrNameLst>
                                      </p:cBhvr>
                                      <p:to>
                                        <p:strVal val="visible"/>
                                      </p:to>
                                    </p:set>
                                    <p:anim calcmode="lin" valueType="num">
                                      <p:cBhvr additive="base">
                                        <p:cTn id="281" dur="500" fill="hold"/>
                                        <p:tgtEl>
                                          <p:spTgt spid="126"/>
                                        </p:tgtEl>
                                        <p:attrNameLst>
                                          <p:attrName>ppt_x</p:attrName>
                                        </p:attrNameLst>
                                      </p:cBhvr>
                                      <p:tavLst>
                                        <p:tav tm="0">
                                          <p:val>
                                            <p:strVal val="#ppt_x"/>
                                          </p:val>
                                        </p:tav>
                                        <p:tav tm="100000">
                                          <p:val>
                                            <p:strVal val="#ppt_x"/>
                                          </p:val>
                                        </p:tav>
                                      </p:tavLst>
                                    </p:anim>
                                    <p:anim calcmode="lin" valueType="num">
                                      <p:cBhvr additive="base">
                                        <p:cTn id="282" dur="500" fill="hold"/>
                                        <p:tgtEl>
                                          <p:spTgt spid="126"/>
                                        </p:tgtEl>
                                        <p:attrNameLst>
                                          <p:attrName>ppt_y</p:attrName>
                                        </p:attrNameLst>
                                      </p:cBhvr>
                                      <p:tavLst>
                                        <p:tav tm="0">
                                          <p:val>
                                            <p:strVal val="1+#ppt_h/2"/>
                                          </p:val>
                                        </p:tav>
                                        <p:tav tm="100000">
                                          <p:val>
                                            <p:strVal val="#ppt_y"/>
                                          </p:val>
                                        </p:tav>
                                      </p:tavLst>
                                    </p:anim>
                                  </p:childTnLst>
                                </p:cTn>
                              </p:par>
                            </p:childTnLst>
                          </p:cTn>
                        </p:par>
                      </p:childTnLst>
                    </p:cTn>
                  </p:par>
                  <p:par>
                    <p:cTn id="283" fill="hold">
                      <p:stCondLst>
                        <p:cond delay="indefinite"/>
                      </p:stCondLst>
                      <p:childTnLst>
                        <p:par>
                          <p:cTn id="284" fill="hold">
                            <p:stCondLst>
                              <p:cond delay="0"/>
                            </p:stCondLst>
                            <p:childTnLst>
                              <p:par>
                                <p:cTn id="285" presetID="2" presetClass="entr" presetSubtype="4" fill="hold" nodeType="clickEffect">
                                  <p:stCondLst>
                                    <p:cond delay="0"/>
                                  </p:stCondLst>
                                  <p:childTnLst>
                                    <p:set>
                                      <p:cBhvr>
                                        <p:cTn id="286" dur="1" fill="hold">
                                          <p:stCondLst>
                                            <p:cond delay="0"/>
                                          </p:stCondLst>
                                        </p:cTn>
                                        <p:tgtEl>
                                          <p:spTgt spid="414">
                                            <p:txEl>
                                              <p:pRg st="7" end="7"/>
                                            </p:txEl>
                                          </p:spTgt>
                                        </p:tgtEl>
                                        <p:attrNameLst>
                                          <p:attrName>style.visibility</p:attrName>
                                        </p:attrNameLst>
                                      </p:cBhvr>
                                      <p:to>
                                        <p:strVal val="visible"/>
                                      </p:to>
                                    </p:set>
                                    <p:anim calcmode="lin" valueType="num">
                                      <p:cBhvr additive="base">
                                        <p:cTn id="287" dur="500" fill="hold"/>
                                        <p:tgtEl>
                                          <p:spTgt spid="414">
                                            <p:txEl>
                                              <p:pRg st="7" end="7"/>
                                            </p:txEl>
                                          </p:spTgt>
                                        </p:tgtEl>
                                        <p:attrNameLst>
                                          <p:attrName>ppt_x</p:attrName>
                                        </p:attrNameLst>
                                      </p:cBhvr>
                                      <p:tavLst>
                                        <p:tav tm="0">
                                          <p:val>
                                            <p:strVal val="#ppt_x"/>
                                          </p:val>
                                        </p:tav>
                                        <p:tav tm="100000">
                                          <p:val>
                                            <p:strVal val="#ppt_x"/>
                                          </p:val>
                                        </p:tav>
                                      </p:tavLst>
                                    </p:anim>
                                    <p:anim calcmode="lin" valueType="num">
                                      <p:cBhvr additive="base">
                                        <p:cTn id="288" dur="500" fill="hold"/>
                                        <p:tgtEl>
                                          <p:spTgt spid="41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89" fill="hold">
                      <p:stCondLst>
                        <p:cond delay="indefinite"/>
                      </p:stCondLst>
                      <p:childTnLst>
                        <p:par>
                          <p:cTn id="290" fill="hold">
                            <p:stCondLst>
                              <p:cond delay="0"/>
                            </p:stCondLst>
                            <p:childTnLst>
                              <p:par>
                                <p:cTn id="291" presetID="42" presetClass="entr" presetSubtype="0" fill="hold" grpId="0" nodeType="clickEffect">
                                  <p:stCondLst>
                                    <p:cond delay="0"/>
                                  </p:stCondLst>
                                  <p:childTnLst>
                                    <p:set>
                                      <p:cBhvr>
                                        <p:cTn id="292" dur="1" fill="hold">
                                          <p:stCondLst>
                                            <p:cond delay="0"/>
                                          </p:stCondLst>
                                        </p:cTn>
                                        <p:tgtEl>
                                          <p:spTgt spid="415"/>
                                        </p:tgtEl>
                                        <p:attrNameLst>
                                          <p:attrName>style.visibility</p:attrName>
                                        </p:attrNameLst>
                                      </p:cBhvr>
                                      <p:to>
                                        <p:strVal val="visible"/>
                                      </p:to>
                                    </p:set>
                                    <p:animEffect transition="in" filter="fade">
                                      <p:cBhvr>
                                        <p:cTn id="293" dur="1000"/>
                                        <p:tgtEl>
                                          <p:spTgt spid="415"/>
                                        </p:tgtEl>
                                      </p:cBhvr>
                                    </p:animEffect>
                                    <p:anim calcmode="lin" valueType="num">
                                      <p:cBhvr>
                                        <p:cTn id="294" dur="1000" fill="hold"/>
                                        <p:tgtEl>
                                          <p:spTgt spid="415"/>
                                        </p:tgtEl>
                                        <p:attrNameLst>
                                          <p:attrName>ppt_x</p:attrName>
                                        </p:attrNameLst>
                                      </p:cBhvr>
                                      <p:tavLst>
                                        <p:tav tm="0">
                                          <p:val>
                                            <p:strVal val="#ppt_x"/>
                                          </p:val>
                                        </p:tav>
                                        <p:tav tm="100000">
                                          <p:val>
                                            <p:strVal val="#ppt_x"/>
                                          </p:val>
                                        </p:tav>
                                      </p:tavLst>
                                    </p:anim>
                                    <p:anim calcmode="lin" valueType="num">
                                      <p:cBhvr>
                                        <p:cTn id="295" dur="1000" fill="hold"/>
                                        <p:tgtEl>
                                          <p:spTgt spid="415"/>
                                        </p:tgtEl>
                                        <p:attrNameLst>
                                          <p:attrName>ppt_y</p:attrName>
                                        </p:attrNameLst>
                                      </p:cBhvr>
                                      <p:tavLst>
                                        <p:tav tm="0">
                                          <p:val>
                                            <p:strVal val="#ppt_y+.1"/>
                                          </p:val>
                                        </p:tav>
                                        <p:tav tm="100000">
                                          <p:val>
                                            <p:strVal val="#ppt_y"/>
                                          </p:val>
                                        </p:tav>
                                      </p:tavLst>
                                    </p:anim>
                                  </p:childTnLst>
                                </p:cTn>
                              </p:par>
                            </p:childTnLst>
                          </p:cTn>
                        </p:par>
                      </p:childTnLst>
                    </p:cTn>
                  </p:par>
                  <p:par>
                    <p:cTn id="296" fill="hold">
                      <p:stCondLst>
                        <p:cond delay="indefinite"/>
                      </p:stCondLst>
                      <p:childTnLst>
                        <p:par>
                          <p:cTn id="297" fill="hold">
                            <p:stCondLst>
                              <p:cond delay="0"/>
                            </p:stCondLst>
                            <p:childTnLst>
                              <p:par>
                                <p:cTn id="298" presetID="42" presetClass="entr" presetSubtype="0" fill="hold" nodeType="clickEffect">
                                  <p:stCondLst>
                                    <p:cond delay="0"/>
                                  </p:stCondLst>
                                  <p:childTnLst>
                                    <p:set>
                                      <p:cBhvr>
                                        <p:cTn id="299" dur="1" fill="hold">
                                          <p:stCondLst>
                                            <p:cond delay="0"/>
                                          </p:stCondLst>
                                        </p:cTn>
                                        <p:tgtEl>
                                          <p:spTgt spid="414">
                                            <p:txEl>
                                              <p:pRg st="9" end="9"/>
                                            </p:txEl>
                                          </p:spTgt>
                                        </p:tgtEl>
                                        <p:attrNameLst>
                                          <p:attrName>style.visibility</p:attrName>
                                        </p:attrNameLst>
                                      </p:cBhvr>
                                      <p:to>
                                        <p:strVal val="visible"/>
                                      </p:to>
                                    </p:set>
                                    <p:animEffect transition="in" filter="fade">
                                      <p:cBhvr>
                                        <p:cTn id="300" dur="1000"/>
                                        <p:tgtEl>
                                          <p:spTgt spid="414">
                                            <p:txEl>
                                              <p:pRg st="9" end="9"/>
                                            </p:txEl>
                                          </p:spTgt>
                                        </p:tgtEl>
                                      </p:cBhvr>
                                    </p:animEffect>
                                    <p:anim calcmode="lin" valueType="num">
                                      <p:cBhvr>
                                        <p:cTn id="301" dur="1000" fill="hold"/>
                                        <p:tgtEl>
                                          <p:spTgt spid="414">
                                            <p:txEl>
                                              <p:pRg st="9" end="9"/>
                                            </p:txEl>
                                          </p:spTgt>
                                        </p:tgtEl>
                                        <p:attrNameLst>
                                          <p:attrName>ppt_x</p:attrName>
                                        </p:attrNameLst>
                                      </p:cBhvr>
                                      <p:tavLst>
                                        <p:tav tm="0">
                                          <p:val>
                                            <p:strVal val="#ppt_x"/>
                                          </p:val>
                                        </p:tav>
                                        <p:tav tm="100000">
                                          <p:val>
                                            <p:strVal val="#ppt_x"/>
                                          </p:val>
                                        </p:tav>
                                      </p:tavLst>
                                    </p:anim>
                                    <p:anim calcmode="lin" valueType="num">
                                      <p:cBhvr>
                                        <p:cTn id="302" dur="1000" fill="hold"/>
                                        <p:tgtEl>
                                          <p:spTgt spid="41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303" fill="hold">
                      <p:stCondLst>
                        <p:cond delay="indefinite"/>
                      </p:stCondLst>
                      <p:childTnLst>
                        <p:par>
                          <p:cTn id="304" fill="hold">
                            <p:stCondLst>
                              <p:cond delay="0"/>
                            </p:stCondLst>
                            <p:childTnLst>
                              <p:par>
                                <p:cTn id="305" presetID="42" presetClass="entr" presetSubtype="0" fill="hold" nodeType="clickEffect">
                                  <p:stCondLst>
                                    <p:cond delay="0"/>
                                  </p:stCondLst>
                                  <p:childTnLst>
                                    <p:set>
                                      <p:cBhvr>
                                        <p:cTn id="306" dur="1" fill="hold">
                                          <p:stCondLst>
                                            <p:cond delay="0"/>
                                          </p:stCondLst>
                                        </p:cTn>
                                        <p:tgtEl>
                                          <p:spTgt spid="414">
                                            <p:txEl>
                                              <p:pRg st="10" end="10"/>
                                            </p:txEl>
                                          </p:spTgt>
                                        </p:tgtEl>
                                        <p:attrNameLst>
                                          <p:attrName>style.visibility</p:attrName>
                                        </p:attrNameLst>
                                      </p:cBhvr>
                                      <p:to>
                                        <p:strVal val="visible"/>
                                      </p:to>
                                    </p:set>
                                    <p:animEffect transition="in" filter="fade">
                                      <p:cBhvr>
                                        <p:cTn id="307" dur="1000"/>
                                        <p:tgtEl>
                                          <p:spTgt spid="414">
                                            <p:txEl>
                                              <p:pRg st="10" end="10"/>
                                            </p:txEl>
                                          </p:spTgt>
                                        </p:tgtEl>
                                      </p:cBhvr>
                                    </p:animEffect>
                                    <p:anim calcmode="lin" valueType="num">
                                      <p:cBhvr>
                                        <p:cTn id="308" dur="1000" fill="hold"/>
                                        <p:tgtEl>
                                          <p:spTgt spid="414">
                                            <p:txEl>
                                              <p:pRg st="10" end="10"/>
                                            </p:txEl>
                                          </p:spTgt>
                                        </p:tgtEl>
                                        <p:attrNameLst>
                                          <p:attrName>ppt_x</p:attrName>
                                        </p:attrNameLst>
                                      </p:cBhvr>
                                      <p:tavLst>
                                        <p:tav tm="0">
                                          <p:val>
                                            <p:strVal val="#ppt_x"/>
                                          </p:val>
                                        </p:tav>
                                        <p:tav tm="100000">
                                          <p:val>
                                            <p:strVal val="#ppt_x"/>
                                          </p:val>
                                        </p:tav>
                                      </p:tavLst>
                                    </p:anim>
                                    <p:anim calcmode="lin" valueType="num">
                                      <p:cBhvr>
                                        <p:cTn id="309" dur="1000" fill="hold"/>
                                        <p:tgtEl>
                                          <p:spTgt spid="41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310" fill="hold">
                      <p:stCondLst>
                        <p:cond delay="indefinite"/>
                      </p:stCondLst>
                      <p:childTnLst>
                        <p:par>
                          <p:cTn id="311" fill="hold">
                            <p:stCondLst>
                              <p:cond delay="0"/>
                            </p:stCondLst>
                            <p:childTnLst>
                              <p:par>
                                <p:cTn id="312" presetID="42" presetClass="entr" presetSubtype="0" fill="hold" nodeType="clickEffect">
                                  <p:stCondLst>
                                    <p:cond delay="0"/>
                                  </p:stCondLst>
                                  <p:childTnLst>
                                    <p:set>
                                      <p:cBhvr>
                                        <p:cTn id="313" dur="1" fill="hold">
                                          <p:stCondLst>
                                            <p:cond delay="0"/>
                                          </p:stCondLst>
                                        </p:cTn>
                                        <p:tgtEl>
                                          <p:spTgt spid="417">
                                            <p:txEl>
                                              <p:pRg st="0" end="0"/>
                                            </p:txEl>
                                          </p:spTgt>
                                        </p:tgtEl>
                                        <p:attrNameLst>
                                          <p:attrName>style.visibility</p:attrName>
                                        </p:attrNameLst>
                                      </p:cBhvr>
                                      <p:to>
                                        <p:strVal val="visible"/>
                                      </p:to>
                                    </p:set>
                                    <p:animEffect transition="in" filter="fade">
                                      <p:cBhvr>
                                        <p:cTn id="314" dur="1000"/>
                                        <p:tgtEl>
                                          <p:spTgt spid="417">
                                            <p:txEl>
                                              <p:pRg st="0" end="0"/>
                                            </p:txEl>
                                          </p:spTgt>
                                        </p:tgtEl>
                                      </p:cBhvr>
                                    </p:animEffect>
                                    <p:anim calcmode="lin" valueType="num">
                                      <p:cBhvr>
                                        <p:cTn id="315" dur="1000" fill="hold"/>
                                        <p:tgtEl>
                                          <p:spTgt spid="417">
                                            <p:txEl>
                                              <p:pRg st="0" end="0"/>
                                            </p:txEl>
                                          </p:spTgt>
                                        </p:tgtEl>
                                        <p:attrNameLst>
                                          <p:attrName>ppt_x</p:attrName>
                                        </p:attrNameLst>
                                      </p:cBhvr>
                                      <p:tavLst>
                                        <p:tav tm="0">
                                          <p:val>
                                            <p:strVal val="#ppt_x"/>
                                          </p:val>
                                        </p:tav>
                                        <p:tav tm="100000">
                                          <p:val>
                                            <p:strVal val="#ppt_x"/>
                                          </p:val>
                                        </p:tav>
                                      </p:tavLst>
                                    </p:anim>
                                    <p:anim calcmode="lin" valueType="num">
                                      <p:cBhvr>
                                        <p:cTn id="316" dur="1000" fill="hold"/>
                                        <p:tgtEl>
                                          <p:spTgt spid="4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7" fill="hold">
                      <p:stCondLst>
                        <p:cond delay="indefinite"/>
                      </p:stCondLst>
                      <p:childTnLst>
                        <p:par>
                          <p:cTn id="318" fill="hold">
                            <p:stCondLst>
                              <p:cond delay="0"/>
                            </p:stCondLst>
                            <p:childTnLst>
                              <p:par>
                                <p:cTn id="319" presetID="42" presetClass="entr" presetSubtype="0" fill="hold" nodeType="clickEffect">
                                  <p:stCondLst>
                                    <p:cond delay="0"/>
                                  </p:stCondLst>
                                  <p:childTnLst>
                                    <p:set>
                                      <p:cBhvr>
                                        <p:cTn id="320" dur="1" fill="hold">
                                          <p:stCondLst>
                                            <p:cond delay="0"/>
                                          </p:stCondLst>
                                        </p:cTn>
                                        <p:tgtEl>
                                          <p:spTgt spid="417">
                                            <p:txEl>
                                              <p:pRg st="1" end="1"/>
                                            </p:txEl>
                                          </p:spTgt>
                                        </p:tgtEl>
                                        <p:attrNameLst>
                                          <p:attrName>style.visibility</p:attrName>
                                        </p:attrNameLst>
                                      </p:cBhvr>
                                      <p:to>
                                        <p:strVal val="visible"/>
                                      </p:to>
                                    </p:set>
                                    <p:animEffect transition="in" filter="fade">
                                      <p:cBhvr>
                                        <p:cTn id="321" dur="1000"/>
                                        <p:tgtEl>
                                          <p:spTgt spid="417">
                                            <p:txEl>
                                              <p:pRg st="1" end="1"/>
                                            </p:txEl>
                                          </p:spTgt>
                                        </p:tgtEl>
                                      </p:cBhvr>
                                    </p:animEffect>
                                    <p:anim calcmode="lin" valueType="num">
                                      <p:cBhvr>
                                        <p:cTn id="322" dur="1000" fill="hold"/>
                                        <p:tgtEl>
                                          <p:spTgt spid="417">
                                            <p:txEl>
                                              <p:pRg st="1" end="1"/>
                                            </p:txEl>
                                          </p:spTgt>
                                        </p:tgtEl>
                                        <p:attrNameLst>
                                          <p:attrName>ppt_x</p:attrName>
                                        </p:attrNameLst>
                                      </p:cBhvr>
                                      <p:tavLst>
                                        <p:tav tm="0">
                                          <p:val>
                                            <p:strVal val="#ppt_x"/>
                                          </p:val>
                                        </p:tav>
                                        <p:tav tm="100000">
                                          <p:val>
                                            <p:strVal val="#ppt_x"/>
                                          </p:val>
                                        </p:tav>
                                      </p:tavLst>
                                    </p:anim>
                                    <p:anim calcmode="lin" valueType="num">
                                      <p:cBhvr>
                                        <p:cTn id="323" dur="1000" fill="hold"/>
                                        <p:tgtEl>
                                          <p:spTgt spid="4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24" fill="hold">
                      <p:stCondLst>
                        <p:cond delay="indefinite"/>
                      </p:stCondLst>
                      <p:childTnLst>
                        <p:par>
                          <p:cTn id="325" fill="hold">
                            <p:stCondLst>
                              <p:cond delay="0"/>
                            </p:stCondLst>
                            <p:childTnLst>
                              <p:par>
                                <p:cTn id="326" presetID="1" presetClass="entr" presetSubtype="0" fill="hold" grpId="0" nodeType="clickEffect">
                                  <p:stCondLst>
                                    <p:cond delay="0"/>
                                  </p:stCondLst>
                                  <p:childTnLst>
                                    <p:set>
                                      <p:cBhvr>
                                        <p:cTn id="327"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57" grpId="0" animBg="1"/>
      <p:bldP spid="342" grpId="0" animBg="1"/>
      <p:bldP spid="363" grpId="0" animBg="1"/>
      <p:bldP spid="364" grpId="0"/>
      <p:bldP spid="365" grpId="0"/>
      <p:bldP spid="366" grpId="0"/>
      <p:bldP spid="406" grpId="0"/>
      <p:bldP spid="415" grpId="0" animBg="1"/>
      <p:bldP spid="126" grpId="0"/>
      <p:bldP spid="96" grpId="0" animBg="1"/>
      <p:bldP spid="98" grpId="0" animBg="1"/>
      <p:bldP spid="101" grpId="0" animBg="1"/>
      <p:bldP spid="116" grpId="0" animBg="1"/>
      <p:bldP spid="120" grpId="0" animBg="1"/>
      <p:bldP spid="121" grpId="0"/>
      <p:bldP spid="122" grpId="0"/>
      <p:bldP spid="123" grpId="0"/>
      <p:bldP spid="136" grpId="0" animBg="1"/>
      <p:bldP spid="138" grpId="0" animBg="1"/>
      <p:bldP spid="154" grpId="0"/>
      <p:bldP spid="156" grpId="0"/>
      <p:bldP spid="16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6735"/>
            <a:ext cx="9144000" cy="464790"/>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7" name="Rectangle 6"/>
          <p:cNvSpPr/>
          <p:nvPr/>
        </p:nvSpPr>
        <p:spPr>
          <a:xfrm>
            <a:off x="4143198" y="509452"/>
            <a:ext cx="4826962" cy="461665"/>
          </a:xfrm>
          <a:prstGeom prst="rect">
            <a:avLst/>
          </a:prstGeom>
        </p:spPr>
        <p:txBody>
          <a:bodyPr wrap="none">
            <a:spAutoFit/>
          </a:bodyPr>
          <a:lstStyle/>
          <a:p>
            <a:pPr defTabSz="457200"/>
            <a:r>
              <a:rPr lang="en-US" sz="2400" b="1" dirty="0">
                <a:solidFill>
                  <a:srgbClr val="931909"/>
                </a:solidFill>
                <a:latin typeface="Segoe UI Black"/>
              </a:rPr>
              <a:t>Shear and moment diagrams…</a:t>
            </a:r>
          </a:p>
        </p:txBody>
      </p:sp>
      <p:sp>
        <p:nvSpPr>
          <p:cNvPr id="15" name="Rectangle 14"/>
          <p:cNvSpPr/>
          <p:nvPr/>
        </p:nvSpPr>
        <p:spPr>
          <a:xfrm>
            <a:off x="1558536" y="925745"/>
            <a:ext cx="8692378" cy="338554"/>
          </a:xfrm>
          <a:prstGeom prst="rect">
            <a:avLst/>
          </a:prstGeom>
          <a:solidFill>
            <a:schemeClr val="accent1">
              <a:lumMod val="75000"/>
            </a:schemeClr>
          </a:solidFill>
        </p:spPr>
        <p:txBody>
          <a:bodyPr wrap="square">
            <a:spAutoFit/>
          </a:bodyPr>
          <a:lstStyle/>
          <a:p>
            <a:pPr defTabSz="457200">
              <a:buClr>
                <a:srgbClr val="00B050"/>
              </a:buClr>
              <a:buSzPct val="115000"/>
            </a:pPr>
            <a:r>
              <a:rPr lang="en-US" sz="1600" b="1" dirty="0">
                <a:solidFill>
                  <a:srgbClr val="FFFFFF"/>
                </a:solidFill>
                <a:latin typeface="Segoe UI Black"/>
              </a:rPr>
              <a:t>Example 2: solution …</a:t>
            </a: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16</a:t>
            </a:fld>
            <a:endParaRPr lang="en-US" sz="2000" dirty="0">
              <a:solidFill>
                <a:srgbClr val="931909">
                  <a:lumMod val="50000"/>
                </a:srgbClr>
              </a:solidFill>
              <a:latin typeface="Segoe UI Black"/>
            </a:endParaRPr>
          </a:p>
        </p:txBody>
      </p:sp>
      <p:sp>
        <p:nvSpPr>
          <p:cNvPr id="236" name="Rectangle 235"/>
          <p:cNvSpPr/>
          <p:nvPr/>
        </p:nvSpPr>
        <p:spPr>
          <a:xfrm>
            <a:off x="1564259" y="1315680"/>
            <a:ext cx="8692378" cy="307777"/>
          </a:xfrm>
          <a:prstGeom prst="rect">
            <a:avLst/>
          </a:prstGeom>
          <a:solidFill>
            <a:schemeClr val="accent1">
              <a:lumMod val="75000"/>
            </a:schemeClr>
          </a:solidFill>
        </p:spPr>
        <p:txBody>
          <a:bodyPr wrap="square">
            <a:spAutoFit/>
          </a:bodyPr>
          <a:lstStyle/>
          <a:p>
            <a:pPr marL="285750" indent="-285750" defTabSz="457200">
              <a:buClr>
                <a:srgbClr val="00B050"/>
              </a:buClr>
              <a:buSzPct val="115000"/>
              <a:buFont typeface="Wingdings" panose="05000000000000000000" pitchFamily="2" charset="2"/>
              <a:buChar char="Ø"/>
            </a:pPr>
            <a:r>
              <a:rPr lang="en-US" sz="1400" b="1" dirty="0">
                <a:solidFill>
                  <a:srgbClr val="FFFFFF"/>
                </a:solidFill>
                <a:latin typeface="Segoe UI Black"/>
              </a:rPr>
              <a:t> Analysis of beam segment (4≤ X &lt;5)</a:t>
            </a:r>
          </a:p>
        </p:txBody>
      </p:sp>
      <p:sp>
        <p:nvSpPr>
          <p:cNvPr id="18" name="TextBox 17"/>
          <p:cNvSpPr txBox="1"/>
          <p:nvPr/>
        </p:nvSpPr>
        <p:spPr>
          <a:xfrm>
            <a:off x="1583870" y="1623566"/>
            <a:ext cx="9084131" cy="523220"/>
          </a:xfrm>
          <a:prstGeom prst="rect">
            <a:avLst/>
          </a:prstGeom>
          <a:noFill/>
        </p:spPr>
        <p:txBody>
          <a:bodyPr wrap="square" rtlCol="0">
            <a:spAutoFit/>
          </a:bodyPr>
          <a:lstStyle/>
          <a:p>
            <a:pPr marL="285750" indent="-285750" defTabSz="457200">
              <a:buFont typeface="Arial" panose="020B0604020202020204" pitchFamily="34" charset="0"/>
              <a:buChar char="•"/>
            </a:pPr>
            <a:r>
              <a:rPr lang="en-US" sz="1400" dirty="0">
                <a:solidFill>
                  <a:srgbClr val="931909"/>
                </a:solidFill>
                <a:latin typeface="Segoe UI Black"/>
              </a:rPr>
              <a:t>Free body diagram of LHS of section 3---3.  RHS of this and other sections afterwards may be easy. But lets use LHS  for all of them. You can check by using RHS</a:t>
            </a:r>
          </a:p>
        </p:txBody>
      </p:sp>
      <p:sp>
        <p:nvSpPr>
          <p:cNvPr id="257" name="Rectangle 256"/>
          <p:cNvSpPr/>
          <p:nvPr/>
        </p:nvSpPr>
        <p:spPr>
          <a:xfrm>
            <a:off x="2065214" y="2902567"/>
            <a:ext cx="3726456" cy="125748"/>
          </a:xfrm>
          <a:prstGeom prst="rect">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cxnSp>
        <p:nvCxnSpPr>
          <p:cNvPr id="261" name="Straight Connector 260"/>
          <p:cNvCxnSpPr/>
          <p:nvPr/>
        </p:nvCxnSpPr>
        <p:spPr>
          <a:xfrm>
            <a:off x="2065216" y="3487007"/>
            <a:ext cx="3726455" cy="64826"/>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p:nvCxnSpPr>
        <p:spPr>
          <a:xfrm flipH="1">
            <a:off x="2046348" y="3393156"/>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p:nvCxnSpPr>
        <p:spPr>
          <a:xfrm flipV="1">
            <a:off x="2082544" y="2609900"/>
            <a:ext cx="1978379" cy="28487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23" name="Straight Arrow Connector 322"/>
          <p:cNvCxnSpPr/>
          <p:nvPr/>
        </p:nvCxnSpPr>
        <p:spPr>
          <a:xfrm>
            <a:off x="3760498" y="2668790"/>
            <a:ext cx="0" cy="20915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4" name="Straight Arrow Connector 323"/>
          <p:cNvCxnSpPr/>
          <p:nvPr/>
        </p:nvCxnSpPr>
        <p:spPr>
          <a:xfrm>
            <a:off x="3466853" y="2720209"/>
            <a:ext cx="7244" cy="18235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5" name="Straight Arrow Connector 324"/>
          <p:cNvCxnSpPr/>
          <p:nvPr/>
        </p:nvCxnSpPr>
        <p:spPr>
          <a:xfrm>
            <a:off x="3358380" y="2736382"/>
            <a:ext cx="0" cy="15838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6" name="Straight Arrow Connector 325"/>
          <p:cNvCxnSpPr/>
          <p:nvPr/>
        </p:nvCxnSpPr>
        <p:spPr>
          <a:xfrm flipH="1">
            <a:off x="3262101" y="2748205"/>
            <a:ext cx="779" cy="154363"/>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7" name="Straight Arrow Connector 326"/>
          <p:cNvCxnSpPr/>
          <p:nvPr/>
        </p:nvCxnSpPr>
        <p:spPr>
          <a:xfrm>
            <a:off x="3150023" y="2759445"/>
            <a:ext cx="3451" cy="143122"/>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8" name="Straight Arrow Connector 327"/>
          <p:cNvCxnSpPr/>
          <p:nvPr/>
        </p:nvCxnSpPr>
        <p:spPr>
          <a:xfrm>
            <a:off x="3035906" y="2779970"/>
            <a:ext cx="4049" cy="130821"/>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9" name="Straight Arrow Connector 328"/>
          <p:cNvCxnSpPr/>
          <p:nvPr/>
        </p:nvCxnSpPr>
        <p:spPr>
          <a:xfrm>
            <a:off x="2921987" y="2793936"/>
            <a:ext cx="5483" cy="11685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0" name="Straight Arrow Connector 329"/>
          <p:cNvCxnSpPr/>
          <p:nvPr/>
        </p:nvCxnSpPr>
        <p:spPr>
          <a:xfrm>
            <a:off x="2827303" y="2803453"/>
            <a:ext cx="114" cy="10177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1" name="Straight Arrow Connector 330"/>
          <p:cNvCxnSpPr/>
          <p:nvPr/>
        </p:nvCxnSpPr>
        <p:spPr>
          <a:xfrm>
            <a:off x="2731546" y="2818501"/>
            <a:ext cx="2374" cy="91039"/>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2" name="Straight Arrow Connector 331"/>
          <p:cNvCxnSpPr/>
          <p:nvPr/>
        </p:nvCxnSpPr>
        <p:spPr>
          <a:xfrm>
            <a:off x="2616688" y="2818499"/>
            <a:ext cx="5124" cy="99826"/>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3" name="Straight Arrow Connector 332"/>
          <p:cNvCxnSpPr/>
          <p:nvPr/>
        </p:nvCxnSpPr>
        <p:spPr>
          <a:xfrm flipH="1">
            <a:off x="2489923" y="2830277"/>
            <a:ext cx="2803" cy="88048"/>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42" name="TextBox 341"/>
          <p:cNvSpPr txBox="1"/>
          <p:nvPr/>
        </p:nvSpPr>
        <p:spPr>
          <a:xfrm>
            <a:off x="3914134" y="3403297"/>
            <a:ext cx="335602"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x</a:t>
            </a:r>
          </a:p>
        </p:txBody>
      </p:sp>
      <p:cxnSp>
        <p:nvCxnSpPr>
          <p:cNvPr id="343" name="Straight Arrow Connector 342"/>
          <p:cNvCxnSpPr/>
          <p:nvPr/>
        </p:nvCxnSpPr>
        <p:spPr>
          <a:xfrm flipH="1" flipV="1">
            <a:off x="2082403" y="3015701"/>
            <a:ext cx="140" cy="302454"/>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1" name="Straight Arrow Connector 360"/>
          <p:cNvCxnSpPr/>
          <p:nvPr/>
        </p:nvCxnSpPr>
        <p:spPr>
          <a:xfrm>
            <a:off x="3614484" y="2689997"/>
            <a:ext cx="3010" cy="19904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62" name="Straight Arrow Connector 361"/>
          <p:cNvCxnSpPr/>
          <p:nvPr/>
        </p:nvCxnSpPr>
        <p:spPr>
          <a:xfrm>
            <a:off x="5856848" y="2715277"/>
            <a:ext cx="15908" cy="34328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3" name="Curved Down Arrow 362"/>
          <p:cNvSpPr/>
          <p:nvPr/>
        </p:nvSpPr>
        <p:spPr>
          <a:xfrm rot="16508738" flipV="1">
            <a:off x="5878972" y="2837847"/>
            <a:ext cx="325414" cy="185490"/>
          </a:xfrm>
          <a:prstGeom prst="curvedDownArrow">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sp>
        <p:nvSpPr>
          <p:cNvPr id="364" name="TextBox 363"/>
          <p:cNvSpPr txBox="1"/>
          <p:nvPr/>
        </p:nvSpPr>
        <p:spPr>
          <a:xfrm>
            <a:off x="5724636" y="3013599"/>
            <a:ext cx="254039" cy="276999"/>
          </a:xfrm>
          <a:prstGeom prst="rect">
            <a:avLst/>
          </a:prstGeom>
          <a:noFill/>
        </p:spPr>
        <p:txBody>
          <a:bodyPr wrap="square" rtlCol="0">
            <a:spAutoFit/>
          </a:bodyPr>
          <a:lstStyle/>
          <a:p>
            <a:pPr defTabSz="457200"/>
            <a:r>
              <a:rPr lang="en-US" sz="1200" dirty="0">
                <a:solidFill>
                  <a:srgbClr val="FF0000"/>
                </a:solidFill>
                <a:latin typeface="Segoe UI Black"/>
              </a:rPr>
              <a:t>V</a:t>
            </a:r>
          </a:p>
        </p:txBody>
      </p:sp>
      <p:sp>
        <p:nvSpPr>
          <p:cNvPr id="365" name="TextBox 364"/>
          <p:cNvSpPr txBox="1"/>
          <p:nvPr/>
        </p:nvSpPr>
        <p:spPr>
          <a:xfrm>
            <a:off x="5861812" y="2541408"/>
            <a:ext cx="254039" cy="276999"/>
          </a:xfrm>
          <a:prstGeom prst="rect">
            <a:avLst/>
          </a:prstGeom>
          <a:noFill/>
        </p:spPr>
        <p:txBody>
          <a:bodyPr wrap="square" rtlCol="0">
            <a:spAutoFit/>
          </a:bodyPr>
          <a:lstStyle/>
          <a:p>
            <a:pPr defTabSz="457200"/>
            <a:r>
              <a:rPr lang="en-US" sz="1200" dirty="0">
                <a:solidFill>
                  <a:srgbClr val="7030A0"/>
                </a:solidFill>
                <a:latin typeface="Segoe UI Black"/>
              </a:rPr>
              <a:t>M</a:t>
            </a:r>
          </a:p>
        </p:txBody>
      </p:sp>
      <p:sp>
        <p:nvSpPr>
          <p:cNvPr id="366" name="TextBox 365"/>
          <p:cNvSpPr txBox="1"/>
          <p:nvPr/>
        </p:nvSpPr>
        <p:spPr>
          <a:xfrm>
            <a:off x="4351102" y="2328030"/>
            <a:ext cx="800890" cy="246221"/>
          </a:xfrm>
          <a:prstGeom prst="rect">
            <a:avLst/>
          </a:prstGeom>
          <a:noFill/>
        </p:spPr>
        <p:txBody>
          <a:bodyPr wrap="square" rtlCol="0">
            <a:spAutoFit/>
          </a:bodyPr>
          <a:lstStyle/>
          <a:p>
            <a:pPr defTabSz="457200"/>
            <a:r>
              <a:rPr lang="en-US" sz="1000" dirty="0">
                <a:solidFill>
                  <a:srgbClr val="002060"/>
                </a:solidFill>
                <a:latin typeface="Segoe UI Black"/>
              </a:rPr>
              <a:t>1 (</a:t>
            </a:r>
            <a:r>
              <a:rPr lang="en-US" sz="1000" dirty="0" err="1">
                <a:solidFill>
                  <a:srgbClr val="002060"/>
                </a:solidFill>
                <a:latin typeface="Segoe UI Black"/>
              </a:rPr>
              <a:t>kN</a:t>
            </a:r>
            <a:r>
              <a:rPr lang="en-US" sz="1000" dirty="0">
                <a:solidFill>
                  <a:srgbClr val="002060"/>
                </a:solidFill>
                <a:latin typeface="Segoe UI Black"/>
              </a:rPr>
              <a:t>/m)</a:t>
            </a:r>
          </a:p>
        </p:txBody>
      </p:sp>
      <p:sp>
        <p:nvSpPr>
          <p:cNvPr id="406" name="TextBox 405"/>
          <p:cNvSpPr txBox="1"/>
          <p:nvPr/>
        </p:nvSpPr>
        <p:spPr>
          <a:xfrm>
            <a:off x="1863333" y="3169446"/>
            <a:ext cx="723604" cy="276999"/>
          </a:xfrm>
          <a:prstGeom prst="rect">
            <a:avLst/>
          </a:prstGeom>
          <a:noFill/>
        </p:spPr>
        <p:txBody>
          <a:bodyPr wrap="square" rtlCol="0">
            <a:spAutoFit/>
          </a:bodyPr>
          <a:lstStyle/>
          <a:p>
            <a:pPr defTabSz="457200"/>
            <a:r>
              <a:rPr lang="en-US" sz="1200" dirty="0">
                <a:solidFill>
                  <a:srgbClr val="002060"/>
                </a:solidFill>
                <a:latin typeface="Segoe UI Black"/>
              </a:rPr>
              <a:t>2.33kN</a:t>
            </a:r>
            <a:endParaRPr lang="en-US" sz="1200" baseline="-25000" dirty="0">
              <a:solidFill>
                <a:srgbClr val="002060"/>
              </a:solidFill>
              <a:latin typeface="Segoe UI Black"/>
            </a:endParaRPr>
          </a:p>
        </p:txBody>
      </p:sp>
      <p:sp>
        <p:nvSpPr>
          <p:cNvPr id="414" name="TextBox 413"/>
          <p:cNvSpPr txBox="1"/>
          <p:nvPr/>
        </p:nvSpPr>
        <p:spPr>
          <a:xfrm>
            <a:off x="4275627" y="3647145"/>
            <a:ext cx="6071380" cy="2800767"/>
          </a:xfrm>
          <a:prstGeom prst="rect">
            <a:avLst/>
          </a:prstGeom>
          <a:noFill/>
        </p:spPr>
        <p:txBody>
          <a:bodyPr wrap="square" rtlCol="0">
            <a:spAutoFit/>
          </a:bodyPr>
          <a:lstStyle/>
          <a:p>
            <a:pPr marL="171450" indent="-171450" defTabSz="457200">
              <a:buFont typeface="Arial" panose="020B0604020202020204" pitchFamily="34" charset="0"/>
              <a:buChar char="•"/>
            </a:pPr>
            <a:r>
              <a:rPr lang="en-US" sz="1600" dirty="0">
                <a:solidFill>
                  <a:srgbClr val="002060"/>
                </a:solidFill>
                <a:latin typeface="Segoe UI Black"/>
              </a:rPr>
              <a:t>Now it is easy to write equilibrium equation</a:t>
            </a:r>
          </a:p>
          <a:p>
            <a:pPr marL="285750" indent="-285750" defTabSz="457200">
              <a:buFont typeface="Wingdings" panose="05000000000000000000" pitchFamily="2" charset="2"/>
              <a:buChar char="ü"/>
            </a:pPr>
            <a:r>
              <a:rPr lang="en-US" sz="1600" dirty="0">
                <a:solidFill>
                  <a:srgbClr val="002060"/>
                </a:solidFill>
                <a:latin typeface="Segoe UI Black"/>
              </a:rPr>
              <a:t>From </a:t>
            </a:r>
          </a:p>
          <a:p>
            <a:pPr defTabSz="457200"/>
            <a:r>
              <a:rPr lang="en-US" sz="1600" dirty="0">
                <a:solidFill>
                  <a:srgbClr val="002060"/>
                </a:solidFill>
                <a:latin typeface="Segoe UI Black"/>
              </a:rPr>
              <a:t>    </a:t>
            </a:r>
            <a:r>
              <a:rPr lang="en-US" sz="1600" dirty="0">
                <a:solidFill>
                  <a:srgbClr val="931909"/>
                </a:solidFill>
                <a:latin typeface="Segoe UI Black"/>
              </a:rPr>
              <a:t>∑</a:t>
            </a:r>
            <a:r>
              <a:rPr lang="en-US" sz="1600" dirty="0" err="1">
                <a:solidFill>
                  <a:srgbClr val="931909"/>
                </a:solidFill>
                <a:latin typeface="Segoe UI Black"/>
              </a:rPr>
              <a:t>Fy</a:t>
            </a:r>
            <a:r>
              <a:rPr lang="en-US" sz="1600" dirty="0">
                <a:solidFill>
                  <a:srgbClr val="931909"/>
                </a:solidFill>
                <a:latin typeface="Segoe UI Black"/>
              </a:rPr>
              <a:t>=0, Assume     as  positive, thus </a:t>
            </a:r>
          </a:p>
          <a:p>
            <a:pPr defTabSz="457200"/>
            <a:r>
              <a:rPr lang="en-US" sz="1600" dirty="0">
                <a:solidFill>
                  <a:srgbClr val="931909"/>
                </a:solidFill>
                <a:latin typeface="Segoe UI Black"/>
              </a:rPr>
              <a:t> 2.33-1-2-V=0, V=2.33-1-2=-0.67kN</a:t>
            </a:r>
          </a:p>
          <a:p>
            <a:pPr defTabSz="457200"/>
            <a:r>
              <a:rPr lang="en-US" sz="1600" dirty="0">
                <a:solidFill>
                  <a:srgbClr val="931909"/>
                </a:solidFill>
                <a:latin typeface="Segoe UI Black"/>
              </a:rPr>
              <a:t>     (Shear force is constant throughout this segment);</a:t>
            </a:r>
          </a:p>
          <a:p>
            <a:pPr defTabSz="457200"/>
            <a:r>
              <a:rPr lang="en-US" sz="1600" dirty="0">
                <a:solidFill>
                  <a:srgbClr val="931909"/>
                </a:solidFill>
                <a:latin typeface="Segoe UI Black"/>
              </a:rPr>
              <a:t>         </a:t>
            </a:r>
          </a:p>
          <a:p>
            <a:pPr defTabSz="457200"/>
            <a:r>
              <a:rPr lang="en-US" sz="1600" dirty="0">
                <a:solidFill>
                  <a:srgbClr val="931909"/>
                </a:solidFill>
                <a:latin typeface="Segoe UI Black"/>
              </a:rPr>
              <a:t>  </a:t>
            </a:r>
          </a:p>
          <a:p>
            <a:pPr defTabSz="457200"/>
            <a:r>
              <a:rPr lang="en-US" sz="1600" dirty="0">
                <a:solidFill>
                  <a:srgbClr val="931909"/>
                </a:solidFill>
                <a:latin typeface="Segoe UI Black"/>
              </a:rPr>
              <a:t>∑M</a:t>
            </a:r>
            <a:r>
              <a:rPr lang="en-US" sz="1600" baseline="-25000" dirty="0">
                <a:solidFill>
                  <a:srgbClr val="931909"/>
                </a:solidFill>
                <a:latin typeface="Segoe UI Black"/>
              </a:rPr>
              <a:t>A</a:t>
            </a:r>
            <a:r>
              <a:rPr lang="en-US" sz="1600" dirty="0">
                <a:solidFill>
                  <a:srgbClr val="931909"/>
                </a:solidFill>
                <a:latin typeface="Segoe UI Black"/>
              </a:rPr>
              <a:t>=0, Assume        CCW as positive moment, thus</a:t>
            </a:r>
          </a:p>
          <a:p>
            <a:pPr defTabSz="457200"/>
            <a:endParaRPr lang="en-US" sz="1600" dirty="0">
              <a:solidFill>
                <a:srgbClr val="931909"/>
              </a:solidFill>
              <a:latin typeface="Segoe UI Black"/>
            </a:endParaRPr>
          </a:p>
          <a:p>
            <a:pPr defTabSz="457200"/>
            <a:r>
              <a:rPr lang="en-US" sz="1600" dirty="0">
                <a:solidFill>
                  <a:srgbClr val="931909">
                    <a:lumMod val="50000"/>
                  </a:srgbClr>
                </a:solidFill>
                <a:latin typeface="Segoe UI Black"/>
              </a:rPr>
              <a:t>M-2.33*x+1*(x-1.33)+2(x-3)=0;  </a:t>
            </a:r>
          </a:p>
          <a:p>
            <a:pPr defTabSz="457200"/>
            <a:r>
              <a:rPr lang="en-US" sz="1600" dirty="0">
                <a:solidFill>
                  <a:srgbClr val="931909">
                    <a:lumMod val="50000"/>
                  </a:srgbClr>
                </a:solidFill>
                <a:latin typeface="Segoe UI Black"/>
              </a:rPr>
              <a:t>M=2.33x-(x-1.33)-2(x-3)</a:t>
            </a:r>
          </a:p>
        </p:txBody>
      </p:sp>
      <p:sp>
        <p:nvSpPr>
          <p:cNvPr id="415" name="Curved Down Arrow 414"/>
          <p:cNvSpPr/>
          <p:nvPr/>
        </p:nvSpPr>
        <p:spPr>
          <a:xfrm rot="16508738" flipV="1">
            <a:off x="6136130" y="5411095"/>
            <a:ext cx="247355" cy="185490"/>
          </a:xfrm>
          <a:prstGeom prst="curvedDownArrow">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cxnSp>
        <p:nvCxnSpPr>
          <p:cNvPr id="416" name="Straight Arrow Connector 415"/>
          <p:cNvCxnSpPr/>
          <p:nvPr/>
        </p:nvCxnSpPr>
        <p:spPr>
          <a:xfrm flipH="1" flipV="1">
            <a:off x="6258054" y="4232399"/>
            <a:ext cx="2190" cy="184897"/>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6" name="TextBox 125"/>
          <p:cNvSpPr txBox="1"/>
          <p:nvPr/>
        </p:nvSpPr>
        <p:spPr>
          <a:xfrm>
            <a:off x="6948986" y="4922957"/>
            <a:ext cx="3603876" cy="523220"/>
          </a:xfrm>
          <a:prstGeom prst="rect">
            <a:avLst/>
          </a:prstGeom>
          <a:noFill/>
        </p:spPr>
        <p:txBody>
          <a:bodyPr wrap="square" rtlCol="0">
            <a:spAutoFit/>
          </a:bodyPr>
          <a:lstStyle/>
          <a:p>
            <a:pPr defTabSz="457200"/>
            <a:r>
              <a:rPr lang="en-US" sz="1400" dirty="0">
                <a:solidFill>
                  <a:srgbClr val="931909"/>
                </a:solidFill>
                <a:latin typeface="Segoe UI Black"/>
              </a:rPr>
              <a:t>When x=4, V=-0.67 </a:t>
            </a:r>
            <a:r>
              <a:rPr lang="en-US" sz="1400" dirty="0" err="1">
                <a:solidFill>
                  <a:srgbClr val="931909"/>
                </a:solidFill>
                <a:latin typeface="Segoe UI Black"/>
              </a:rPr>
              <a:t>kN</a:t>
            </a:r>
            <a:endParaRPr lang="en-US" sz="1400" dirty="0">
              <a:solidFill>
                <a:srgbClr val="931909"/>
              </a:solidFill>
              <a:latin typeface="Segoe UI Black"/>
            </a:endParaRPr>
          </a:p>
          <a:p>
            <a:pPr defTabSz="457200"/>
            <a:r>
              <a:rPr lang="en-US" sz="1400" dirty="0">
                <a:solidFill>
                  <a:srgbClr val="931909"/>
                </a:solidFill>
                <a:latin typeface="Segoe UI Black"/>
              </a:rPr>
              <a:t>When X=5, V=-0.67kN</a:t>
            </a:r>
          </a:p>
        </p:txBody>
      </p:sp>
      <p:sp>
        <p:nvSpPr>
          <p:cNvPr id="417" name="TextBox 416"/>
          <p:cNvSpPr txBox="1"/>
          <p:nvPr/>
        </p:nvSpPr>
        <p:spPr>
          <a:xfrm>
            <a:off x="5327236" y="6349086"/>
            <a:ext cx="5041005" cy="523220"/>
          </a:xfrm>
          <a:prstGeom prst="rect">
            <a:avLst/>
          </a:prstGeom>
          <a:noFill/>
        </p:spPr>
        <p:txBody>
          <a:bodyPr wrap="square" rtlCol="0">
            <a:spAutoFit/>
          </a:bodyPr>
          <a:lstStyle/>
          <a:p>
            <a:pPr defTabSz="457200"/>
            <a:r>
              <a:rPr lang="en-US" sz="1400" dirty="0">
                <a:solidFill>
                  <a:srgbClr val="931909">
                    <a:lumMod val="50000"/>
                  </a:srgbClr>
                </a:solidFill>
                <a:latin typeface="Segoe UI Black"/>
              </a:rPr>
              <a:t>When x=4, M=2.33*4-(4-1.33)-2(4-3)=4.65kNm </a:t>
            </a:r>
          </a:p>
          <a:p>
            <a:pPr defTabSz="457200"/>
            <a:r>
              <a:rPr lang="en-US" sz="1400" dirty="0">
                <a:solidFill>
                  <a:srgbClr val="931909">
                    <a:lumMod val="50000"/>
                  </a:srgbClr>
                </a:solidFill>
                <a:latin typeface="Segoe UI Black"/>
              </a:rPr>
              <a:t>When X=5, M=2.33*5-(5-1.33)-2(5-3)=3.98kNm </a:t>
            </a:r>
          </a:p>
        </p:txBody>
      </p:sp>
      <p:cxnSp>
        <p:nvCxnSpPr>
          <p:cNvPr id="76" name="Straight Connector 75"/>
          <p:cNvCxnSpPr/>
          <p:nvPr/>
        </p:nvCxnSpPr>
        <p:spPr>
          <a:xfrm flipH="1">
            <a:off x="5744999" y="3446521"/>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a:off x="3897200" y="2630218"/>
            <a:ext cx="5992" cy="272349"/>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a:off x="4076232" y="2617152"/>
            <a:ext cx="5992" cy="272349"/>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4313546" y="2609899"/>
            <a:ext cx="2626" cy="28121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a:off x="4731387" y="2597040"/>
            <a:ext cx="10436" cy="30552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a:off x="4510800" y="2580495"/>
            <a:ext cx="10436" cy="30552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a:off x="4951021" y="2601604"/>
            <a:ext cx="10436" cy="30552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p:nvPr/>
        </p:nvCxnSpPr>
        <p:spPr>
          <a:xfrm>
            <a:off x="5162492" y="2592486"/>
            <a:ext cx="10436" cy="30552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flipV="1">
            <a:off x="4046746" y="2587109"/>
            <a:ext cx="1140684" cy="13854"/>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2065215" y="3178001"/>
            <a:ext cx="3115552" cy="32503"/>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flipH="1">
            <a:off x="2046348" y="3084149"/>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2700304" y="3047988"/>
            <a:ext cx="449718"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2m</a:t>
            </a:r>
          </a:p>
        </p:txBody>
      </p:sp>
      <p:cxnSp>
        <p:nvCxnSpPr>
          <p:cNvPr id="97" name="Straight Connector 96"/>
          <p:cNvCxnSpPr/>
          <p:nvPr/>
        </p:nvCxnSpPr>
        <p:spPr>
          <a:xfrm flipH="1">
            <a:off x="5125565" y="3119005"/>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4267928" y="3077212"/>
            <a:ext cx="422880"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2m</a:t>
            </a:r>
          </a:p>
        </p:txBody>
      </p:sp>
      <p:cxnSp>
        <p:nvCxnSpPr>
          <p:cNvPr id="99" name="Straight Connector 98"/>
          <p:cNvCxnSpPr/>
          <p:nvPr/>
        </p:nvCxnSpPr>
        <p:spPr>
          <a:xfrm flipH="1">
            <a:off x="4034476" y="3096955"/>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101" name="Rectangle 100"/>
          <p:cNvSpPr/>
          <p:nvPr/>
        </p:nvSpPr>
        <p:spPr>
          <a:xfrm>
            <a:off x="6452237" y="2828103"/>
            <a:ext cx="3476132" cy="121167"/>
          </a:xfrm>
          <a:prstGeom prst="rect">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cxnSp>
        <p:nvCxnSpPr>
          <p:cNvPr id="102" name="Straight Connector 101"/>
          <p:cNvCxnSpPr/>
          <p:nvPr/>
        </p:nvCxnSpPr>
        <p:spPr>
          <a:xfrm flipV="1">
            <a:off x="6452237" y="3408625"/>
            <a:ext cx="3476132" cy="5657"/>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6433370" y="3320430"/>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V="1">
            <a:off x="6469566" y="2537174"/>
            <a:ext cx="1978379" cy="28487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a:off x="8259462" y="3270480"/>
            <a:ext cx="335602"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x</a:t>
            </a:r>
          </a:p>
        </p:txBody>
      </p:sp>
      <p:cxnSp>
        <p:nvCxnSpPr>
          <p:cNvPr id="117" name="Straight Arrow Connector 116"/>
          <p:cNvCxnSpPr/>
          <p:nvPr/>
        </p:nvCxnSpPr>
        <p:spPr>
          <a:xfrm flipH="1" flipV="1">
            <a:off x="6469425" y="2942975"/>
            <a:ext cx="140" cy="302454"/>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p:nvPr/>
        </p:nvCxnSpPr>
        <p:spPr>
          <a:xfrm>
            <a:off x="10050626" y="2685044"/>
            <a:ext cx="15908" cy="34328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0" name="Curved Down Arrow 119"/>
          <p:cNvSpPr/>
          <p:nvPr/>
        </p:nvSpPr>
        <p:spPr>
          <a:xfrm rot="16508738" flipV="1">
            <a:off x="10133049" y="2719754"/>
            <a:ext cx="325414" cy="185490"/>
          </a:xfrm>
          <a:prstGeom prst="curvedDownArrow">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sp>
        <p:nvSpPr>
          <p:cNvPr id="121" name="TextBox 120"/>
          <p:cNvSpPr txBox="1"/>
          <p:nvPr/>
        </p:nvSpPr>
        <p:spPr>
          <a:xfrm>
            <a:off x="9931561" y="2968431"/>
            <a:ext cx="254039" cy="276999"/>
          </a:xfrm>
          <a:prstGeom prst="rect">
            <a:avLst/>
          </a:prstGeom>
          <a:noFill/>
        </p:spPr>
        <p:txBody>
          <a:bodyPr wrap="square" rtlCol="0">
            <a:spAutoFit/>
          </a:bodyPr>
          <a:lstStyle/>
          <a:p>
            <a:pPr defTabSz="457200"/>
            <a:r>
              <a:rPr lang="en-US" sz="1200" dirty="0">
                <a:solidFill>
                  <a:srgbClr val="FF0000"/>
                </a:solidFill>
                <a:latin typeface="Segoe UI Black"/>
              </a:rPr>
              <a:t>V</a:t>
            </a:r>
          </a:p>
        </p:txBody>
      </p:sp>
      <p:sp>
        <p:nvSpPr>
          <p:cNvPr id="122" name="TextBox 121"/>
          <p:cNvSpPr txBox="1"/>
          <p:nvPr/>
        </p:nvSpPr>
        <p:spPr>
          <a:xfrm>
            <a:off x="10099130" y="2439414"/>
            <a:ext cx="254039" cy="276999"/>
          </a:xfrm>
          <a:prstGeom prst="rect">
            <a:avLst/>
          </a:prstGeom>
          <a:noFill/>
        </p:spPr>
        <p:txBody>
          <a:bodyPr wrap="square" rtlCol="0">
            <a:spAutoFit/>
          </a:bodyPr>
          <a:lstStyle/>
          <a:p>
            <a:pPr defTabSz="457200"/>
            <a:r>
              <a:rPr lang="en-US" sz="1200" dirty="0">
                <a:solidFill>
                  <a:srgbClr val="7030A0"/>
                </a:solidFill>
                <a:latin typeface="Segoe UI Black"/>
              </a:rPr>
              <a:t>M</a:t>
            </a:r>
          </a:p>
        </p:txBody>
      </p:sp>
      <p:sp>
        <p:nvSpPr>
          <p:cNvPr id="123" name="TextBox 122"/>
          <p:cNvSpPr txBox="1"/>
          <p:nvPr/>
        </p:nvSpPr>
        <p:spPr>
          <a:xfrm>
            <a:off x="6250355" y="3096720"/>
            <a:ext cx="723604" cy="276999"/>
          </a:xfrm>
          <a:prstGeom prst="rect">
            <a:avLst/>
          </a:prstGeom>
          <a:noFill/>
        </p:spPr>
        <p:txBody>
          <a:bodyPr wrap="square" rtlCol="0">
            <a:spAutoFit/>
          </a:bodyPr>
          <a:lstStyle/>
          <a:p>
            <a:pPr defTabSz="457200"/>
            <a:r>
              <a:rPr lang="en-US" sz="1200" dirty="0">
                <a:solidFill>
                  <a:srgbClr val="002060"/>
                </a:solidFill>
                <a:latin typeface="Segoe UI Black"/>
              </a:rPr>
              <a:t>2.33kN</a:t>
            </a:r>
            <a:endParaRPr lang="en-US" sz="1200" baseline="-25000" dirty="0">
              <a:solidFill>
                <a:srgbClr val="002060"/>
              </a:solidFill>
              <a:latin typeface="Segoe UI Black"/>
            </a:endParaRPr>
          </a:p>
        </p:txBody>
      </p:sp>
      <p:cxnSp>
        <p:nvCxnSpPr>
          <p:cNvPr id="124" name="Straight Connector 123"/>
          <p:cNvCxnSpPr/>
          <p:nvPr/>
        </p:nvCxnSpPr>
        <p:spPr>
          <a:xfrm flipH="1">
            <a:off x="9880222" y="3312725"/>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Straight Connector 133"/>
          <p:cNvCxnSpPr>
            <a:endCxn id="121" idx="1"/>
          </p:cNvCxnSpPr>
          <p:nvPr/>
        </p:nvCxnSpPr>
        <p:spPr>
          <a:xfrm>
            <a:off x="6452238" y="3105274"/>
            <a:ext cx="3479323" cy="1656"/>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6433370" y="3011423"/>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136" name="TextBox 135"/>
          <p:cNvSpPr txBox="1"/>
          <p:nvPr/>
        </p:nvSpPr>
        <p:spPr>
          <a:xfrm>
            <a:off x="6944207" y="2912655"/>
            <a:ext cx="585127" cy="253916"/>
          </a:xfrm>
          <a:prstGeom prst="rect">
            <a:avLst/>
          </a:prstGeom>
          <a:noFill/>
        </p:spPr>
        <p:txBody>
          <a:bodyPr wrap="square" rtlCol="0">
            <a:spAutoFit/>
          </a:bodyPr>
          <a:lstStyle/>
          <a:p>
            <a:pPr defTabSz="457200"/>
            <a:r>
              <a:rPr lang="en-US" sz="1050" dirty="0">
                <a:solidFill>
                  <a:srgbClr val="002060"/>
                </a:solidFill>
                <a:latin typeface="Segoe UI Black"/>
              </a:rPr>
              <a:t>1.33m</a:t>
            </a:r>
          </a:p>
        </p:txBody>
      </p:sp>
      <p:cxnSp>
        <p:nvCxnSpPr>
          <p:cNvPr id="137" name="Straight Connector 136"/>
          <p:cNvCxnSpPr/>
          <p:nvPr/>
        </p:nvCxnSpPr>
        <p:spPr>
          <a:xfrm flipH="1">
            <a:off x="8896641" y="2967897"/>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138" name="TextBox 137"/>
          <p:cNvSpPr txBox="1"/>
          <p:nvPr/>
        </p:nvSpPr>
        <p:spPr>
          <a:xfrm>
            <a:off x="8531785" y="2908795"/>
            <a:ext cx="422880" cy="253916"/>
          </a:xfrm>
          <a:prstGeom prst="rect">
            <a:avLst/>
          </a:prstGeom>
          <a:noFill/>
        </p:spPr>
        <p:txBody>
          <a:bodyPr wrap="square" rtlCol="0">
            <a:spAutoFit/>
          </a:bodyPr>
          <a:lstStyle/>
          <a:p>
            <a:pPr defTabSz="457200"/>
            <a:r>
              <a:rPr lang="en-US" sz="1050" dirty="0">
                <a:solidFill>
                  <a:srgbClr val="002060"/>
                </a:solidFill>
                <a:latin typeface="Segoe UI Black"/>
              </a:rPr>
              <a:t>1m</a:t>
            </a:r>
          </a:p>
        </p:txBody>
      </p:sp>
      <p:cxnSp>
        <p:nvCxnSpPr>
          <p:cNvPr id="139" name="Straight Connector 138"/>
          <p:cNvCxnSpPr/>
          <p:nvPr/>
        </p:nvCxnSpPr>
        <p:spPr>
          <a:xfrm flipH="1">
            <a:off x="8421498" y="3024229"/>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flipV="1">
            <a:off x="8447944" y="2525052"/>
            <a:ext cx="1042648" cy="13969"/>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flipH="1">
            <a:off x="9481376" y="2545450"/>
            <a:ext cx="9216" cy="30691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a:off x="8440893" y="2545449"/>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a:off x="4069923" y="2562613"/>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46" name="Straight Arrow Connector 145"/>
          <p:cNvCxnSpPr/>
          <p:nvPr/>
        </p:nvCxnSpPr>
        <p:spPr>
          <a:xfrm>
            <a:off x="7840189" y="2450342"/>
            <a:ext cx="0" cy="349509"/>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p:cNvCxnSpPr/>
          <p:nvPr/>
        </p:nvCxnSpPr>
        <p:spPr>
          <a:xfrm flipH="1">
            <a:off x="8941700" y="2252558"/>
            <a:ext cx="18914" cy="556324"/>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4" name="TextBox 153"/>
          <p:cNvSpPr txBox="1"/>
          <p:nvPr/>
        </p:nvSpPr>
        <p:spPr>
          <a:xfrm>
            <a:off x="7719316" y="2025171"/>
            <a:ext cx="2047818" cy="261610"/>
          </a:xfrm>
          <a:prstGeom prst="rect">
            <a:avLst/>
          </a:prstGeom>
          <a:noFill/>
        </p:spPr>
        <p:txBody>
          <a:bodyPr wrap="square" rtlCol="0">
            <a:spAutoFit/>
          </a:bodyPr>
          <a:lstStyle/>
          <a:p>
            <a:pPr defTabSz="457200"/>
            <a:r>
              <a:rPr lang="en-US" sz="1100" dirty="0">
                <a:solidFill>
                  <a:srgbClr val="002060"/>
                </a:solidFill>
                <a:latin typeface="Segoe UI Black"/>
              </a:rPr>
              <a:t>(1kN/m)*(2m)=2 </a:t>
            </a:r>
            <a:r>
              <a:rPr lang="en-US" sz="1100" dirty="0" err="1">
                <a:solidFill>
                  <a:srgbClr val="002060"/>
                </a:solidFill>
                <a:latin typeface="Segoe UI Black"/>
              </a:rPr>
              <a:t>kN</a:t>
            </a:r>
            <a:endParaRPr lang="en-US" sz="1100" dirty="0">
              <a:solidFill>
                <a:srgbClr val="002060"/>
              </a:solidFill>
              <a:latin typeface="Segoe UI Black"/>
            </a:endParaRPr>
          </a:p>
        </p:txBody>
      </p:sp>
      <p:sp>
        <p:nvSpPr>
          <p:cNvPr id="156" name="TextBox 155"/>
          <p:cNvSpPr txBox="1"/>
          <p:nvPr/>
        </p:nvSpPr>
        <p:spPr>
          <a:xfrm>
            <a:off x="6777363" y="2262191"/>
            <a:ext cx="1509124" cy="253916"/>
          </a:xfrm>
          <a:prstGeom prst="rect">
            <a:avLst/>
          </a:prstGeom>
          <a:noFill/>
        </p:spPr>
        <p:txBody>
          <a:bodyPr wrap="square" rtlCol="0">
            <a:spAutoFit/>
          </a:bodyPr>
          <a:lstStyle/>
          <a:p>
            <a:pPr defTabSz="457200"/>
            <a:r>
              <a:rPr lang="en-US" sz="1050" dirty="0">
                <a:solidFill>
                  <a:srgbClr val="002060"/>
                </a:solidFill>
                <a:latin typeface="Segoe UI Black"/>
              </a:rPr>
              <a:t>(1kN/m)*2m=1 </a:t>
            </a:r>
            <a:r>
              <a:rPr lang="en-US" sz="1050" dirty="0" err="1">
                <a:solidFill>
                  <a:srgbClr val="002060"/>
                </a:solidFill>
                <a:latin typeface="Segoe UI Black"/>
              </a:rPr>
              <a:t>kN</a:t>
            </a:r>
            <a:endParaRPr lang="en-US" sz="1050" dirty="0">
              <a:solidFill>
                <a:srgbClr val="002060"/>
              </a:solidFill>
              <a:latin typeface="Segoe UI Black"/>
            </a:endParaRPr>
          </a:p>
        </p:txBody>
      </p:sp>
      <p:cxnSp>
        <p:nvCxnSpPr>
          <p:cNvPr id="157" name="Straight Connector 156"/>
          <p:cNvCxnSpPr/>
          <p:nvPr/>
        </p:nvCxnSpPr>
        <p:spPr>
          <a:xfrm>
            <a:off x="7825047" y="2585590"/>
            <a:ext cx="15142" cy="704578"/>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flipH="1">
            <a:off x="7803844" y="3025592"/>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160" name="TextBox 159"/>
          <p:cNvSpPr txBox="1"/>
          <p:nvPr/>
        </p:nvSpPr>
        <p:spPr>
          <a:xfrm>
            <a:off x="7861242" y="2928080"/>
            <a:ext cx="610852" cy="253916"/>
          </a:xfrm>
          <a:prstGeom prst="rect">
            <a:avLst/>
          </a:prstGeom>
          <a:noFill/>
        </p:spPr>
        <p:txBody>
          <a:bodyPr wrap="square" rtlCol="0">
            <a:spAutoFit/>
          </a:bodyPr>
          <a:lstStyle/>
          <a:p>
            <a:pPr defTabSz="457200"/>
            <a:r>
              <a:rPr lang="en-US" sz="1050" dirty="0">
                <a:solidFill>
                  <a:srgbClr val="002060"/>
                </a:solidFill>
                <a:latin typeface="Segoe UI Black"/>
              </a:rPr>
              <a:t>0.67m</a:t>
            </a:r>
          </a:p>
        </p:txBody>
      </p:sp>
      <p:sp>
        <p:nvSpPr>
          <p:cNvPr id="91" name="TextBox 90"/>
          <p:cNvSpPr txBox="1"/>
          <p:nvPr/>
        </p:nvSpPr>
        <p:spPr>
          <a:xfrm>
            <a:off x="9196895" y="2897079"/>
            <a:ext cx="422880" cy="253916"/>
          </a:xfrm>
          <a:prstGeom prst="rect">
            <a:avLst/>
          </a:prstGeom>
          <a:noFill/>
        </p:spPr>
        <p:txBody>
          <a:bodyPr wrap="square" rtlCol="0">
            <a:spAutoFit/>
          </a:bodyPr>
          <a:lstStyle/>
          <a:p>
            <a:pPr defTabSz="457200"/>
            <a:r>
              <a:rPr lang="en-US" sz="1050" dirty="0">
                <a:solidFill>
                  <a:srgbClr val="002060"/>
                </a:solidFill>
                <a:latin typeface="Segoe UI Black"/>
              </a:rPr>
              <a:t>x-3</a:t>
            </a:r>
          </a:p>
        </p:txBody>
      </p:sp>
      <p:cxnSp>
        <p:nvCxnSpPr>
          <p:cNvPr id="92" name="Straight Connector 91"/>
          <p:cNvCxnSpPr/>
          <p:nvPr/>
        </p:nvCxnSpPr>
        <p:spPr>
          <a:xfrm>
            <a:off x="8923923" y="2508942"/>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flipH="1">
            <a:off x="9880222" y="3002131"/>
            <a:ext cx="72390" cy="17428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5226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57"/>
                                        </p:tgtEl>
                                        <p:attrNameLst>
                                          <p:attrName>style.visibility</p:attrName>
                                        </p:attrNameLst>
                                      </p:cBhvr>
                                      <p:to>
                                        <p:strVal val="visible"/>
                                      </p:to>
                                    </p:set>
                                    <p:anim calcmode="lin" valueType="num">
                                      <p:cBhvr additive="base">
                                        <p:cTn id="11" dur="500" fill="hold"/>
                                        <p:tgtEl>
                                          <p:spTgt spid="257"/>
                                        </p:tgtEl>
                                        <p:attrNameLst>
                                          <p:attrName>ppt_x</p:attrName>
                                        </p:attrNameLst>
                                      </p:cBhvr>
                                      <p:tavLst>
                                        <p:tav tm="0">
                                          <p:val>
                                            <p:strVal val="#ppt_x"/>
                                          </p:val>
                                        </p:tav>
                                        <p:tav tm="100000">
                                          <p:val>
                                            <p:strVal val="#ppt_x"/>
                                          </p:val>
                                        </p:tav>
                                      </p:tavLst>
                                    </p:anim>
                                    <p:anim calcmode="lin" valueType="num">
                                      <p:cBhvr additive="base">
                                        <p:cTn id="12" dur="500" fill="hold"/>
                                        <p:tgtEl>
                                          <p:spTgt spid="25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3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3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3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6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4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366"/>
                                        </p:tgtEl>
                                        <p:attrNameLst>
                                          <p:attrName>style.visibility</p:attrName>
                                        </p:attrNameLst>
                                      </p:cBhvr>
                                      <p:to>
                                        <p:strVal val="visible"/>
                                      </p:to>
                                    </p:set>
                                    <p:anim calcmode="lin" valueType="num">
                                      <p:cBhvr additive="base">
                                        <p:cTn id="65" dur="500" fill="hold"/>
                                        <p:tgtEl>
                                          <p:spTgt spid="366"/>
                                        </p:tgtEl>
                                        <p:attrNameLst>
                                          <p:attrName>ppt_x</p:attrName>
                                        </p:attrNameLst>
                                      </p:cBhvr>
                                      <p:tavLst>
                                        <p:tav tm="0">
                                          <p:val>
                                            <p:strVal val="#ppt_x"/>
                                          </p:val>
                                        </p:tav>
                                        <p:tav tm="100000">
                                          <p:val>
                                            <p:strVal val="#ppt_x"/>
                                          </p:val>
                                        </p:tav>
                                      </p:tavLst>
                                    </p:anim>
                                    <p:anim calcmode="lin" valueType="num">
                                      <p:cBhvr additive="base">
                                        <p:cTn id="66" dur="500" fill="hold"/>
                                        <p:tgtEl>
                                          <p:spTgt spid="366"/>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nodeType="clickEffect">
                                  <p:stCondLst>
                                    <p:cond delay="0"/>
                                  </p:stCondLst>
                                  <p:childTnLst>
                                    <p:set>
                                      <p:cBhvr>
                                        <p:cTn id="70" dur="1" fill="hold">
                                          <p:stCondLst>
                                            <p:cond delay="0"/>
                                          </p:stCondLst>
                                        </p:cTn>
                                        <p:tgtEl>
                                          <p:spTgt spid="343"/>
                                        </p:tgtEl>
                                        <p:attrNameLst>
                                          <p:attrName>style.visibility</p:attrName>
                                        </p:attrNameLst>
                                      </p:cBhvr>
                                      <p:to>
                                        <p:strVal val="visible"/>
                                      </p:to>
                                    </p:set>
                                    <p:animEffect transition="in" filter="fade">
                                      <p:cBhvr>
                                        <p:cTn id="71" dur="1000"/>
                                        <p:tgtEl>
                                          <p:spTgt spid="343"/>
                                        </p:tgtEl>
                                      </p:cBhvr>
                                    </p:animEffect>
                                    <p:anim calcmode="lin" valueType="num">
                                      <p:cBhvr>
                                        <p:cTn id="72" dur="1000" fill="hold"/>
                                        <p:tgtEl>
                                          <p:spTgt spid="343"/>
                                        </p:tgtEl>
                                        <p:attrNameLst>
                                          <p:attrName>ppt_x</p:attrName>
                                        </p:attrNameLst>
                                      </p:cBhvr>
                                      <p:tavLst>
                                        <p:tav tm="0">
                                          <p:val>
                                            <p:strVal val="#ppt_x"/>
                                          </p:val>
                                        </p:tav>
                                        <p:tav tm="100000">
                                          <p:val>
                                            <p:strVal val="#ppt_x"/>
                                          </p:val>
                                        </p:tav>
                                      </p:tavLst>
                                    </p:anim>
                                    <p:anim calcmode="lin" valueType="num">
                                      <p:cBhvr>
                                        <p:cTn id="73" dur="1000" fill="hold"/>
                                        <p:tgtEl>
                                          <p:spTgt spid="343"/>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406"/>
                                        </p:tgtEl>
                                        <p:attrNameLst>
                                          <p:attrName>style.visibility</p:attrName>
                                        </p:attrNameLst>
                                      </p:cBhvr>
                                      <p:to>
                                        <p:strVal val="visible"/>
                                      </p:to>
                                    </p:set>
                                    <p:animEffect transition="in" filter="fade">
                                      <p:cBhvr>
                                        <p:cTn id="78" dur="1000"/>
                                        <p:tgtEl>
                                          <p:spTgt spid="406"/>
                                        </p:tgtEl>
                                      </p:cBhvr>
                                    </p:animEffect>
                                    <p:anim calcmode="lin" valueType="num">
                                      <p:cBhvr>
                                        <p:cTn id="79" dur="1000" fill="hold"/>
                                        <p:tgtEl>
                                          <p:spTgt spid="406"/>
                                        </p:tgtEl>
                                        <p:attrNameLst>
                                          <p:attrName>ppt_x</p:attrName>
                                        </p:attrNameLst>
                                      </p:cBhvr>
                                      <p:tavLst>
                                        <p:tav tm="0">
                                          <p:val>
                                            <p:strVal val="#ppt_x"/>
                                          </p:val>
                                        </p:tav>
                                        <p:tav tm="100000">
                                          <p:val>
                                            <p:strVal val="#ppt_x"/>
                                          </p:val>
                                        </p:tav>
                                      </p:tavLst>
                                    </p:anim>
                                    <p:anim calcmode="lin" valueType="num">
                                      <p:cBhvr>
                                        <p:cTn id="80" dur="1000" fill="hold"/>
                                        <p:tgtEl>
                                          <p:spTgt spid="406"/>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36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6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6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65"/>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342"/>
                                        </p:tgtEl>
                                        <p:attrNameLst>
                                          <p:attrName>style.visibility</p:attrName>
                                        </p:attrNameLst>
                                      </p:cBhvr>
                                      <p:to>
                                        <p:strVal val="visible"/>
                                      </p:to>
                                    </p:set>
                                    <p:anim calcmode="lin" valueType="num">
                                      <p:cBhvr additive="base">
                                        <p:cTn id="97" dur="500" fill="hold"/>
                                        <p:tgtEl>
                                          <p:spTgt spid="342"/>
                                        </p:tgtEl>
                                        <p:attrNameLst>
                                          <p:attrName>ppt_x</p:attrName>
                                        </p:attrNameLst>
                                      </p:cBhvr>
                                      <p:tavLst>
                                        <p:tav tm="0">
                                          <p:val>
                                            <p:strVal val="#ppt_x"/>
                                          </p:val>
                                        </p:tav>
                                        <p:tav tm="100000">
                                          <p:val>
                                            <p:strVal val="#ppt_x"/>
                                          </p:val>
                                        </p:tav>
                                      </p:tavLst>
                                    </p:anim>
                                    <p:anim calcmode="lin" valueType="num">
                                      <p:cBhvr additive="base">
                                        <p:cTn id="98" dur="500" fill="hold"/>
                                        <p:tgtEl>
                                          <p:spTgt spid="342"/>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76"/>
                                        </p:tgtEl>
                                        <p:attrNameLst>
                                          <p:attrName>style.visibility</p:attrName>
                                        </p:attrNameLst>
                                      </p:cBhvr>
                                      <p:to>
                                        <p:strVal val="visible"/>
                                      </p:to>
                                    </p:set>
                                    <p:anim calcmode="lin" valueType="num">
                                      <p:cBhvr additive="base">
                                        <p:cTn id="101" dur="500" fill="hold"/>
                                        <p:tgtEl>
                                          <p:spTgt spid="76"/>
                                        </p:tgtEl>
                                        <p:attrNameLst>
                                          <p:attrName>ppt_x</p:attrName>
                                        </p:attrNameLst>
                                      </p:cBhvr>
                                      <p:tavLst>
                                        <p:tav tm="0">
                                          <p:val>
                                            <p:strVal val="#ppt_x"/>
                                          </p:val>
                                        </p:tav>
                                        <p:tav tm="100000">
                                          <p:val>
                                            <p:strVal val="#ppt_x"/>
                                          </p:val>
                                        </p:tav>
                                      </p:tavLst>
                                    </p:anim>
                                    <p:anim calcmode="lin" valueType="num">
                                      <p:cBhvr additive="base">
                                        <p:cTn id="102" dur="500" fill="hold"/>
                                        <p:tgtEl>
                                          <p:spTgt spid="76"/>
                                        </p:tgtEl>
                                        <p:attrNameLst>
                                          <p:attrName>ppt_y</p:attrName>
                                        </p:attrNameLst>
                                      </p:cBhvr>
                                      <p:tavLst>
                                        <p:tav tm="0">
                                          <p:val>
                                            <p:strVal val="1+#ppt_h/2"/>
                                          </p:val>
                                        </p:tav>
                                        <p:tav tm="100000">
                                          <p:val>
                                            <p:strVal val="#ppt_y"/>
                                          </p:val>
                                        </p:tav>
                                      </p:tavLst>
                                    </p:anim>
                                  </p:childTnLst>
                                </p:cTn>
                              </p:par>
                              <p:par>
                                <p:cTn id="103" presetID="2" presetClass="entr" presetSubtype="4" fill="hold" nodeType="withEffect">
                                  <p:stCondLst>
                                    <p:cond delay="0"/>
                                  </p:stCondLst>
                                  <p:childTnLst>
                                    <p:set>
                                      <p:cBhvr>
                                        <p:cTn id="104" dur="1" fill="hold">
                                          <p:stCondLst>
                                            <p:cond delay="0"/>
                                          </p:stCondLst>
                                        </p:cTn>
                                        <p:tgtEl>
                                          <p:spTgt spid="261"/>
                                        </p:tgtEl>
                                        <p:attrNameLst>
                                          <p:attrName>style.visibility</p:attrName>
                                        </p:attrNameLst>
                                      </p:cBhvr>
                                      <p:to>
                                        <p:strVal val="visible"/>
                                      </p:to>
                                    </p:set>
                                    <p:anim calcmode="lin" valueType="num">
                                      <p:cBhvr additive="base">
                                        <p:cTn id="105" dur="500" fill="hold"/>
                                        <p:tgtEl>
                                          <p:spTgt spid="261"/>
                                        </p:tgtEl>
                                        <p:attrNameLst>
                                          <p:attrName>ppt_x</p:attrName>
                                        </p:attrNameLst>
                                      </p:cBhvr>
                                      <p:tavLst>
                                        <p:tav tm="0">
                                          <p:val>
                                            <p:strVal val="#ppt_x"/>
                                          </p:val>
                                        </p:tav>
                                        <p:tav tm="100000">
                                          <p:val>
                                            <p:strVal val="#ppt_x"/>
                                          </p:val>
                                        </p:tav>
                                      </p:tavLst>
                                    </p:anim>
                                    <p:anim calcmode="lin" valueType="num">
                                      <p:cBhvr additive="base">
                                        <p:cTn id="106" dur="500" fill="hold"/>
                                        <p:tgtEl>
                                          <p:spTgt spid="261"/>
                                        </p:tgtEl>
                                        <p:attrNameLst>
                                          <p:attrName>ppt_y</p:attrName>
                                        </p:attrNameLst>
                                      </p:cBhvr>
                                      <p:tavLst>
                                        <p:tav tm="0">
                                          <p:val>
                                            <p:strVal val="1+#ppt_h/2"/>
                                          </p:val>
                                        </p:tav>
                                        <p:tav tm="100000">
                                          <p:val>
                                            <p:strVal val="#ppt_y"/>
                                          </p:val>
                                        </p:tav>
                                      </p:tavLst>
                                    </p:anim>
                                  </p:childTnLst>
                                </p:cTn>
                              </p:par>
                              <p:par>
                                <p:cTn id="107" presetID="2" presetClass="entr" presetSubtype="4" fill="hold" nodeType="withEffect">
                                  <p:stCondLst>
                                    <p:cond delay="0"/>
                                  </p:stCondLst>
                                  <p:childTnLst>
                                    <p:set>
                                      <p:cBhvr>
                                        <p:cTn id="108" dur="1" fill="hold">
                                          <p:stCondLst>
                                            <p:cond delay="0"/>
                                          </p:stCondLst>
                                        </p:cTn>
                                        <p:tgtEl>
                                          <p:spTgt spid="263"/>
                                        </p:tgtEl>
                                        <p:attrNameLst>
                                          <p:attrName>style.visibility</p:attrName>
                                        </p:attrNameLst>
                                      </p:cBhvr>
                                      <p:to>
                                        <p:strVal val="visible"/>
                                      </p:to>
                                    </p:set>
                                    <p:anim calcmode="lin" valueType="num">
                                      <p:cBhvr additive="base">
                                        <p:cTn id="109" dur="500" fill="hold"/>
                                        <p:tgtEl>
                                          <p:spTgt spid="263"/>
                                        </p:tgtEl>
                                        <p:attrNameLst>
                                          <p:attrName>ppt_x</p:attrName>
                                        </p:attrNameLst>
                                      </p:cBhvr>
                                      <p:tavLst>
                                        <p:tav tm="0">
                                          <p:val>
                                            <p:strVal val="#ppt_x"/>
                                          </p:val>
                                        </p:tav>
                                        <p:tav tm="100000">
                                          <p:val>
                                            <p:strVal val="#ppt_x"/>
                                          </p:val>
                                        </p:tav>
                                      </p:tavLst>
                                    </p:anim>
                                    <p:anim calcmode="lin" valueType="num">
                                      <p:cBhvr additive="base">
                                        <p:cTn id="110" dur="500" fill="hold"/>
                                        <p:tgtEl>
                                          <p:spTgt spid="263"/>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96"/>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97"/>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98"/>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99"/>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95"/>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94"/>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2" presetClass="entr" presetSubtype="4" fill="hold" grpId="0" nodeType="clickEffect">
                                  <p:stCondLst>
                                    <p:cond delay="0"/>
                                  </p:stCondLst>
                                  <p:childTnLst>
                                    <p:set>
                                      <p:cBhvr>
                                        <p:cTn id="128" dur="1" fill="hold">
                                          <p:stCondLst>
                                            <p:cond delay="0"/>
                                          </p:stCondLst>
                                        </p:cTn>
                                        <p:tgtEl>
                                          <p:spTgt spid="101"/>
                                        </p:tgtEl>
                                        <p:attrNameLst>
                                          <p:attrName>style.visibility</p:attrName>
                                        </p:attrNameLst>
                                      </p:cBhvr>
                                      <p:to>
                                        <p:strVal val="visible"/>
                                      </p:to>
                                    </p:set>
                                    <p:anim calcmode="lin" valueType="num">
                                      <p:cBhvr additive="base">
                                        <p:cTn id="129" dur="500" fill="hold"/>
                                        <p:tgtEl>
                                          <p:spTgt spid="101"/>
                                        </p:tgtEl>
                                        <p:attrNameLst>
                                          <p:attrName>ppt_x</p:attrName>
                                        </p:attrNameLst>
                                      </p:cBhvr>
                                      <p:tavLst>
                                        <p:tav tm="0">
                                          <p:val>
                                            <p:strVal val="#ppt_x"/>
                                          </p:val>
                                        </p:tav>
                                        <p:tav tm="100000">
                                          <p:val>
                                            <p:strVal val="#ppt_x"/>
                                          </p:val>
                                        </p:tav>
                                      </p:tavLst>
                                    </p:anim>
                                    <p:anim calcmode="lin" valueType="num">
                                      <p:cBhvr additive="base">
                                        <p:cTn id="130"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42" presetClass="entr" presetSubtype="0" fill="hold" nodeType="clickEffect">
                                  <p:stCondLst>
                                    <p:cond delay="0"/>
                                  </p:stCondLst>
                                  <p:childTnLst>
                                    <p:set>
                                      <p:cBhvr>
                                        <p:cTn id="134" dur="1" fill="hold">
                                          <p:stCondLst>
                                            <p:cond delay="0"/>
                                          </p:stCondLst>
                                        </p:cTn>
                                        <p:tgtEl>
                                          <p:spTgt spid="142"/>
                                        </p:tgtEl>
                                        <p:attrNameLst>
                                          <p:attrName>style.visibility</p:attrName>
                                        </p:attrNameLst>
                                      </p:cBhvr>
                                      <p:to>
                                        <p:strVal val="visible"/>
                                      </p:to>
                                    </p:set>
                                    <p:animEffect transition="in" filter="fade">
                                      <p:cBhvr>
                                        <p:cTn id="135" dur="1000"/>
                                        <p:tgtEl>
                                          <p:spTgt spid="142"/>
                                        </p:tgtEl>
                                      </p:cBhvr>
                                    </p:animEffect>
                                    <p:anim calcmode="lin" valueType="num">
                                      <p:cBhvr>
                                        <p:cTn id="136" dur="1000" fill="hold"/>
                                        <p:tgtEl>
                                          <p:spTgt spid="142"/>
                                        </p:tgtEl>
                                        <p:attrNameLst>
                                          <p:attrName>ppt_x</p:attrName>
                                        </p:attrNameLst>
                                      </p:cBhvr>
                                      <p:tavLst>
                                        <p:tav tm="0">
                                          <p:val>
                                            <p:strVal val="#ppt_x"/>
                                          </p:val>
                                        </p:tav>
                                        <p:tav tm="100000">
                                          <p:val>
                                            <p:strVal val="#ppt_x"/>
                                          </p:val>
                                        </p:tav>
                                      </p:tavLst>
                                    </p:anim>
                                    <p:anim calcmode="lin" valueType="num">
                                      <p:cBhvr>
                                        <p:cTn id="137" dur="1000" fill="hold"/>
                                        <p:tgtEl>
                                          <p:spTgt spid="142"/>
                                        </p:tgtEl>
                                        <p:attrNameLst>
                                          <p:attrName>ppt_y</p:attrName>
                                        </p:attrNameLst>
                                      </p:cBhvr>
                                      <p:tavLst>
                                        <p:tav tm="0">
                                          <p:val>
                                            <p:strVal val="#ppt_y+.1"/>
                                          </p:val>
                                        </p:tav>
                                        <p:tav tm="100000">
                                          <p:val>
                                            <p:strVal val="#ppt_y"/>
                                          </p:val>
                                        </p:tav>
                                      </p:tavLst>
                                    </p:anim>
                                  </p:childTnLst>
                                </p:cTn>
                              </p:par>
                              <p:par>
                                <p:cTn id="138" presetID="42" presetClass="entr" presetSubtype="0" fill="hold" nodeType="withEffect">
                                  <p:stCondLst>
                                    <p:cond delay="0"/>
                                  </p:stCondLst>
                                  <p:childTnLst>
                                    <p:set>
                                      <p:cBhvr>
                                        <p:cTn id="139" dur="1" fill="hold">
                                          <p:stCondLst>
                                            <p:cond delay="0"/>
                                          </p:stCondLst>
                                        </p:cTn>
                                        <p:tgtEl>
                                          <p:spTgt spid="140"/>
                                        </p:tgtEl>
                                        <p:attrNameLst>
                                          <p:attrName>style.visibility</p:attrName>
                                        </p:attrNameLst>
                                      </p:cBhvr>
                                      <p:to>
                                        <p:strVal val="visible"/>
                                      </p:to>
                                    </p:set>
                                    <p:animEffect transition="in" filter="fade">
                                      <p:cBhvr>
                                        <p:cTn id="140" dur="1000"/>
                                        <p:tgtEl>
                                          <p:spTgt spid="140"/>
                                        </p:tgtEl>
                                      </p:cBhvr>
                                    </p:animEffect>
                                    <p:anim calcmode="lin" valueType="num">
                                      <p:cBhvr>
                                        <p:cTn id="141" dur="1000" fill="hold"/>
                                        <p:tgtEl>
                                          <p:spTgt spid="140"/>
                                        </p:tgtEl>
                                        <p:attrNameLst>
                                          <p:attrName>ppt_x</p:attrName>
                                        </p:attrNameLst>
                                      </p:cBhvr>
                                      <p:tavLst>
                                        <p:tav tm="0">
                                          <p:val>
                                            <p:strVal val="#ppt_x"/>
                                          </p:val>
                                        </p:tav>
                                        <p:tav tm="100000">
                                          <p:val>
                                            <p:strVal val="#ppt_x"/>
                                          </p:val>
                                        </p:tav>
                                      </p:tavLst>
                                    </p:anim>
                                    <p:anim calcmode="lin" valueType="num">
                                      <p:cBhvr>
                                        <p:cTn id="142" dur="1000" fill="hold"/>
                                        <p:tgtEl>
                                          <p:spTgt spid="140"/>
                                        </p:tgtEl>
                                        <p:attrNameLst>
                                          <p:attrName>ppt_y</p:attrName>
                                        </p:attrNameLst>
                                      </p:cBhvr>
                                      <p:tavLst>
                                        <p:tav tm="0">
                                          <p:val>
                                            <p:strVal val="#ppt_y+.1"/>
                                          </p:val>
                                        </p:tav>
                                        <p:tav tm="100000">
                                          <p:val>
                                            <p:strVal val="#ppt_y"/>
                                          </p:val>
                                        </p:tav>
                                      </p:tavLst>
                                    </p:anim>
                                  </p:childTnLst>
                                </p:cTn>
                              </p:par>
                              <p:par>
                                <p:cTn id="143" presetID="42" presetClass="entr" presetSubtype="0" fill="hold" nodeType="withEffect">
                                  <p:stCondLst>
                                    <p:cond delay="0"/>
                                  </p:stCondLst>
                                  <p:childTnLst>
                                    <p:set>
                                      <p:cBhvr>
                                        <p:cTn id="144" dur="1" fill="hold">
                                          <p:stCondLst>
                                            <p:cond delay="0"/>
                                          </p:stCondLst>
                                        </p:cTn>
                                        <p:tgtEl>
                                          <p:spTgt spid="104"/>
                                        </p:tgtEl>
                                        <p:attrNameLst>
                                          <p:attrName>style.visibility</p:attrName>
                                        </p:attrNameLst>
                                      </p:cBhvr>
                                      <p:to>
                                        <p:strVal val="visible"/>
                                      </p:to>
                                    </p:set>
                                    <p:animEffect transition="in" filter="fade">
                                      <p:cBhvr>
                                        <p:cTn id="145" dur="1000"/>
                                        <p:tgtEl>
                                          <p:spTgt spid="104"/>
                                        </p:tgtEl>
                                      </p:cBhvr>
                                    </p:animEffect>
                                    <p:anim calcmode="lin" valueType="num">
                                      <p:cBhvr>
                                        <p:cTn id="146" dur="1000" fill="hold"/>
                                        <p:tgtEl>
                                          <p:spTgt spid="104"/>
                                        </p:tgtEl>
                                        <p:attrNameLst>
                                          <p:attrName>ppt_x</p:attrName>
                                        </p:attrNameLst>
                                      </p:cBhvr>
                                      <p:tavLst>
                                        <p:tav tm="0">
                                          <p:val>
                                            <p:strVal val="#ppt_x"/>
                                          </p:val>
                                        </p:tav>
                                        <p:tav tm="100000">
                                          <p:val>
                                            <p:strVal val="#ppt_x"/>
                                          </p:val>
                                        </p:tav>
                                      </p:tavLst>
                                    </p:anim>
                                    <p:anim calcmode="lin" valueType="num">
                                      <p:cBhvr>
                                        <p:cTn id="147" dur="1000" fill="hold"/>
                                        <p:tgtEl>
                                          <p:spTgt spid="104"/>
                                        </p:tgtEl>
                                        <p:attrNameLst>
                                          <p:attrName>ppt_y</p:attrName>
                                        </p:attrNameLst>
                                      </p:cBhvr>
                                      <p:tavLst>
                                        <p:tav tm="0">
                                          <p:val>
                                            <p:strVal val="#ppt_y+.1"/>
                                          </p:val>
                                        </p:tav>
                                        <p:tav tm="100000">
                                          <p:val>
                                            <p:strVal val="#ppt_y"/>
                                          </p:val>
                                        </p:tav>
                                      </p:tavLst>
                                    </p:anim>
                                  </p:childTnLst>
                                </p:cTn>
                              </p:par>
                            </p:childTnLst>
                          </p:cTn>
                        </p:par>
                      </p:childTnLst>
                    </p:cTn>
                  </p:par>
                  <p:par>
                    <p:cTn id="148" fill="hold">
                      <p:stCondLst>
                        <p:cond delay="indefinite"/>
                      </p:stCondLst>
                      <p:childTnLst>
                        <p:par>
                          <p:cTn id="149" fill="hold">
                            <p:stCondLst>
                              <p:cond delay="0"/>
                            </p:stCondLst>
                            <p:childTnLst>
                              <p:par>
                                <p:cTn id="150" presetID="42" presetClass="entr" presetSubtype="0" fill="hold" nodeType="clickEffect">
                                  <p:stCondLst>
                                    <p:cond delay="0"/>
                                  </p:stCondLst>
                                  <p:childTnLst>
                                    <p:set>
                                      <p:cBhvr>
                                        <p:cTn id="151" dur="1" fill="hold">
                                          <p:stCondLst>
                                            <p:cond delay="0"/>
                                          </p:stCondLst>
                                        </p:cTn>
                                        <p:tgtEl>
                                          <p:spTgt spid="117"/>
                                        </p:tgtEl>
                                        <p:attrNameLst>
                                          <p:attrName>style.visibility</p:attrName>
                                        </p:attrNameLst>
                                      </p:cBhvr>
                                      <p:to>
                                        <p:strVal val="visible"/>
                                      </p:to>
                                    </p:set>
                                    <p:animEffect transition="in" filter="fade">
                                      <p:cBhvr>
                                        <p:cTn id="152" dur="1000"/>
                                        <p:tgtEl>
                                          <p:spTgt spid="117"/>
                                        </p:tgtEl>
                                      </p:cBhvr>
                                    </p:animEffect>
                                    <p:anim calcmode="lin" valueType="num">
                                      <p:cBhvr>
                                        <p:cTn id="153" dur="1000" fill="hold"/>
                                        <p:tgtEl>
                                          <p:spTgt spid="117"/>
                                        </p:tgtEl>
                                        <p:attrNameLst>
                                          <p:attrName>ppt_x</p:attrName>
                                        </p:attrNameLst>
                                      </p:cBhvr>
                                      <p:tavLst>
                                        <p:tav tm="0">
                                          <p:val>
                                            <p:strVal val="#ppt_x"/>
                                          </p:val>
                                        </p:tav>
                                        <p:tav tm="100000">
                                          <p:val>
                                            <p:strVal val="#ppt_x"/>
                                          </p:val>
                                        </p:tav>
                                      </p:tavLst>
                                    </p:anim>
                                    <p:anim calcmode="lin" valueType="num">
                                      <p:cBhvr>
                                        <p:cTn id="154" dur="1000" fill="hold"/>
                                        <p:tgtEl>
                                          <p:spTgt spid="117"/>
                                        </p:tgtEl>
                                        <p:attrNameLst>
                                          <p:attrName>ppt_y</p:attrName>
                                        </p:attrNameLst>
                                      </p:cBhvr>
                                      <p:tavLst>
                                        <p:tav tm="0">
                                          <p:val>
                                            <p:strVal val="#ppt_y+.1"/>
                                          </p:val>
                                        </p:tav>
                                        <p:tav tm="100000">
                                          <p:val>
                                            <p:strVal val="#ppt_y"/>
                                          </p:val>
                                        </p:tav>
                                      </p:tavLst>
                                    </p:anim>
                                  </p:childTnLst>
                                </p:cTn>
                              </p:par>
                            </p:childTnLst>
                          </p:cTn>
                        </p:par>
                      </p:childTnLst>
                    </p:cTn>
                  </p:par>
                  <p:par>
                    <p:cTn id="155" fill="hold">
                      <p:stCondLst>
                        <p:cond delay="indefinite"/>
                      </p:stCondLst>
                      <p:childTnLst>
                        <p:par>
                          <p:cTn id="156" fill="hold">
                            <p:stCondLst>
                              <p:cond delay="0"/>
                            </p:stCondLst>
                            <p:childTnLst>
                              <p:par>
                                <p:cTn id="157" presetID="42" presetClass="entr" presetSubtype="0" fill="hold" grpId="0" nodeType="clickEffect">
                                  <p:stCondLst>
                                    <p:cond delay="0"/>
                                  </p:stCondLst>
                                  <p:childTnLst>
                                    <p:set>
                                      <p:cBhvr>
                                        <p:cTn id="158" dur="1" fill="hold">
                                          <p:stCondLst>
                                            <p:cond delay="0"/>
                                          </p:stCondLst>
                                        </p:cTn>
                                        <p:tgtEl>
                                          <p:spTgt spid="123"/>
                                        </p:tgtEl>
                                        <p:attrNameLst>
                                          <p:attrName>style.visibility</p:attrName>
                                        </p:attrNameLst>
                                      </p:cBhvr>
                                      <p:to>
                                        <p:strVal val="visible"/>
                                      </p:to>
                                    </p:set>
                                    <p:animEffect transition="in" filter="fade">
                                      <p:cBhvr>
                                        <p:cTn id="159" dur="1000"/>
                                        <p:tgtEl>
                                          <p:spTgt spid="123"/>
                                        </p:tgtEl>
                                      </p:cBhvr>
                                    </p:animEffect>
                                    <p:anim calcmode="lin" valueType="num">
                                      <p:cBhvr>
                                        <p:cTn id="160" dur="1000" fill="hold"/>
                                        <p:tgtEl>
                                          <p:spTgt spid="123"/>
                                        </p:tgtEl>
                                        <p:attrNameLst>
                                          <p:attrName>ppt_x</p:attrName>
                                        </p:attrNameLst>
                                      </p:cBhvr>
                                      <p:tavLst>
                                        <p:tav tm="0">
                                          <p:val>
                                            <p:strVal val="#ppt_x"/>
                                          </p:val>
                                        </p:tav>
                                        <p:tav tm="100000">
                                          <p:val>
                                            <p:strVal val="#ppt_x"/>
                                          </p:val>
                                        </p:tav>
                                      </p:tavLst>
                                    </p:anim>
                                    <p:anim calcmode="lin" valueType="num">
                                      <p:cBhvr>
                                        <p:cTn id="161" dur="1000" fill="hold"/>
                                        <p:tgtEl>
                                          <p:spTgt spid="123"/>
                                        </p:tgtEl>
                                        <p:attrNameLst>
                                          <p:attrName>ppt_y</p:attrName>
                                        </p:attrNameLst>
                                      </p:cBhvr>
                                      <p:tavLst>
                                        <p:tav tm="0">
                                          <p:val>
                                            <p:strVal val="#ppt_y+.1"/>
                                          </p:val>
                                        </p:tav>
                                        <p:tav tm="100000">
                                          <p:val>
                                            <p:strVal val="#ppt_y"/>
                                          </p:val>
                                        </p:tav>
                                      </p:tavLst>
                                    </p:anim>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nodeType="clickEffect">
                                  <p:stCondLst>
                                    <p:cond delay="0"/>
                                  </p:stCondLst>
                                  <p:childTnLst>
                                    <p:set>
                                      <p:cBhvr>
                                        <p:cTn id="165" dur="1" fill="hold">
                                          <p:stCondLst>
                                            <p:cond delay="0"/>
                                          </p:stCondLst>
                                        </p:cTn>
                                        <p:tgtEl>
                                          <p:spTgt spid="119"/>
                                        </p:tgtEl>
                                        <p:attrNameLst>
                                          <p:attrName>style.visibility</p:attrName>
                                        </p:attrNameLst>
                                      </p:cBhvr>
                                      <p:to>
                                        <p:strVal val="visible"/>
                                      </p:to>
                                    </p:set>
                                  </p:childTnLst>
                                </p:cTn>
                              </p:par>
                              <p:par>
                                <p:cTn id="166" presetID="1" presetClass="entr" presetSubtype="0" fill="hold" grpId="0" nodeType="withEffect">
                                  <p:stCondLst>
                                    <p:cond delay="0"/>
                                  </p:stCondLst>
                                  <p:childTnLst>
                                    <p:set>
                                      <p:cBhvr>
                                        <p:cTn id="167" dur="1" fill="hold">
                                          <p:stCondLst>
                                            <p:cond delay="0"/>
                                          </p:stCondLst>
                                        </p:cTn>
                                        <p:tgtEl>
                                          <p:spTgt spid="121"/>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presetID="1" presetClass="entr" presetSubtype="0" fill="hold" grpId="0" nodeType="clickEffect">
                                  <p:stCondLst>
                                    <p:cond delay="0"/>
                                  </p:stCondLst>
                                  <p:childTnLst>
                                    <p:set>
                                      <p:cBhvr>
                                        <p:cTn id="171" dur="1" fill="hold">
                                          <p:stCondLst>
                                            <p:cond delay="0"/>
                                          </p:stCondLst>
                                        </p:cTn>
                                        <p:tgtEl>
                                          <p:spTgt spid="120"/>
                                        </p:tgtEl>
                                        <p:attrNameLst>
                                          <p:attrName>style.visibility</p:attrName>
                                        </p:attrNameLst>
                                      </p:cBhvr>
                                      <p:to>
                                        <p:strVal val="visible"/>
                                      </p:to>
                                    </p:set>
                                  </p:childTnLst>
                                </p:cTn>
                              </p:par>
                              <p:par>
                                <p:cTn id="172" presetID="1" presetClass="entr" presetSubtype="0" fill="hold" grpId="0" nodeType="withEffect">
                                  <p:stCondLst>
                                    <p:cond delay="0"/>
                                  </p:stCondLst>
                                  <p:childTnLst>
                                    <p:set>
                                      <p:cBhvr>
                                        <p:cTn id="173" dur="1" fill="hold">
                                          <p:stCondLst>
                                            <p:cond delay="0"/>
                                          </p:stCondLst>
                                        </p:cTn>
                                        <p:tgtEl>
                                          <p:spTgt spid="122"/>
                                        </p:tgtEl>
                                        <p:attrNameLst>
                                          <p:attrName>style.visibility</p:attrName>
                                        </p:attrNameLst>
                                      </p:cBhvr>
                                      <p:to>
                                        <p:strVal val="visible"/>
                                      </p:to>
                                    </p:set>
                                  </p:childTnLst>
                                </p:cTn>
                              </p:par>
                            </p:childTnLst>
                          </p:cTn>
                        </p:par>
                      </p:childTnLst>
                    </p:cTn>
                  </p:par>
                  <p:par>
                    <p:cTn id="174" fill="hold">
                      <p:stCondLst>
                        <p:cond delay="indefinite"/>
                      </p:stCondLst>
                      <p:childTnLst>
                        <p:par>
                          <p:cTn id="175" fill="hold">
                            <p:stCondLst>
                              <p:cond delay="0"/>
                            </p:stCondLst>
                            <p:childTnLst>
                              <p:par>
                                <p:cTn id="176" presetID="2" presetClass="entr" presetSubtype="4" fill="hold" grpId="0" nodeType="clickEffect">
                                  <p:stCondLst>
                                    <p:cond delay="0"/>
                                  </p:stCondLst>
                                  <p:childTnLst>
                                    <p:set>
                                      <p:cBhvr>
                                        <p:cTn id="177" dur="1" fill="hold">
                                          <p:stCondLst>
                                            <p:cond delay="0"/>
                                          </p:stCondLst>
                                        </p:cTn>
                                        <p:tgtEl>
                                          <p:spTgt spid="116"/>
                                        </p:tgtEl>
                                        <p:attrNameLst>
                                          <p:attrName>style.visibility</p:attrName>
                                        </p:attrNameLst>
                                      </p:cBhvr>
                                      <p:to>
                                        <p:strVal val="visible"/>
                                      </p:to>
                                    </p:set>
                                    <p:anim calcmode="lin" valueType="num">
                                      <p:cBhvr additive="base">
                                        <p:cTn id="178" dur="500" fill="hold"/>
                                        <p:tgtEl>
                                          <p:spTgt spid="116"/>
                                        </p:tgtEl>
                                        <p:attrNameLst>
                                          <p:attrName>ppt_x</p:attrName>
                                        </p:attrNameLst>
                                      </p:cBhvr>
                                      <p:tavLst>
                                        <p:tav tm="0">
                                          <p:val>
                                            <p:strVal val="#ppt_x"/>
                                          </p:val>
                                        </p:tav>
                                        <p:tav tm="100000">
                                          <p:val>
                                            <p:strVal val="#ppt_x"/>
                                          </p:val>
                                        </p:tav>
                                      </p:tavLst>
                                    </p:anim>
                                    <p:anim calcmode="lin" valueType="num">
                                      <p:cBhvr additive="base">
                                        <p:cTn id="179" dur="500" fill="hold"/>
                                        <p:tgtEl>
                                          <p:spTgt spid="116"/>
                                        </p:tgtEl>
                                        <p:attrNameLst>
                                          <p:attrName>ppt_y</p:attrName>
                                        </p:attrNameLst>
                                      </p:cBhvr>
                                      <p:tavLst>
                                        <p:tav tm="0">
                                          <p:val>
                                            <p:strVal val="1+#ppt_h/2"/>
                                          </p:val>
                                        </p:tav>
                                        <p:tav tm="100000">
                                          <p:val>
                                            <p:strVal val="#ppt_y"/>
                                          </p:val>
                                        </p:tav>
                                      </p:tavLst>
                                    </p:anim>
                                  </p:childTnLst>
                                </p:cTn>
                              </p:par>
                              <p:par>
                                <p:cTn id="180" presetID="2" presetClass="entr" presetSubtype="4" fill="hold" nodeType="withEffect">
                                  <p:stCondLst>
                                    <p:cond delay="0"/>
                                  </p:stCondLst>
                                  <p:childTnLst>
                                    <p:set>
                                      <p:cBhvr>
                                        <p:cTn id="181" dur="1" fill="hold">
                                          <p:stCondLst>
                                            <p:cond delay="0"/>
                                          </p:stCondLst>
                                        </p:cTn>
                                        <p:tgtEl>
                                          <p:spTgt spid="124"/>
                                        </p:tgtEl>
                                        <p:attrNameLst>
                                          <p:attrName>style.visibility</p:attrName>
                                        </p:attrNameLst>
                                      </p:cBhvr>
                                      <p:to>
                                        <p:strVal val="visible"/>
                                      </p:to>
                                    </p:set>
                                    <p:anim calcmode="lin" valueType="num">
                                      <p:cBhvr additive="base">
                                        <p:cTn id="182" dur="500" fill="hold"/>
                                        <p:tgtEl>
                                          <p:spTgt spid="124"/>
                                        </p:tgtEl>
                                        <p:attrNameLst>
                                          <p:attrName>ppt_x</p:attrName>
                                        </p:attrNameLst>
                                      </p:cBhvr>
                                      <p:tavLst>
                                        <p:tav tm="0">
                                          <p:val>
                                            <p:strVal val="#ppt_x"/>
                                          </p:val>
                                        </p:tav>
                                        <p:tav tm="100000">
                                          <p:val>
                                            <p:strVal val="#ppt_x"/>
                                          </p:val>
                                        </p:tav>
                                      </p:tavLst>
                                    </p:anim>
                                    <p:anim calcmode="lin" valueType="num">
                                      <p:cBhvr additive="base">
                                        <p:cTn id="183" dur="500" fill="hold"/>
                                        <p:tgtEl>
                                          <p:spTgt spid="124"/>
                                        </p:tgtEl>
                                        <p:attrNameLst>
                                          <p:attrName>ppt_y</p:attrName>
                                        </p:attrNameLst>
                                      </p:cBhvr>
                                      <p:tavLst>
                                        <p:tav tm="0">
                                          <p:val>
                                            <p:strVal val="1+#ppt_h/2"/>
                                          </p:val>
                                        </p:tav>
                                        <p:tav tm="100000">
                                          <p:val>
                                            <p:strVal val="#ppt_y"/>
                                          </p:val>
                                        </p:tav>
                                      </p:tavLst>
                                    </p:anim>
                                  </p:childTnLst>
                                </p:cTn>
                              </p:par>
                              <p:par>
                                <p:cTn id="184" presetID="2" presetClass="entr" presetSubtype="4" fill="hold" nodeType="withEffect">
                                  <p:stCondLst>
                                    <p:cond delay="0"/>
                                  </p:stCondLst>
                                  <p:childTnLst>
                                    <p:set>
                                      <p:cBhvr>
                                        <p:cTn id="185" dur="1" fill="hold">
                                          <p:stCondLst>
                                            <p:cond delay="0"/>
                                          </p:stCondLst>
                                        </p:cTn>
                                        <p:tgtEl>
                                          <p:spTgt spid="102"/>
                                        </p:tgtEl>
                                        <p:attrNameLst>
                                          <p:attrName>style.visibility</p:attrName>
                                        </p:attrNameLst>
                                      </p:cBhvr>
                                      <p:to>
                                        <p:strVal val="visible"/>
                                      </p:to>
                                    </p:set>
                                    <p:anim calcmode="lin" valueType="num">
                                      <p:cBhvr additive="base">
                                        <p:cTn id="186" dur="500" fill="hold"/>
                                        <p:tgtEl>
                                          <p:spTgt spid="102"/>
                                        </p:tgtEl>
                                        <p:attrNameLst>
                                          <p:attrName>ppt_x</p:attrName>
                                        </p:attrNameLst>
                                      </p:cBhvr>
                                      <p:tavLst>
                                        <p:tav tm="0">
                                          <p:val>
                                            <p:strVal val="#ppt_x"/>
                                          </p:val>
                                        </p:tav>
                                        <p:tav tm="100000">
                                          <p:val>
                                            <p:strVal val="#ppt_x"/>
                                          </p:val>
                                        </p:tav>
                                      </p:tavLst>
                                    </p:anim>
                                    <p:anim calcmode="lin" valueType="num">
                                      <p:cBhvr additive="base">
                                        <p:cTn id="187" dur="500" fill="hold"/>
                                        <p:tgtEl>
                                          <p:spTgt spid="102"/>
                                        </p:tgtEl>
                                        <p:attrNameLst>
                                          <p:attrName>ppt_y</p:attrName>
                                        </p:attrNameLst>
                                      </p:cBhvr>
                                      <p:tavLst>
                                        <p:tav tm="0">
                                          <p:val>
                                            <p:strVal val="1+#ppt_h/2"/>
                                          </p:val>
                                        </p:tav>
                                        <p:tav tm="100000">
                                          <p:val>
                                            <p:strVal val="#ppt_y"/>
                                          </p:val>
                                        </p:tav>
                                      </p:tavLst>
                                    </p:anim>
                                  </p:childTnLst>
                                </p:cTn>
                              </p:par>
                              <p:par>
                                <p:cTn id="188" presetID="2" presetClass="entr" presetSubtype="4" fill="hold" nodeType="withEffect">
                                  <p:stCondLst>
                                    <p:cond delay="0"/>
                                  </p:stCondLst>
                                  <p:childTnLst>
                                    <p:set>
                                      <p:cBhvr>
                                        <p:cTn id="189" dur="1" fill="hold">
                                          <p:stCondLst>
                                            <p:cond delay="0"/>
                                          </p:stCondLst>
                                        </p:cTn>
                                        <p:tgtEl>
                                          <p:spTgt spid="103"/>
                                        </p:tgtEl>
                                        <p:attrNameLst>
                                          <p:attrName>style.visibility</p:attrName>
                                        </p:attrNameLst>
                                      </p:cBhvr>
                                      <p:to>
                                        <p:strVal val="visible"/>
                                      </p:to>
                                    </p:set>
                                    <p:anim calcmode="lin" valueType="num">
                                      <p:cBhvr additive="base">
                                        <p:cTn id="190" dur="500" fill="hold"/>
                                        <p:tgtEl>
                                          <p:spTgt spid="103"/>
                                        </p:tgtEl>
                                        <p:attrNameLst>
                                          <p:attrName>ppt_x</p:attrName>
                                        </p:attrNameLst>
                                      </p:cBhvr>
                                      <p:tavLst>
                                        <p:tav tm="0">
                                          <p:val>
                                            <p:strVal val="#ppt_x"/>
                                          </p:val>
                                        </p:tav>
                                        <p:tav tm="100000">
                                          <p:val>
                                            <p:strVal val="#ppt_x"/>
                                          </p:val>
                                        </p:tav>
                                      </p:tavLst>
                                    </p:anim>
                                    <p:anim calcmode="lin" valueType="num">
                                      <p:cBhvr additive="base">
                                        <p:cTn id="191"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par>
                    <p:cTn id="192" fill="hold">
                      <p:stCondLst>
                        <p:cond delay="indefinite"/>
                      </p:stCondLst>
                      <p:childTnLst>
                        <p:par>
                          <p:cTn id="193" fill="hold">
                            <p:stCondLst>
                              <p:cond delay="0"/>
                            </p:stCondLst>
                            <p:childTnLst>
                              <p:par>
                                <p:cTn id="194" presetID="1" presetClass="entr" presetSubtype="0" fill="hold" grpId="0" nodeType="clickEffect">
                                  <p:stCondLst>
                                    <p:cond delay="0"/>
                                  </p:stCondLst>
                                  <p:childTnLst>
                                    <p:set>
                                      <p:cBhvr>
                                        <p:cTn id="195" dur="1" fill="hold">
                                          <p:stCondLst>
                                            <p:cond delay="0"/>
                                          </p:stCondLst>
                                        </p:cTn>
                                        <p:tgtEl>
                                          <p:spTgt spid="136"/>
                                        </p:tgtEl>
                                        <p:attrNameLst>
                                          <p:attrName>style.visibility</p:attrName>
                                        </p:attrNameLst>
                                      </p:cBhvr>
                                      <p:to>
                                        <p:strVal val="visible"/>
                                      </p:to>
                                    </p:set>
                                  </p:childTnLst>
                                </p:cTn>
                              </p:par>
                              <p:par>
                                <p:cTn id="196" presetID="1" presetClass="entr" presetSubtype="0" fill="hold" nodeType="withEffect">
                                  <p:stCondLst>
                                    <p:cond delay="0"/>
                                  </p:stCondLst>
                                  <p:childTnLst>
                                    <p:set>
                                      <p:cBhvr>
                                        <p:cTn id="197" dur="1" fill="hold">
                                          <p:stCondLst>
                                            <p:cond delay="0"/>
                                          </p:stCondLst>
                                        </p:cTn>
                                        <p:tgtEl>
                                          <p:spTgt spid="137"/>
                                        </p:tgtEl>
                                        <p:attrNameLst>
                                          <p:attrName>style.visibility</p:attrName>
                                        </p:attrNameLst>
                                      </p:cBhvr>
                                      <p:to>
                                        <p:strVal val="visible"/>
                                      </p:to>
                                    </p:set>
                                  </p:childTnLst>
                                </p:cTn>
                              </p:par>
                              <p:par>
                                <p:cTn id="198" presetID="1" presetClass="entr" presetSubtype="0" fill="hold" grpId="0" nodeType="withEffect">
                                  <p:stCondLst>
                                    <p:cond delay="0"/>
                                  </p:stCondLst>
                                  <p:childTnLst>
                                    <p:set>
                                      <p:cBhvr>
                                        <p:cTn id="199" dur="1" fill="hold">
                                          <p:stCondLst>
                                            <p:cond delay="0"/>
                                          </p:stCondLst>
                                        </p:cTn>
                                        <p:tgtEl>
                                          <p:spTgt spid="138"/>
                                        </p:tgtEl>
                                        <p:attrNameLst>
                                          <p:attrName>style.visibility</p:attrName>
                                        </p:attrNameLst>
                                      </p:cBhvr>
                                      <p:to>
                                        <p:strVal val="visible"/>
                                      </p:to>
                                    </p:set>
                                  </p:childTnLst>
                                </p:cTn>
                              </p:par>
                              <p:par>
                                <p:cTn id="200" presetID="1" presetClass="entr" presetSubtype="0" fill="hold" nodeType="withEffect">
                                  <p:stCondLst>
                                    <p:cond delay="0"/>
                                  </p:stCondLst>
                                  <p:childTnLst>
                                    <p:set>
                                      <p:cBhvr>
                                        <p:cTn id="201" dur="1" fill="hold">
                                          <p:stCondLst>
                                            <p:cond delay="0"/>
                                          </p:stCondLst>
                                        </p:cTn>
                                        <p:tgtEl>
                                          <p:spTgt spid="139"/>
                                        </p:tgtEl>
                                        <p:attrNameLst>
                                          <p:attrName>style.visibility</p:attrName>
                                        </p:attrNameLst>
                                      </p:cBhvr>
                                      <p:to>
                                        <p:strVal val="visible"/>
                                      </p:to>
                                    </p:set>
                                  </p:childTnLst>
                                </p:cTn>
                              </p:par>
                              <p:par>
                                <p:cTn id="202" presetID="1" presetClass="entr" presetSubtype="0" fill="hold" nodeType="withEffect">
                                  <p:stCondLst>
                                    <p:cond delay="0"/>
                                  </p:stCondLst>
                                  <p:childTnLst>
                                    <p:set>
                                      <p:cBhvr>
                                        <p:cTn id="203" dur="1" fill="hold">
                                          <p:stCondLst>
                                            <p:cond delay="0"/>
                                          </p:stCondLst>
                                        </p:cTn>
                                        <p:tgtEl>
                                          <p:spTgt spid="135"/>
                                        </p:tgtEl>
                                        <p:attrNameLst>
                                          <p:attrName>style.visibility</p:attrName>
                                        </p:attrNameLst>
                                      </p:cBhvr>
                                      <p:to>
                                        <p:strVal val="visible"/>
                                      </p:to>
                                    </p:set>
                                  </p:childTnLst>
                                </p:cTn>
                              </p:par>
                              <p:par>
                                <p:cTn id="204" presetID="1" presetClass="entr" presetSubtype="0" fill="hold" nodeType="withEffect">
                                  <p:stCondLst>
                                    <p:cond delay="0"/>
                                  </p:stCondLst>
                                  <p:childTnLst>
                                    <p:set>
                                      <p:cBhvr>
                                        <p:cTn id="205" dur="1" fill="hold">
                                          <p:stCondLst>
                                            <p:cond delay="0"/>
                                          </p:stCondLst>
                                        </p:cTn>
                                        <p:tgtEl>
                                          <p:spTgt spid="134"/>
                                        </p:tgtEl>
                                        <p:attrNameLst>
                                          <p:attrName>style.visibility</p:attrName>
                                        </p:attrNameLst>
                                      </p:cBhvr>
                                      <p:to>
                                        <p:strVal val="visible"/>
                                      </p:to>
                                    </p:set>
                                  </p:childTnLst>
                                </p:cTn>
                              </p:par>
                              <p:par>
                                <p:cTn id="206" presetID="42" presetClass="entr" presetSubtype="0" fill="hold" nodeType="withEffect">
                                  <p:stCondLst>
                                    <p:cond delay="0"/>
                                  </p:stCondLst>
                                  <p:childTnLst>
                                    <p:set>
                                      <p:cBhvr>
                                        <p:cTn id="207" dur="1" fill="hold">
                                          <p:stCondLst>
                                            <p:cond delay="0"/>
                                          </p:stCondLst>
                                        </p:cTn>
                                        <p:tgtEl>
                                          <p:spTgt spid="144"/>
                                        </p:tgtEl>
                                        <p:attrNameLst>
                                          <p:attrName>style.visibility</p:attrName>
                                        </p:attrNameLst>
                                      </p:cBhvr>
                                      <p:to>
                                        <p:strVal val="visible"/>
                                      </p:to>
                                    </p:set>
                                    <p:animEffect transition="in" filter="fade">
                                      <p:cBhvr>
                                        <p:cTn id="208" dur="1000"/>
                                        <p:tgtEl>
                                          <p:spTgt spid="144"/>
                                        </p:tgtEl>
                                      </p:cBhvr>
                                    </p:animEffect>
                                    <p:anim calcmode="lin" valueType="num">
                                      <p:cBhvr>
                                        <p:cTn id="209" dur="1000" fill="hold"/>
                                        <p:tgtEl>
                                          <p:spTgt spid="144"/>
                                        </p:tgtEl>
                                        <p:attrNameLst>
                                          <p:attrName>ppt_x</p:attrName>
                                        </p:attrNameLst>
                                      </p:cBhvr>
                                      <p:tavLst>
                                        <p:tav tm="0">
                                          <p:val>
                                            <p:strVal val="#ppt_x"/>
                                          </p:val>
                                        </p:tav>
                                        <p:tav tm="100000">
                                          <p:val>
                                            <p:strVal val="#ppt_x"/>
                                          </p:val>
                                        </p:tav>
                                      </p:tavLst>
                                    </p:anim>
                                    <p:anim calcmode="lin" valueType="num">
                                      <p:cBhvr>
                                        <p:cTn id="210" dur="1000" fill="hold"/>
                                        <p:tgtEl>
                                          <p:spTgt spid="144"/>
                                        </p:tgtEl>
                                        <p:attrNameLst>
                                          <p:attrName>ppt_y</p:attrName>
                                        </p:attrNameLst>
                                      </p:cBhvr>
                                      <p:tavLst>
                                        <p:tav tm="0">
                                          <p:val>
                                            <p:strVal val="#ppt_y+.1"/>
                                          </p:val>
                                        </p:tav>
                                        <p:tav tm="100000">
                                          <p:val>
                                            <p:strVal val="#ppt_y"/>
                                          </p:val>
                                        </p:tav>
                                      </p:tavLst>
                                    </p:anim>
                                  </p:childTnLst>
                                </p:cTn>
                              </p:par>
                            </p:childTnLst>
                          </p:cTn>
                        </p:par>
                      </p:childTnLst>
                    </p:cTn>
                  </p:par>
                  <p:par>
                    <p:cTn id="211" fill="hold">
                      <p:stCondLst>
                        <p:cond delay="indefinite"/>
                      </p:stCondLst>
                      <p:childTnLst>
                        <p:par>
                          <p:cTn id="212" fill="hold">
                            <p:stCondLst>
                              <p:cond delay="0"/>
                            </p:stCondLst>
                            <p:childTnLst>
                              <p:par>
                                <p:cTn id="213" presetID="42" presetClass="entr" presetSubtype="0" fill="hold" nodeType="clickEffect">
                                  <p:stCondLst>
                                    <p:cond delay="0"/>
                                  </p:stCondLst>
                                  <p:childTnLst>
                                    <p:set>
                                      <p:cBhvr>
                                        <p:cTn id="214" dur="1" fill="hold">
                                          <p:stCondLst>
                                            <p:cond delay="0"/>
                                          </p:stCondLst>
                                        </p:cTn>
                                        <p:tgtEl>
                                          <p:spTgt spid="146"/>
                                        </p:tgtEl>
                                        <p:attrNameLst>
                                          <p:attrName>style.visibility</p:attrName>
                                        </p:attrNameLst>
                                      </p:cBhvr>
                                      <p:to>
                                        <p:strVal val="visible"/>
                                      </p:to>
                                    </p:set>
                                    <p:animEffect transition="in" filter="fade">
                                      <p:cBhvr>
                                        <p:cTn id="215" dur="1000"/>
                                        <p:tgtEl>
                                          <p:spTgt spid="146"/>
                                        </p:tgtEl>
                                      </p:cBhvr>
                                    </p:animEffect>
                                    <p:anim calcmode="lin" valueType="num">
                                      <p:cBhvr>
                                        <p:cTn id="216" dur="1000" fill="hold"/>
                                        <p:tgtEl>
                                          <p:spTgt spid="146"/>
                                        </p:tgtEl>
                                        <p:attrNameLst>
                                          <p:attrName>ppt_x</p:attrName>
                                        </p:attrNameLst>
                                      </p:cBhvr>
                                      <p:tavLst>
                                        <p:tav tm="0">
                                          <p:val>
                                            <p:strVal val="#ppt_x"/>
                                          </p:val>
                                        </p:tav>
                                        <p:tav tm="100000">
                                          <p:val>
                                            <p:strVal val="#ppt_x"/>
                                          </p:val>
                                        </p:tav>
                                      </p:tavLst>
                                    </p:anim>
                                    <p:anim calcmode="lin" valueType="num">
                                      <p:cBhvr>
                                        <p:cTn id="217" dur="1000" fill="hold"/>
                                        <p:tgtEl>
                                          <p:spTgt spid="146"/>
                                        </p:tgtEl>
                                        <p:attrNameLst>
                                          <p:attrName>ppt_y</p:attrName>
                                        </p:attrNameLst>
                                      </p:cBhvr>
                                      <p:tavLst>
                                        <p:tav tm="0">
                                          <p:val>
                                            <p:strVal val="#ppt_y+.1"/>
                                          </p:val>
                                        </p:tav>
                                        <p:tav tm="100000">
                                          <p:val>
                                            <p:strVal val="#ppt_y"/>
                                          </p:val>
                                        </p:tav>
                                      </p:tavLst>
                                    </p:anim>
                                  </p:childTnLst>
                                </p:cTn>
                              </p:par>
                            </p:childTnLst>
                          </p:cTn>
                        </p:par>
                      </p:childTnLst>
                    </p:cTn>
                  </p:par>
                  <p:par>
                    <p:cTn id="218" fill="hold">
                      <p:stCondLst>
                        <p:cond delay="indefinite"/>
                      </p:stCondLst>
                      <p:childTnLst>
                        <p:par>
                          <p:cTn id="219" fill="hold">
                            <p:stCondLst>
                              <p:cond delay="0"/>
                            </p:stCondLst>
                            <p:childTnLst>
                              <p:par>
                                <p:cTn id="220" presetID="2" presetClass="entr" presetSubtype="4" fill="hold" grpId="0" nodeType="clickEffect">
                                  <p:stCondLst>
                                    <p:cond delay="0"/>
                                  </p:stCondLst>
                                  <p:childTnLst>
                                    <p:set>
                                      <p:cBhvr>
                                        <p:cTn id="221" dur="1" fill="hold">
                                          <p:stCondLst>
                                            <p:cond delay="0"/>
                                          </p:stCondLst>
                                        </p:cTn>
                                        <p:tgtEl>
                                          <p:spTgt spid="156"/>
                                        </p:tgtEl>
                                        <p:attrNameLst>
                                          <p:attrName>style.visibility</p:attrName>
                                        </p:attrNameLst>
                                      </p:cBhvr>
                                      <p:to>
                                        <p:strVal val="visible"/>
                                      </p:to>
                                    </p:set>
                                    <p:anim calcmode="lin" valueType="num">
                                      <p:cBhvr additive="base">
                                        <p:cTn id="222" dur="500" fill="hold"/>
                                        <p:tgtEl>
                                          <p:spTgt spid="156"/>
                                        </p:tgtEl>
                                        <p:attrNameLst>
                                          <p:attrName>ppt_x</p:attrName>
                                        </p:attrNameLst>
                                      </p:cBhvr>
                                      <p:tavLst>
                                        <p:tav tm="0">
                                          <p:val>
                                            <p:strVal val="#ppt_x"/>
                                          </p:val>
                                        </p:tav>
                                        <p:tav tm="100000">
                                          <p:val>
                                            <p:strVal val="#ppt_x"/>
                                          </p:val>
                                        </p:tav>
                                      </p:tavLst>
                                    </p:anim>
                                    <p:anim calcmode="lin" valueType="num">
                                      <p:cBhvr additive="base">
                                        <p:cTn id="223" dur="500" fill="hold"/>
                                        <p:tgtEl>
                                          <p:spTgt spid="156"/>
                                        </p:tgtEl>
                                        <p:attrNameLst>
                                          <p:attrName>ppt_y</p:attrName>
                                        </p:attrNameLst>
                                      </p:cBhvr>
                                      <p:tavLst>
                                        <p:tav tm="0">
                                          <p:val>
                                            <p:strVal val="1+#ppt_h/2"/>
                                          </p:val>
                                        </p:tav>
                                        <p:tav tm="100000">
                                          <p:val>
                                            <p:strVal val="#ppt_y"/>
                                          </p:val>
                                        </p:tav>
                                      </p:tavLst>
                                    </p:anim>
                                  </p:childTnLst>
                                </p:cTn>
                              </p:par>
                              <p:par>
                                <p:cTn id="224" presetID="42" presetClass="entr" presetSubtype="0" fill="hold" nodeType="withEffect">
                                  <p:stCondLst>
                                    <p:cond delay="0"/>
                                  </p:stCondLst>
                                  <p:childTnLst>
                                    <p:set>
                                      <p:cBhvr>
                                        <p:cTn id="225" dur="1" fill="hold">
                                          <p:stCondLst>
                                            <p:cond delay="0"/>
                                          </p:stCondLst>
                                        </p:cTn>
                                        <p:tgtEl>
                                          <p:spTgt spid="157"/>
                                        </p:tgtEl>
                                        <p:attrNameLst>
                                          <p:attrName>style.visibility</p:attrName>
                                        </p:attrNameLst>
                                      </p:cBhvr>
                                      <p:to>
                                        <p:strVal val="visible"/>
                                      </p:to>
                                    </p:set>
                                    <p:animEffect transition="in" filter="fade">
                                      <p:cBhvr>
                                        <p:cTn id="226" dur="1000"/>
                                        <p:tgtEl>
                                          <p:spTgt spid="157"/>
                                        </p:tgtEl>
                                      </p:cBhvr>
                                    </p:animEffect>
                                    <p:anim calcmode="lin" valueType="num">
                                      <p:cBhvr>
                                        <p:cTn id="227" dur="1000" fill="hold"/>
                                        <p:tgtEl>
                                          <p:spTgt spid="157"/>
                                        </p:tgtEl>
                                        <p:attrNameLst>
                                          <p:attrName>ppt_x</p:attrName>
                                        </p:attrNameLst>
                                      </p:cBhvr>
                                      <p:tavLst>
                                        <p:tav tm="0">
                                          <p:val>
                                            <p:strVal val="#ppt_x"/>
                                          </p:val>
                                        </p:tav>
                                        <p:tav tm="100000">
                                          <p:val>
                                            <p:strVal val="#ppt_x"/>
                                          </p:val>
                                        </p:tav>
                                      </p:tavLst>
                                    </p:anim>
                                    <p:anim calcmode="lin" valueType="num">
                                      <p:cBhvr>
                                        <p:cTn id="228" dur="1000" fill="hold"/>
                                        <p:tgtEl>
                                          <p:spTgt spid="157"/>
                                        </p:tgtEl>
                                        <p:attrNameLst>
                                          <p:attrName>ppt_y</p:attrName>
                                        </p:attrNameLst>
                                      </p:cBhvr>
                                      <p:tavLst>
                                        <p:tav tm="0">
                                          <p:val>
                                            <p:strVal val="#ppt_y+.1"/>
                                          </p:val>
                                        </p:tav>
                                        <p:tav tm="100000">
                                          <p:val>
                                            <p:strVal val="#ppt_y"/>
                                          </p:val>
                                        </p:tav>
                                      </p:tavLst>
                                    </p:anim>
                                  </p:childTnLst>
                                </p:cTn>
                              </p:par>
                              <p:par>
                                <p:cTn id="229" presetID="1" presetClass="entr" presetSubtype="0" fill="hold" nodeType="withEffect">
                                  <p:stCondLst>
                                    <p:cond delay="0"/>
                                  </p:stCondLst>
                                  <p:childTnLst>
                                    <p:set>
                                      <p:cBhvr>
                                        <p:cTn id="230" dur="1" fill="hold">
                                          <p:stCondLst>
                                            <p:cond delay="0"/>
                                          </p:stCondLst>
                                        </p:cTn>
                                        <p:tgtEl>
                                          <p:spTgt spid="159"/>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grpId="0" nodeType="clickEffect">
                                  <p:stCondLst>
                                    <p:cond delay="0"/>
                                  </p:stCondLst>
                                  <p:childTnLst>
                                    <p:set>
                                      <p:cBhvr>
                                        <p:cTn id="234" dur="1" fill="hold">
                                          <p:stCondLst>
                                            <p:cond delay="0"/>
                                          </p:stCondLst>
                                        </p:cTn>
                                        <p:tgtEl>
                                          <p:spTgt spid="160"/>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91"/>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42" presetClass="entr" presetSubtype="0" fill="hold" nodeType="clickEffect">
                                  <p:stCondLst>
                                    <p:cond delay="0"/>
                                  </p:stCondLst>
                                  <p:childTnLst>
                                    <p:set>
                                      <p:cBhvr>
                                        <p:cTn id="240" dur="1" fill="hold">
                                          <p:stCondLst>
                                            <p:cond delay="0"/>
                                          </p:stCondLst>
                                        </p:cTn>
                                        <p:tgtEl>
                                          <p:spTgt spid="149"/>
                                        </p:tgtEl>
                                        <p:attrNameLst>
                                          <p:attrName>style.visibility</p:attrName>
                                        </p:attrNameLst>
                                      </p:cBhvr>
                                      <p:to>
                                        <p:strVal val="visible"/>
                                      </p:to>
                                    </p:set>
                                    <p:animEffect transition="in" filter="fade">
                                      <p:cBhvr>
                                        <p:cTn id="241" dur="1000"/>
                                        <p:tgtEl>
                                          <p:spTgt spid="149"/>
                                        </p:tgtEl>
                                      </p:cBhvr>
                                    </p:animEffect>
                                    <p:anim calcmode="lin" valueType="num">
                                      <p:cBhvr>
                                        <p:cTn id="242" dur="1000" fill="hold"/>
                                        <p:tgtEl>
                                          <p:spTgt spid="149"/>
                                        </p:tgtEl>
                                        <p:attrNameLst>
                                          <p:attrName>ppt_x</p:attrName>
                                        </p:attrNameLst>
                                      </p:cBhvr>
                                      <p:tavLst>
                                        <p:tav tm="0">
                                          <p:val>
                                            <p:strVal val="#ppt_x"/>
                                          </p:val>
                                        </p:tav>
                                        <p:tav tm="100000">
                                          <p:val>
                                            <p:strVal val="#ppt_x"/>
                                          </p:val>
                                        </p:tav>
                                      </p:tavLst>
                                    </p:anim>
                                    <p:anim calcmode="lin" valueType="num">
                                      <p:cBhvr>
                                        <p:cTn id="243" dur="1000" fill="hold"/>
                                        <p:tgtEl>
                                          <p:spTgt spid="149"/>
                                        </p:tgtEl>
                                        <p:attrNameLst>
                                          <p:attrName>ppt_y</p:attrName>
                                        </p:attrNameLst>
                                      </p:cBhvr>
                                      <p:tavLst>
                                        <p:tav tm="0">
                                          <p:val>
                                            <p:strVal val="#ppt_y+.1"/>
                                          </p:val>
                                        </p:tav>
                                        <p:tav tm="100000">
                                          <p:val>
                                            <p:strVal val="#ppt_y"/>
                                          </p:val>
                                        </p:tav>
                                      </p:tavLst>
                                    </p:anim>
                                  </p:childTnLst>
                                </p:cTn>
                              </p:par>
                              <p:par>
                                <p:cTn id="244" presetID="42" presetClass="entr" presetSubtype="0" fill="hold" nodeType="withEffect">
                                  <p:stCondLst>
                                    <p:cond delay="0"/>
                                  </p:stCondLst>
                                  <p:childTnLst>
                                    <p:set>
                                      <p:cBhvr>
                                        <p:cTn id="245" dur="1" fill="hold">
                                          <p:stCondLst>
                                            <p:cond delay="0"/>
                                          </p:stCondLst>
                                        </p:cTn>
                                        <p:tgtEl>
                                          <p:spTgt spid="92"/>
                                        </p:tgtEl>
                                        <p:attrNameLst>
                                          <p:attrName>style.visibility</p:attrName>
                                        </p:attrNameLst>
                                      </p:cBhvr>
                                      <p:to>
                                        <p:strVal val="visible"/>
                                      </p:to>
                                    </p:set>
                                    <p:animEffect transition="in" filter="fade">
                                      <p:cBhvr>
                                        <p:cTn id="246" dur="1000"/>
                                        <p:tgtEl>
                                          <p:spTgt spid="92"/>
                                        </p:tgtEl>
                                      </p:cBhvr>
                                    </p:animEffect>
                                    <p:anim calcmode="lin" valueType="num">
                                      <p:cBhvr>
                                        <p:cTn id="247" dur="1000" fill="hold"/>
                                        <p:tgtEl>
                                          <p:spTgt spid="92"/>
                                        </p:tgtEl>
                                        <p:attrNameLst>
                                          <p:attrName>ppt_x</p:attrName>
                                        </p:attrNameLst>
                                      </p:cBhvr>
                                      <p:tavLst>
                                        <p:tav tm="0">
                                          <p:val>
                                            <p:strVal val="#ppt_x"/>
                                          </p:val>
                                        </p:tav>
                                        <p:tav tm="100000">
                                          <p:val>
                                            <p:strVal val="#ppt_x"/>
                                          </p:val>
                                        </p:tav>
                                      </p:tavLst>
                                    </p:anim>
                                    <p:anim calcmode="lin" valueType="num">
                                      <p:cBhvr>
                                        <p:cTn id="248" dur="1000" fill="hold"/>
                                        <p:tgtEl>
                                          <p:spTgt spid="92"/>
                                        </p:tgtEl>
                                        <p:attrNameLst>
                                          <p:attrName>ppt_y</p:attrName>
                                        </p:attrNameLst>
                                      </p:cBhvr>
                                      <p:tavLst>
                                        <p:tav tm="0">
                                          <p:val>
                                            <p:strVal val="#ppt_y+.1"/>
                                          </p:val>
                                        </p:tav>
                                        <p:tav tm="100000">
                                          <p:val>
                                            <p:strVal val="#ppt_y"/>
                                          </p:val>
                                        </p:tav>
                                      </p:tavLst>
                                    </p:anim>
                                  </p:childTnLst>
                                </p:cTn>
                              </p:par>
                              <p:par>
                                <p:cTn id="249" presetID="1" presetClass="entr" presetSubtype="0" fill="hold" nodeType="withEffect">
                                  <p:stCondLst>
                                    <p:cond delay="0"/>
                                  </p:stCondLst>
                                  <p:childTnLst>
                                    <p:set>
                                      <p:cBhvr>
                                        <p:cTn id="250" dur="1" fill="hold">
                                          <p:stCondLst>
                                            <p:cond delay="0"/>
                                          </p:stCondLst>
                                        </p:cTn>
                                        <p:tgtEl>
                                          <p:spTgt spid="93"/>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2" presetClass="entr" presetSubtype="4" fill="hold" grpId="0" nodeType="clickEffect">
                                  <p:stCondLst>
                                    <p:cond delay="0"/>
                                  </p:stCondLst>
                                  <p:childTnLst>
                                    <p:set>
                                      <p:cBhvr>
                                        <p:cTn id="254" dur="1" fill="hold">
                                          <p:stCondLst>
                                            <p:cond delay="0"/>
                                          </p:stCondLst>
                                        </p:cTn>
                                        <p:tgtEl>
                                          <p:spTgt spid="154"/>
                                        </p:tgtEl>
                                        <p:attrNameLst>
                                          <p:attrName>style.visibility</p:attrName>
                                        </p:attrNameLst>
                                      </p:cBhvr>
                                      <p:to>
                                        <p:strVal val="visible"/>
                                      </p:to>
                                    </p:set>
                                    <p:anim calcmode="lin" valueType="num">
                                      <p:cBhvr additive="base">
                                        <p:cTn id="255" dur="500" fill="hold"/>
                                        <p:tgtEl>
                                          <p:spTgt spid="154"/>
                                        </p:tgtEl>
                                        <p:attrNameLst>
                                          <p:attrName>ppt_x</p:attrName>
                                        </p:attrNameLst>
                                      </p:cBhvr>
                                      <p:tavLst>
                                        <p:tav tm="0">
                                          <p:val>
                                            <p:strVal val="#ppt_x"/>
                                          </p:val>
                                        </p:tav>
                                        <p:tav tm="100000">
                                          <p:val>
                                            <p:strVal val="#ppt_x"/>
                                          </p:val>
                                        </p:tav>
                                      </p:tavLst>
                                    </p:anim>
                                    <p:anim calcmode="lin" valueType="num">
                                      <p:cBhvr additive="base">
                                        <p:cTn id="256" dur="500" fill="hold"/>
                                        <p:tgtEl>
                                          <p:spTgt spid="154"/>
                                        </p:tgtEl>
                                        <p:attrNameLst>
                                          <p:attrName>ppt_y</p:attrName>
                                        </p:attrNameLst>
                                      </p:cBhvr>
                                      <p:tavLst>
                                        <p:tav tm="0">
                                          <p:val>
                                            <p:strVal val="1+#ppt_h/2"/>
                                          </p:val>
                                        </p:tav>
                                        <p:tav tm="100000">
                                          <p:val>
                                            <p:strVal val="#ppt_y"/>
                                          </p:val>
                                        </p:tav>
                                      </p:tavLst>
                                    </p:anim>
                                  </p:childTnLst>
                                </p:cTn>
                              </p:par>
                            </p:childTnLst>
                          </p:cTn>
                        </p:par>
                      </p:childTnLst>
                    </p:cTn>
                  </p:par>
                  <p:par>
                    <p:cTn id="257" fill="hold">
                      <p:stCondLst>
                        <p:cond delay="indefinite"/>
                      </p:stCondLst>
                      <p:childTnLst>
                        <p:par>
                          <p:cTn id="258" fill="hold">
                            <p:stCondLst>
                              <p:cond delay="0"/>
                            </p:stCondLst>
                            <p:childTnLst>
                              <p:par>
                                <p:cTn id="259" presetID="1" presetClass="entr" presetSubtype="0" fill="hold" nodeType="clickEffect">
                                  <p:stCondLst>
                                    <p:cond delay="0"/>
                                  </p:stCondLst>
                                  <p:childTnLst>
                                    <p:set>
                                      <p:cBhvr>
                                        <p:cTn id="260" dur="1" fill="hold">
                                          <p:stCondLst>
                                            <p:cond delay="0"/>
                                          </p:stCondLst>
                                        </p:cTn>
                                        <p:tgtEl>
                                          <p:spTgt spid="414">
                                            <p:txEl>
                                              <p:pRg st="0" end="0"/>
                                            </p:txEl>
                                          </p:spTgt>
                                        </p:tgtEl>
                                        <p:attrNameLst>
                                          <p:attrName>style.visibility</p:attrName>
                                        </p:attrNameLst>
                                      </p:cBhvr>
                                      <p:to>
                                        <p:strVal val="visible"/>
                                      </p:to>
                                    </p:set>
                                  </p:childTnLst>
                                </p:cTn>
                              </p:par>
                            </p:childTnLst>
                          </p:cTn>
                        </p:par>
                      </p:childTnLst>
                    </p:cTn>
                  </p:par>
                  <p:par>
                    <p:cTn id="261" fill="hold">
                      <p:stCondLst>
                        <p:cond delay="indefinite"/>
                      </p:stCondLst>
                      <p:childTnLst>
                        <p:par>
                          <p:cTn id="262" fill="hold">
                            <p:stCondLst>
                              <p:cond delay="0"/>
                            </p:stCondLst>
                            <p:childTnLst>
                              <p:par>
                                <p:cTn id="263" presetID="2" presetClass="entr" presetSubtype="4" fill="hold" nodeType="clickEffect">
                                  <p:stCondLst>
                                    <p:cond delay="0"/>
                                  </p:stCondLst>
                                  <p:childTnLst>
                                    <p:set>
                                      <p:cBhvr>
                                        <p:cTn id="264" dur="1" fill="hold">
                                          <p:stCondLst>
                                            <p:cond delay="0"/>
                                          </p:stCondLst>
                                        </p:cTn>
                                        <p:tgtEl>
                                          <p:spTgt spid="414">
                                            <p:txEl>
                                              <p:pRg st="1" end="1"/>
                                            </p:txEl>
                                          </p:spTgt>
                                        </p:tgtEl>
                                        <p:attrNameLst>
                                          <p:attrName>style.visibility</p:attrName>
                                        </p:attrNameLst>
                                      </p:cBhvr>
                                      <p:to>
                                        <p:strVal val="visible"/>
                                      </p:to>
                                    </p:set>
                                    <p:anim calcmode="lin" valueType="num">
                                      <p:cBhvr additive="base">
                                        <p:cTn id="265" dur="500" fill="hold"/>
                                        <p:tgtEl>
                                          <p:spTgt spid="414">
                                            <p:txEl>
                                              <p:pRg st="1" end="1"/>
                                            </p:txEl>
                                          </p:spTgt>
                                        </p:tgtEl>
                                        <p:attrNameLst>
                                          <p:attrName>ppt_x</p:attrName>
                                        </p:attrNameLst>
                                      </p:cBhvr>
                                      <p:tavLst>
                                        <p:tav tm="0">
                                          <p:val>
                                            <p:strVal val="#ppt_x"/>
                                          </p:val>
                                        </p:tav>
                                        <p:tav tm="100000">
                                          <p:val>
                                            <p:strVal val="#ppt_x"/>
                                          </p:val>
                                        </p:tav>
                                      </p:tavLst>
                                    </p:anim>
                                    <p:anim calcmode="lin" valueType="num">
                                      <p:cBhvr additive="base">
                                        <p:cTn id="266" dur="500" fill="hold"/>
                                        <p:tgtEl>
                                          <p:spTgt spid="4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67" fill="hold">
                      <p:stCondLst>
                        <p:cond delay="indefinite"/>
                      </p:stCondLst>
                      <p:childTnLst>
                        <p:par>
                          <p:cTn id="268" fill="hold">
                            <p:stCondLst>
                              <p:cond delay="0"/>
                            </p:stCondLst>
                            <p:childTnLst>
                              <p:par>
                                <p:cTn id="269" presetID="42" presetClass="entr" presetSubtype="0" fill="hold" nodeType="clickEffect">
                                  <p:stCondLst>
                                    <p:cond delay="0"/>
                                  </p:stCondLst>
                                  <p:childTnLst>
                                    <p:set>
                                      <p:cBhvr>
                                        <p:cTn id="270" dur="1" fill="hold">
                                          <p:stCondLst>
                                            <p:cond delay="0"/>
                                          </p:stCondLst>
                                        </p:cTn>
                                        <p:tgtEl>
                                          <p:spTgt spid="416"/>
                                        </p:tgtEl>
                                        <p:attrNameLst>
                                          <p:attrName>style.visibility</p:attrName>
                                        </p:attrNameLst>
                                      </p:cBhvr>
                                      <p:to>
                                        <p:strVal val="visible"/>
                                      </p:to>
                                    </p:set>
                                    <p:animEffect transition="in" filter="fade">
                                      <p:cBhvr>
                                        <p:cTn id="271" dur="1000"/>
                                        <p:tgtEl>
                                          <p:spTgt spid="416"/>
                                        </p:tgtEl>
                                      </p:cBhvr>
                                    </p:animEffect>
                                    <p:anim calcmode="lin" valueType="num">
                                      <p:cBhvr>
                                        <p:cTn id="272" dur="1000" fill="hold"/>
                                        <p:tgtEl>
                                          <p:spTgt spid="416"/>
                                        </p:tgtEl>
                                        <p:attrNameLst>
                                          <p:attrName>ppt_x</p:attrName>
                                        </p:attrNameLst>
                                      </p:cBhvr>
                                      <p:tavLst>
                                        <p:tav tm="0">
                                          <p:val>
                                            <p:strVal val="#ppt_x"/>
                                          </p:val>
                                        </p:tav>
                                        <p:tav tm="100000">
                                          <p:val>
                                            <p:strVal val="#ppt_x"/>
                                          </p:val>
                                        </p:tav>
                                      </p:tavLst>
                                    </p:anim>
                                    <p:anim calcmode="lin" valueType="num">
                                      <p:cBhvr>
                                        <p:cTn id="273" dur="1000" fill="hold"/>
                                        <p:tgtEl>
                                          <p:spTgt spid="416"/>
                                        </p:tgtEl>
                                        <p:attrNameLst>
                                          <p:attrName>ppt_y</p:attrName>
                                        </p:attrNameLst>
                                      </p:cBhvr>
                                      <p:tavLst>
                                        <p:tav tm="0">
                                          <p:val>
                                            <p:strVal val="#ppt_y+.1"/>
                                          </p:val>
                                        </p:tav>
                                        <p:tav tm="100000">
                                          <p:val>
                                            <p:strVal val="#ppt_y"/>
                                          </p:val>
                                        </p:tav>
                                      </p:tavLst>
                                    </p:anim>
                                  </p:childTnLst>
                                </p:cTn>
                              </p:par>
                              <p:par>
                                <p:cTn id="274" presetID="2" presetClass="entr" presetSubtype="4" fill="hold" nodeType="withEffect">
                                  <p:stCondLst>
                                    <p:cond delay="0"/>
                                  </p:stCondLst>
                                  <p:childTnLst>
                                    <p:set>
                                      <p:cBhvr>
                                        <p:cTn id="275" dur="1" fill="hold">
                                          <p:stCondLst>
                                            <p:cond delay="0"/>
                                          </p:stCondLst>
                                        </p:cTn>
                                        <p:tgtEl>
                                          <p:spTgt spid="414">
                                            <p:txEl>
                                              <p:pRg st="2" end="2"/>
                                            </p:txEl>
                                          </p:spTgt>
                                        </p:tgtEl>
                                        <p:attrNameLst>
                                          <p:attrName>style.visibility</p:attrName>
                                        </p:attrNameLst>
                                      </p:cBhvr>
                                      <p:to>
                                        <p:strVal val="visible"/>
                                      </p:to>
                                    </p:set>
                                    <p:anim calcmode="lin" valueType="num">
                                      <p:cBhvr additive="base">
                                        <p:cTn id="276" dur="500" fill="hold"/>
                                        <p:tgtEl>
                                          <p:spTgt spid="414">
                                            <p:txEl>
                                              <p:pRg st="2" end="2"/>
                                            </p:txEl>
                                          </p:spTgt>
                                        </p:tgtEl>
                                        <p:attrNameLst>
                                          <p:attrName>ppt_x</p:attrName>
                                        </p:attrNameLst>
                                      </p:cBhvr>
                                      <p:tavLst>
                                        <p:tav tm="0">
                                          <p:val>
                                            <p:strVal val="#ppt_x"/>
                                          </p:val>
                                        </p:tav>
                                        <p:tav tm="100000">
                                          <p:val>
                                            <p:strVal val="#ppt_x"/>
                                          </p:val>
                                        </p:tav>
                                      </p:tavLst>
                                    </p:anim>
                                    <p:anim calcmode="lin" valueType="num">
                                      <p:cBhvr additive="base">
                                        <p:cTn id="277" dur="500" fill="hold"/>
                                        <p:tgtEl>
                                          <p:spTgt spid="4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8" fill="hold">
                      <p:stCondLst>
                        <p:cond delay="indefinite"/>
                      </p:stCondLst>
                      <p:childTnLst>
                        <p:par>
                          <p:cTn id="279" fill="hold">
                            <p:stCondLst>
                              <p:cond delay="0"/>
                            </p:stCondLst>
                            <p:childTnLst>
                              <p:par>
                                <p:cTn id="280" presetID="42" presetClass="entr" presetSubtype="0" fill="hold" nodeType="clickEffect">
                                  <p:stCondLst>
                                    <p:cond delay="0"/>
                                  </p:stCondLst>
                                  <p:childTnLst>
                                    <p:set>
                                      <p:cBhvr>
                                        <p:cTn id="281" dur="1" fill="hold">
                                          <p:stCondLst>
                                            <p:cond delay="0"/>
                                          </p:stCondLst>
                                        </p:cTn>
                                        <p:tgtEl>
                                          <p:spTgt spid="414">
                                            <p:txEl>
                                              <p:pRg st="3" end="3"/>
                                            </p:txEl>
                                          </p:spTgt>
                                        </p:tgtEl>
                                        <p:attrNameLst>
                                          <p:attrName>style.visibility</p:attrName>
                                        </p:attrNameLst>
                                      </p:cBhvr>
                                      <p:to>
                                        <p:strVal val="visible"/>
                                      </p:to>
                                    </p:set>
                                    <p:animEffect transition="in" filter="fade">
                                      <p:cBhvr>
                                        <p:cTn id="282" dur="1000"/>
                                        <p:tgtEl>
                                          <p:spTgt spid="414">
                                            <p:txEl>
                                              <p:pRg st="3" end="3"/>
                                            </p:txEl>
                                          </p:spTgt>
                                        </p:tgtEl>
                                      </p:cBhvr>
                                    </p:animEffect>
                                    <p:anim calcmode="lin" valueType="num">
                                      <p:cBhvr>
                                        <p:cTn id="283" dur="1000" fill="hold"/>
                                        <p:tgtEl>
                                          <p:spTgt spid="414">
                                            <p:txEl>
                                              <p:pRg st="3" end="3"/>
                                            </p:txEl>
                                          </p:spTgt>
                                        </p:tgtEl>
                                        <p:attrNameLst>
                                          <p:attrName>ppt_x</p:attrName>
                                        </p:attrNameLst>
                                      </p:cBhvr>
                                      <p:tavLst>
                                        <p:tav tm="0">
                                          <p:val>
                                            <p:strVal val="#ppt_x"/>
                                          </p:val>
                                        </p:tav>
                                        <p:tav tm="100000">
                                          <p:val>
                                            <p:strVal val="#ppt_x"/>
                                          </p:val>
                                        </p:tav>
                                      </p:tavLst>
                                    </p:anim>
                                    <p:anim calcmode="lin" valueType="num">
                                      <p:cBhvr>
                                        <p:cTn id="284" dur="1000" fill="hold"/>
                                        <p:tgtEl>
                                          <p:spTgt spid="4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5" fill="hold">
                      <p:stCondLst>
                        <p:cond delay="indefinite"/>
                      </p:stCondLst>
                      <p:childTnLst>
                        <p:par>
                          <p:cTn id="286" fill="hold">
                            <p:stCondLst>
                              <p:cond delay="0"/>
                            </p:stCondLst>
                            <p:childTnLst>
                              <p:par>
                                <p:cTn id="287" presetID="42" presetClass="entr" presetSubtype="0" fill="hold" nodeType="clickEffect">
                                  <p:stCondLst>
                                    <p:cond delay="0"/>
                                  </p:stCondLst>
                                  <p:childTnLst>
                                    <p:set>
                                      <p:cBhvr>
                                        <p:cTn id="288" dur="1" fill="hold">
                                          <p:stCondLst>
                                            <p:cond delay="0"/>
                                          </p:stCondLst>
                                        </p:cTn>
                                        <p:tgtEl>
                                          <p:spTgt spid="414">
                                            <p:txEl>
                                              <p:pRg st="4" end="4"/>
                                            </p:txEl>
                                          </p:spTgt>
                                        </p:tgtEl>
                                        <p:attrNameLst>
                                          <p:attrName>style.visibility</p:attrName>
                                        </p:attrNameLst>
                                      </p:cBhvr>
                                      <p:to>
                                        <p:strVal val="visible"/>
                                      </p:to>
                                    </p:set>
                                    <p:animEffect transition="in" filter="fade">
                                      <p:cBhvr>
                                        <p:cTn id="289" dur="1000"/>
                                        <p:tgtEl>
                                          <p:spTgt spid="414">
                                            <p:txEl>
                                              <p:pRg st="4" end="4"/>
                                            </p:txEl>
                                          </p:spTgt>
                                        </p:tgtEl>
                                      </p:cBhvr>
                                    </p:animEffect>
                                    <p:anim calcmode="lin" valueType="num">
                                      <p:cBhvr>
                                        <p:cTn id="290" dur="1000" fill="hold"/>
                                        <p:tgtEl>
                                          <p:spTgt spid="414">
                                            <p:txEl>
                                              <p:pRg st="4" end="4"/>
                                            </p:txEl>
                                          </p:spTgt>
                                        </p:tgtEl>
                                        <p:attrNameLst>
                                          <p:attrName>ppt_x</p:attrName>
                                        </p:attrNameLst>
                                      </p:cBhvr>
                                      <p:tavLst>
                                        <p:tav tm="0">
                                          <p:val>
                                            <p:strVal val="#ppt_x"/>
                                          </p:val>
                                        </p:tav>
                                        <p:tav tm="100000">
                                          <p:val>
                                            <p:strVal val="#ppt_x"/>
                                          </p:val>
                                        </p:tav>
                                      </p:tavLst>
                                    </p:anim>
                                    <p:anim calcmode="lin" valueType="num">
                                      <p:cBhvr>
                                        <p:cTn id="291" dur="1000" fill="hold"/>
                                        <p:tgtEl>
                                          <p:spTgt spid="414">
                                            <p:txEl>
                                              <p:pRg st="4" end="4"/>
                                            </p:txEl>
                                          </p:spTgt>
                                        </p:tgtEl>
                                        <p:attrNameLst>
                                          <p:attrName>ppt_y</p:attrName>
                                        </p:attrNameLst>
                                      </p:cBhvr>
                                      <p:tavLst>
                                        <p:tav tm="0">
                                          <p:val>
                                            <p:strVal val="#ppt_y+.1"/>
                                          </p:val>
                                        </p:tav>
                                        <p:tav tm="100000">
                                          <p:val>
                                            <p:strVal val="#ppt_y"/>
                                          </p:val>
                                        </p:tav>
                                      </p:tavLst>
                                    </p:anim>
                                  </p:childTnLst>
                                </p:cTn>
                              </p:par>
                              <p:par>
                                <p:cTn id="292" presetID="42" presetClass="entr" presetSubtype="0" fill="hold" nodeType="withEffect">
                                  <p:stCondLst>
                                    <p:cond delay="0"/>
                                  </p:stCondLst>
                                  <p:childTnLst>
                                    <p:set>
                                      <p:cBhvr>
                                        <p:cTn id="293" dur="1" fill="hold">
                                          <p:stCondLst>
                                            <p:cond delay="0"/>
                                          </p:stCondLst>
                                        </p:cTn>
                                        <p:tgtEl>
                                          <p:spTgt spid="414">
                                            <p:txEl>
                                              <p:pRg st="5" end="5"/>
                                            </p:txEl>
                                          </p:spTgt>
                                        </p:tgtEl>
                                        <p:attrNameLst>
                                          <p:attrName>style.visibility</p:attrName>
                                        </p:attrNameLst>
                                      </p:cBhvr>
                                      <p:to>
                                        <p:strVal val="visible"/>
                                      </p:to>
                                    </p:set>
                                    <p:animEffect transition="in" filter="fade">
                                      <p:cBhvr>
                                        <p:cTn id="294" dur="1000"/>
                                        <p:tgtEl>
                                          <p:spTgt spid="414">
                                            <p:txEl>
                                              <p:pRg st="5" end="5"/>
                                            </p:txEl>
                                          </p:spTgt>
                                        </p:tgtEl>
                                      </p:cBhvr>
                                    </p:animEffect>
                                    <p:anim calcmode="lin" valueType="num">
                                      <p:cBhvr>
                                        <p:cTn id="295" dur="1000" fill="hold"/>
                                        <p:tgtEl>
                                          <p:spTgt spid="414">
                                            <p:txEl>
                                              <p:pRg st="5" end="5"/>
                                            </p:txEl>
                                          </p:spTgt>
                                        </p:tgtEl>
                                        <p:attrNameLst>
                                          <p:attrName>ppt_x</p:attrName>
                                        </p:attrNameLst>
                                      </p:cBhvr>
                                      <p:tavLst>
                                        <p:tav tm="0">
                                          <p:val>
                                            <p:strVal val="#ppt_x"/>
                                          </p:val>
                                        </p:tav>
                                        <p:tav tm="100000">
                                          <p:val>
                                            <p:strVal val="#ppt_x"/>
                                          </p:val>
                                        </p:tav>
                                      </p:tavLst>
                                    </p:anim>
                                    <p:anim calcmode="lin" valueType="num">
                                      <p:cBhvr>
                                        <p:cTn id="296" dur="1000" fill="hold"/>
                                        <p:tgtEl>
                                          <p:spTgt spid="4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7" fill="hold">
                      <p:stCondLst>
                        <p:cond delay="indefinite"/>
                      </p:stCondLst>
                      <p:childTnLst>
                        <p:par>
                          <p:cTn id="298" fill="hold">
                            <p:stCondLst>
                              <p:cond delay="0"/>
                            </p:stCondLst>
                            <p:childTnLst>
                              <p:par>
                                <p:cTn id="299" presetID="2" presetClass="entr" presetSubtype="4" fill="hold" grpId="0" nodeType="clickEffect">
                                  <p:stCondLst>
                                    <p:cond delay="0"/>
                                  </p:stCondLst>
                                  <p:childTnLst>
                                    <p:set>
                                      <p:cBhvr>
                                        <p:cTn id="300" dur="1" fill="hold">
                                          <p:stCondLst>
                                            <p:cond delay="0"/>
                                          </p:stCondLst>
                                        </p:cTn>
                                        <p:tgtEl>
                                          <p:spTgt spid="126"/>
                                        </p:tgtEl>
                                        <p:attrNameLst>
                                          <p:attrName>style.visibility</p:attrName>
                                        </p:attrNameLst>
                                      </p:cBhvr>
                                      <p:to>
                                        <p:strVal val="visible"/>
                                      </p:to>
                                    </p:set>
                                    <p:anim calcmode="lin" valueType="num">
                                      <p:cBhvr additive="base">
                                        <p:cTn id="301" dur="500" fill="hold"/>
                                        <p:tgtEl>
                                          <p:spTgt spid="126"/>
                                        </p:tgtEl>
                                        <p:attrNameLst>
                                          <p:attrName>ppt_x</p:attrName>
                                        </p:attrNameLst>
                                      </p:cBhvr>
                                      <p:tavLst>
                                        <p:tav tm="0">
                                          <p:val>
                                            <p:strVal val="#ppt_x"/>
                                          </p:val>
                                        </p:tav>
                                        <p:tav tm="100000">
                                          <p:val>
                                            <p:strVal val="#ppt_x"/>
                                          </p:val>
                                        </p:tav>
                                      </p:tavLst>
                                    </p:anim>
                                    <p:anim calcmode="lin" valueType="num">
                                      <p:cBhvr additive="base">
                                        <p:cTn id="302" dur="500" fill="hold"/>
                                        <p:tgtEl>
                                          <p:spTgt spid="126"/>
                                        </p:tgtEl>
                                        <p:attrNameLst>
                                          <p:attrName>ppt_y</p:attrName>
                                        </p:attrNameLst>
                                      </p:cBhvr>
                                      <p:tavLst>
                                        <p:tav tm="0">
                                          <p:val>
                                            <p:strVal val="1+#ppt_h/2"/>
                                          </p:val>
                                        </p:tav>
                                        <p:tav tm="100000">
                                          <p:val>
                                            <p:strVal val="#ppt_y"/>
                                          </p:val>
                                        </p:tav>
                                      </p:tavLst>
                                    </p:anim>
                                  </p:childTnLst>
                                </p:cTn>
                              </p:par>
                            </p:childTnLst>
                          </p:cTn>
                        </p:par>
                      </p:childTnLst>
                    </p:cTn>
                  </p:par>
                  <p:par>
                    <p:cTn id="303" fill="hold">
                      <p:stCondLst>
                        <p:cond delay="indefinite"/>
                      </p:stCondLst>
                      <p:childTnLst>
                        <p:par>
                          <p:cTn id="304" fill="hold">
                            <p:stCondLst>
                              <p:cond delay="0"/>
                            </p:stCondLst>
                            <p:childTnLst>
                              <p:par>
                                <p:cTn id="305" presetID="2" presetClass="entr" presetSubtype="4" fill="hold" nodeType="clickEffect">
                                  <p:stCondLst>
                                    <p:cond delay="0"/>
                                  </p:stCondLst>
                                  <p:childTnLst>
                                    <p:set>
                                      <p:cBhvr>
                                        <p:cTn id="306" dur="1" fill="hold">
                                          <p:stCondLst>
                                            <p:cond delay="0"/>
                                          </p:stCondLst>
                                        </p:cTn>
                                        <p:tgtEl>
                                          <p:spTgt spid="414">
                                            <p:txEl>
                                              <p:pRg st="7" end="7"/>
                                            </p:txEl>
                                          </p:spTgt>
                                        </p:tgtEl>
                                        <p:attrNameLst>
                                          <p:attrName>style.visibility</p:attrName>
                                        </p:attrNameLst>
                                      </p:cBhvr>
                                      <p:to>
                                        <p:strVal val="visible"/>
                                      </p:to>
                                    </p:set>
                                    <p:anim calcmode="lin" valueType="num">
                                      <p:cBhvr additive="base">
                                        <p:cTn id="307" dur="500" fill="hold"/>
                                        <p:tgtEl>
                                          <p:spTgt spid="414">
                                            <p:txEl>
                                              <p:pRg st="7" end="7"/>
                                            </p:txEl>
                                          </p:spTgt>
                                        </p:tgtEl>
                                        <p:attrNameLst>
                                          <p:attrName>ppt_x</p:attrName>
                                        </p:attrNameLst>
                                      </p:cBhvr>
                                      <p:tavLst>
                                        <p:tav tm="0">
                                          <p:val>
                                            <p:strVal val="#ppt_x"/>
                                          </p:val>
                                        </p:tav>
                                        <p:tav tm="100000">
                                          <p:val>
                                            <p:strVal val="#ppt_x"/>
                                          </p:val>
                                        </p:tav>
                                      </p:tavLst>
                                    </p:anim>
                                    <p:anim calcmode="lin" valueType="num">
                                      <p:cBhvr additive="base">
                                        <p:cTn id="308" dur="500" fill="hold"/>
                                        <p:tgtEl>
                                          <p:spTgt spid="41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09" fill="hold">
                      <p:stCondLst>
                        <p:cond delay="indefinite"/>
                      </p:stCondLst>
                      <p:childTnLst>
                        <p:par>
                          <p:cTn id="310" fill="hold">
                            <p:stCondLst>
                              <p:cond delay="0"/>
                            </p:stCondLst>
                            <p:childTnLst>
                              <p:par>
                                <p:cTn id="311" presetID="42" presetClass="entr" presetSubtype="0" fill="hold" grpId="0" nodeType="clickEffect">
                                  <p:stCondLst>
                                    <p:cond delay="0"/>
                                  </p:stCondLst>
                                  <p:childTnLst>
                                    <p:set>
                                      <p:cBhvr>
                                        <p:cTn id="312" dur="1" fill="hold">
                                          <p:stCondLst>
                                            <p:cond delay="0"/>
                                          </p:stCondLst>
                                        </p:cTn>
                                        <p:tgtEl>
                                          <p:spTgt spid="415"/>
                                        </p:tgtEl>
                                        <p:attrNameLst>
                                          <p:attrName>style.visibility</p:attrName>
                                        </p:attrNameLst>
                                      </p:cBhvr>
                                      <p:to>
                                        <p:strVal val="visible"/>
                                      </p:to>
                                    </p:set>
                                    <p:animEffect transition="in" filter="fade">
                                      <p:cBhvr>
                                        <p:cTn id="313" dur="1000"/>
                                        <p:tgtEl>
                                          <p:spTgt spid="415"/>
                                        </p:tgtEl>
                                      </p:cBhvr>
                                    </p:animEffect>
                                    <p:anim calcmode="lin" valueType="num">
                                      <p:cBhvr>
                                        <p:cTn id="314" dur="1000" fill="hold"/>
                                        <p:tgtEl>
                                          <p:spTgt spid="415"/>
                                        </p:tgtEl>
                                        <p:attrNameLst>
                                          <p:attrName>ppt_x</p:attrName>
                                        </p:attrNameLst>
                                      </p:cBhvr>
                                      <p:tavLst>
                                        <p:tav tm="0">
                                          <p:val>
                                            <p:strVal val="#ppt_x"/>
                                          </p:val>
                                        </p:tav>
                                        <p:tav tm="100000">
                                          <p:val>
                                            <p:strVal val="#ppt_x"/>
                                          </p:val>
                                        </p:tav>
                                      </p:tavLst>
                                    </p:anim>
                                    <p:anim calcmode="lin" valueType="num">
                                      <p:cBhvr>
                                        <p:cTn id="315" dur="1000" fill="hold"/>
                                        <p:tgtEl>
                                          <p:spTgt spid="415"/>
                                        </p:tgtEl>
                                        <p:attrNameLst>
                                          <p:attrName>ppt_y</p:attrName>
                                        </p:attrNameLst>
                                      </p:cBhvr>
                                      <p:tavLst>
                                        <p:tav tm="0">
                                          <p:val>
                                            <p:strVal val="#ppt_y+.1"/>
                                          </p:val>
                                        </p:tav>
                                        <p:tav tm="100000">
                                          <p:val>
                                            <p:strVal val="#ppt_y"/>
                                          </p:val>
                                        </p:tav>
                                      </p:tavLst>
                                    </p:anim>
                                  </p:childTnLst>
                                </p:cTn>
                              </p:par>
                            </p:childTnLst>
                          </p:cTn>
                        </p:par>
                      </p:childTnLst>
                    </p:cTn>
                  </p:par>
                  <p:par>
                    <p:cTn id="316" fill="hold">
                      <p:stCondLst>
                        <p:cond delay="indefinite"/>
                      </p:stCondLst>
                      <p:childTnLst>
                        <p:par>
                          <p:cTn id="317" fill="hold">
                            <p:stCondLst>
                              <p:cond delay="0"/>
                            </p:stCondLst>
                            <p:childTnLst>
                              <p:par>
                                <p:cTn id="318" presetID="42" presetClass="entr" presetSubtype="0" fill="hold" nodeType="clickEffect">
                                  <p:stCondLst>
                                    <p:cond delay="0"/>
                                  </p:stCondLst>
                                  <p:childTnLst>
                                    <p:set>
                                      <p:cBhvr>
                                        <p:cTn id="319" dur="1" fill="hold">
                                          <p:stCondLst>
                                            <p:cond delay="0"/>
                                          </p:stCondLst>
                                        </p:cTn>
                                        <p:tgtEl>
                                          <p:spTgt spid="414">
                                            <p:txEl>
                                              <p:pRg st="9" end="9"/>
                                            </p:txEl>
                                          </p:spTgt>
                                        </p:tgtEl>
                                        <p:attrNameLst>
                                          <p:attrName>style.visibility</p:attrName>
                                        </p:attrNameLst>
                                      </p:cBhvr>
                                      <p:to>
                                        <p:strVal val="visible"/>
                                      </p:to>
                                    </p:set>
                                    <p:animEffect transition="in" filter="fade">
                                      <p:cBhvr>
                                        <p:cTn id="320" dur="1000"/>
                                        <p:tgtEl>
                                          <p:spTgt spid="414">
                                            <p:txEl>
                                              <p:pRg st="9" end="9"/>
                                            </p:txEl>
                                          </p:spTgt>
                                        </p:tgtEl>
                                      </p:cBhvr>
                                    </p:animEffect>
                                    <p:anim calcmode="lin" valueType="num">
                                      <p:cBhvr>
                                        <p:cTn id="321" dur="1000" fill="hold"/>
                                        <p:tgtEl>
                                          <p:spTgt spid="414">
                                            <p:txEl>
                                              <p:pRg st="9" end="9"/>
                                            </p:txEl>
                                          </p:spTgt>
                                        </p:tgtEl>
                                        <p:attrNameLst>
                                          <p:attrName>ppt_x</p:attrName>
                                        </p:attrNameLst>
                                      </p:cBhvr>
                                      <p:tavLst>
                                        <p:tav tm="0">
                                          <p:val>
                                            <p:strVal val="#ppt_x"/>
                                          </p:val>
                                        </p:tav>
                                        <p:tav tm="100000">
                                          <p:val>
                                            <p:strVal val="#ppt_x"/>
                                          </p:val>
                                        </p:tav>
                                      </p:tavLst>
                                    </p:anim>
                                    <p:anim calcmode="lin" valueType="num">
                                      <p:cBhvr>
                                        <p:cTn id="322" dur="1000" fill="hold"/>
                                        <p:tgtEl>
                                          <p:spTgt spid="41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323" fill="hold">
                      <p:stCondLst>
                        <p:cond delay="indefinite"/>
                      </p:stCondLst>
                      <p:childTnLst>
                        <p:par>
                          <p:cTn id="324" fill="hold">
                            <p:stCondLst>
                              <p:cond delay="0"/>
                            </p:stCondLst>
                            <p:childTnLst>
                              <p:par>
                                <p:cTn id="325" presetID="42" presetClass="entr" presetSubtype="0" fill="hold" nodeType="clickEffect">
                                  <p:stCondLst>
                                    <p:cond delay="0"/>
                                  </p:stCondLst>
                                  <p:childTnLst>
                                    <p:set>
                                      <p:cBhvr>
                                        <p:cTn id="326" dur="1" fill="hold">
                                          <p:stCondLst>
                                            <p:cond delay="0"/>
                                          </p:stCondLst>
                                        </p:cTn>
                                        <p:tgtEl>
                                          <p:spTgt spid="414">
                                            <p:txEl>
                                              <p:pRg st="10" end="10"/>
                                            </p:txEl>
                                          </p:spTgt>
                                        </p:tgtEl>
                                        <p:attrNameLst>
                                          <p:attrName>style.visibility</p:attrName>
                                        </p:attrNameLst>
                                      </p:cBhvr>
                                      <p:to>
                                        <p:strVal val="visible"/>
                                      </p:to>
                                    </p:set>
                                    <p:animEffect transition="in" filter="fade">
                                      <p:cBhvr>
                                        <p:cTn id="327" dur="1000"/>
                                        <p:tgtEl>
                                          <p:spTgt spid="414">
                                            <p:txEl>
                                              <p:pRg st="10" end="10"/>
                                            </p:txEl>
                                          </p:spTgt>
                                        </p:tgtEl>
                                      </p:cBhvr>
                                    </p:animEffect>
                                    <p:anim calcmode="lin" valueType="num">
                                      <p:cBhvr>
                                        <p:cTn id="328" dur="1000" fill="hold"/>
                                        <p:tgtEl>
                                          <p:spTgt spid="414">
                                            <p:txEl>
                                              <p:pRg st="10" end="10"/>
                                            </p:txEl>
                                          </p:spTgt>
                                        </p:tgtEl>
                                        <p:attrNameLst>
                                          <p:attrName>ppt_x</p:attrName>
                                        </p:attrNameLst>
                                      </p:cBhvr>
                                      <p:tavLst>
                                        <p:tav tm="0">
                                          <p:val>
                                            <p:strVal val="#ppt_x"/>
                                          </p:val>
                                        </p:tav>
                                        <p:tav tm="100000">
                                          <p:val>
                                            <p:strVal val="#ppt_x"/>
                                          </p:val>
                                        </p:tav>
                                      </p:tavLst>
                                    </p:anim>
                                    <p:anim calcmode="lin" valueType="num">
                                      <p:cBhvr>
                                        <p:cTn id="329" dur="1000" fill="hold"/>
                                        <p:tgtEl>
                                          <p:spTgt spid="41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330" fill="hold">
                      <p:stCondLst>
                        <p:cond delay="indefinite"/>
                      </p:stCondLst>
                      <p:childTnLst>
                        <p:par>
                          <p:cTn id="331" fill="hold">
                            <p:stCondLst>
                              <p:cond delay="0"/>
                            </p:stCondLst>
                            <p:childTnLst>
                              <p:par>
                                <p:cTn id="332" presetID="42" presetClass="entr" presetSubtype="0" fill="hold" nodeType="clickEffect">
                                  <p:stCondLst>
                                    <p:cond delay="0"/>
                                  </p:stCondLst>
                                  <p:childTnLst>
                                    <p:set>
                                      <p:cBhvr>
                                        <p:cTn id="333" dur="1" fill="hold">
                                          <p:stCondLst>
                                            <p:cond delay="0"/>
                                          </p:stCondLst>
                                        </p:cTn>
                                        <p:tgtEl>
                                          <p:spTgt spid="417">
                                            <p:txEl>
                                              <p:pRg st="0" end="0"/>
                                            </p:txEl>
                                          </p:spTgt>
                                        </p:tgtEl>
                                        <p:attrNameLst>
                                          <p:attrName>style.visibility</p:attrName>
                                        </p:attrNameLst>
                                      </p:cBhvr>
                                      <p:to>
                                        <p:strVal val="visible"/>
                                      </p:to>
                                    </p:set>
                                    <p:animEffect transition="in" filter="fade">
                                      <p:cBhvr>
                                        <p:cTn id="334" dur="1000"/>
                                        <p:tgtEl>
                                          <p:spTgt spid="417">
                                            <p:txEl>
                                              <p:pRg st="0" end="0"/>
                                            </p:txEl>
                                          </p:spTgt>
                                        </p:tgtEl>
                                      </p:cBhvr>
                                    </p:animEffect>
                                    <p:anim calcmode="lin" valueType="num">
                                      <p:cBhvr>
                                        <p:cTn id="335" dur="1000" fill="hold"/>
                                        <p:tgtEl>
                                          <p:spTgt spid="417">
                                            <p:txEl>
                                              <p:pRg st="0" end="0"/>
                                            </p:txEl>
                                          </p:spTgt>
                                        </p:tgtEl>
                                        <p:attrNameLst>
                                          <p:attrName>ppt_x</p:attrName>
                                        </p:attrNameLst>
                                      </p:cBhvr>
                                      <p:tavLst>
                                        <p:tav tm="0">
                                          <p:val>
                                            <p:strVal val="#ppt_x"/>
                                          </p:val>
                                        </p:tav>
                                        <p:tav tm="100000">
                                          <p:val>
                                            <p:strVal val="#ppt_x"/>
                                          </p:val>
                                        </p:tav>
                                      </p:tavLst>
                                    </p:anim>
                                    <p:anim calcmode="lin" valueType="num">
                                      <p:cBhvr>
                                        <p:cTn id="336" dur="1000" fill="hold"/>
                                        <p:tgtEl>
                                          <p:spTgt spid="4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37" fill="hold">
                      <p:stCondLst>
                        <p:cond delay="indefinite"/>
                      </p:stCondLst>
                      <p:childTnLst>
                        <p:par>
                          <p:cTn id="338" fill="hold">
                            <p:stCondLst>
                              <p:cond delay="0"/>
                            </p:stCondLst>
                            <p:childTnLst>
                              <p:par>
                                <p:cTn id="339" presetID="42" presetClass="entr" presetSubtype="0" fill="hold" nodeType="clickEffect">
                                  <p:stCondLst>
                                    <p:cond delay="0"/>
                                  </p:stCondLst>
                                  <p:childTnLst>
                                    <p:set>
                                      <p:cBhvr>
                                        <p:cTn id="340" dur="1" fill="hold">
                                          <p:stCondLst>
                                            <p:cond delay="0"/>
                                          </p:stCondLst>
                                        </p:cTn>
                                        <p:tgtEl>
                                          <p:spTgt spid="417">
                                            <p:txEl>
                                              <p:pRg st="1" end="1"/>
                                            </p:txEl>
                                          </p:spTgt>
                                        </p:tgtEl>
                                        <p:attrNameLst>
                                          <p:attrName>style.visibility</p:attrName>
                                        </p:attrNameLst>
                                      </p:cBhvr>
                                      <p:to>
                                        <p:strVal val="visible"/>
                                      </p:to>
                                    </p:set>
                                    <p:animEffect transition="in" filter="fade">
                                      <p:cBhvr>
                                        <p:cTn id="341" dur="1000"/>
                                        <p:tgtEl>
                                          <p:spTgt spid="417">
                                            <p:txEl>
                                              <p:pRg st="1" end="1"/>
                                            </p:txEl>
                                          </p:spTgt>
                                        </p:tgtEl>
                                      </p:cBhvr>
                                    </p:animEffect>
                                    <p:anim calcmode="lin" valueType="num">
                                      <p:cBhvr>
                                        <p:cTn id="342" dur="1000" fill="hold"/>
                                        <p:tgtEl>
                                          <p:spTgt spid="417">
                                            <p:txEl>
                                              <p:pRg st="1" end="1"/>
                                            </p:txEl>
                                          </p:spTgt>
                                        </p:tgtEl>
                                        <p:attrNameLst>
                                          <p:attrName>ppt_x</p:attrName>
                                        </p:attrNameLst>
                                      </p:cBhvr>
                                      <p:tavLst>
                                        <p:tav tm="0">
                                          <p:val>
                                            <p:strVal val="#ppt_x"/>
                                          </p:val>
                                        </p:tav>
                                        <p:tav tm="100000">
                                          <p:val>
                                            <p:strVal val="#ppt_x"/>
                                          </p:val>
                                        </p:tav>
                                      </p:tavLst>
                                    </p:anim>
                                    <p:anim calcmode="lin" valueType="num">
                                      <p:cBhvr>
                                        <p:cTn id="343" dur="1000" fill="hold"/>
                                        <p:tgtEl>
                                          <p:spTgt spid="41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57" grpId="0" animBg="1"/>
      <p:bldP spid="342" grpId="0" animBg="1"/>
      <p:bldP spid="363" grpId="0" animBg="1"/>
      <p:bldP spid="364" grpId="0"/>
      <p:bldP spid="365" grpId="0"/>
      <p:bldP spid="366" grpId="0"/>
      <p:bldP spid="406" grpId="0"/>
      <p:bldP spid="415" grpId="0" animBg="1"/>
      <p:bldP spid="126" grpId="0"/>
      <p:bldP spid="96" grpId="0" animBg="1"/>
      <p:bldP spid="98" grpId="0" animBg="1"/>
      <p:bldP spid="101" grpId="0" animBg="1"/>
      <p:bldP spid="116" grpId="0" animBg="1"/>
      <p:bldP spid="120" grpId="0" animBg="1"/>
      <p:bldP spid="121" grpId="0"/>
      <p:bldP spid="122" grpId="0"/>
      <p:bldP spid="123" grpId="0"/>
      <p:bldP spid="136" grpId="0"/>
      <p:bldP spid="138" grpId="0"/>
      <p:bldP spid="154" grpId="0"/>
      <p:bldP spid="156" grpId="0"/>
      <p:bldP spid="160" grpId="0"/>
      <p:bldP spid="9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6735"/>
            <a:ext cx="9144000" cy="464790"/>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7" name="Rectangle 6"/>
          <p:cNvSpPr/>
          <p:nvPr/>
        </p:nvSpPr>
        <p:spPr>
          <a:xfrm>
            <a:off x="4143198" y="509452"/>
            <a:ext cx="4826962" cy="461665"/>
          </a:xfrm>
          <a:prstGeom prst="rect">
            <a:avLst/>
          </a:prstGeom>
        </p:spPr>
        <p:txBody>
          <a:bodyPr wrap="none">
            <a:spAutoFit/>
          </a:bodyPr>
          <a:lstStyle/>
          <a:p>
            <a:pPr defTabSz="457200"/>
            <a:r>
              <a:rPr lang="en-US" sz="2400" b="1" dirty="0">
                <a:solidFill>
                  <a:srgbClr val="931909"/>
                </a:solidFill>
                <a:latin typeface="Segoe UI Black"/>
              </a:rPr>
              <a:t>Shear and moment diagrams…</a:t>
            </a:r>
          </a:p>
        </p:txBody>
      </p:sp>
      <p:sp>
        <p:nvSpPr>
          <p:cNvPr id="15" name="Rectangle 14"/>
          <p:cNvSpPr/>
          <p:nvPr/>
        </p:nvSpPr>
        <p:spPr>
          <a:xfrm>
            <a:off x="1558536" y="925745"/>
            <a:ext cx="8692378" cy="338554"/>
          </a:xfrm>
          <a:prstGeom prst="rect">
            <a:avLst/>
          </a:prstGeom>
          <a:solidFill>
            <a:schemeClr val="accent1">
              <a:lumMod val="75000"/>
            </a:schemeClr>
          </a:solidFill>
        </p:spPr>
        <p:txBody>
          <a:bodyPr wrap="square">
            <a:spAutoFit/>
          </a:bodyPr>
          <a:lstStyle/>
          <a:p>
            <a:pPr defTabSz="457200">
              <a:buClr>
                <a:srgbClr val="00B050"/>
              </a:buClr>
              <a:buSzPct val="115000"/>
            </a:pPr>
            <a:r>
              <a:rPr lang="en-US" sz="1600" b="1" dirty="0">
                <a:solidFill>
                  <a:srgbClr val="FFFFFF"/>
                </a:solidFill>
                <a:latin typeface="Segoe UI Black"/>
              </a:rPr>
              <a:t>Example 2: solution …</a:t>
            </a: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17</a:t>
            </a:fld>
            <a:endParaRPr lang="en-US" sz="2000" dirty="0">
              <a:solidFill>
                <a:srgbClr val="931909">
                  <a:lumMod val="50000"/>
                </a:srgbClr>
              </a:solidFill>
              <a:latin typeface="Segoe UI Black"/>
            </a:endParaRPr>
          </a:p>
        </p:txBody>
      </p:sp>
      <p:sp>
        <p:nvSpPr>
          <p:cNvPr id="236" name="Rectangle 235"/>
          <p:cNvSpPr/>
          <p:nvPr/>
        </p:nvSpPr>
        <p:spPr>
          <a:xfrm>
            <a:off x="1573208" y="1390308"/>
            <a:ext cx="8692378" cy="307777"/>
          </a:xfrm>
          <a:prstGeom prst="rect">
            <a:avLst/>
          </a:prstGeom>
          <a:solidFill>
            <a:schemeClr val="accent1">
              <a:lumMod val="75000"/>
            </a:schemeClr>
          </a:solidFill>
        </p:spPr>
        <p:txBody>
          <a:bodyPr wrap="square">
            <a:spAutoFit/>
          </a:bodyPr>
          <a:lstStyle/>
          <a:p>
            <a:pPr marL="285750" indent="-285750" defTabSz="457200">
              <a:buClr>
                <a:srgbClr val="00B050"/>
              </a:buClr>
              <a:buSzPct val="115000"/>
              <a:buFont typeface="Wingdings" panose="05000000000000000000" pitchFamily="2" charset="2"/>
              <a:buChar char="Ø"/>
            </a:pPr>
            <a:r>
              <a:rPr lang="en-US" sz="1400" b="1" dirty="0">
                <a:solidFill>
                  <a:srgbClr val="FFFFFF"/>
                </a:solidFill>
                <a:latin typeface="Segoe UI Black"/>
              </a:rPr>
              <a:t> Analysis of beam segment (5&lt; X &lt;6)</a:t>
            </a:r>
          </a:p>
        </p:txBody>
      </p:sp>
      <p:sp>
        <p:nvSpPr>
          <p:cNvPr id="18" name="TextBox 17"/>
          <p:cNvSpPr txBox="1"/>
          <p:nvPr/>
        </p:nvSpPr>
        <p:spPr>
          <a:xfrm>
            <a:off x="2072914" y="1714006"/>
            <a:ext cx="4346062" cy="307777"/>
          </a:xfrm>
          <a:prstGeom prst="rect">
            <a:avLst/>
          </a:prstGeom>
          <a:noFill/>
        </p:spPr>
        <p:txBody>
          <a:bodyPr wrap="none" rtlCol="0">
            <a:spAutoFit/>
          </a:bodyPr>
          <a:lstStyle/>
          <a:p>
            <a:pPr marL="285750" indent="-285750" defTabSz="457200">
              <a:buFont typeface="Arial" panose="020B0604020202020204" pitchFamily="34" charset="0"/>
              <a:buChar char="•"/>
            </a:pPr>
            <a:r>
              <a:rPr lang="en-US" sz="1400" dirty="0">
                <a:solidFill>
                  <a:srgbClr val="931909"/>
                </a:solidFill>
                <a:latin typeface="Segoe UI Black"/>
              </a:rPr>
              <a:t>Free body diagram of LHS of section 4---4.  </a:t>
            </a:r>
          </a:p>
        </p:txBody>
      </p:sp>
      <p:sp>
        <p:nvSpPr>
          <p:cNvPr id="257" name="Rectangle 256"/>
          <p:cNvSpPr/>
          <p:nvPr/>
        </p:nvSpPr>
        <p:spPr>
          <a:xfrm>
            <a:off x="1689016" y="2605896"/>
            <a:ext cx="3981974" cy="131045"/>
          </a:xfrm>
          <a:prstGeom prst="rect">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cxnSp>
        <p:nvCxnSpPr>
          <p:cNvPr id="261" name="Straight Connector 260"/>
          <p:cNvCxnSpPr/>
          <p:nvPr/>
        </p:nvCxnSpPr>
        <p:spPr>
          <a:xfrm>
            <a:off x="1689018" y="3190336"/>
            <a:ext cx="3935189" cy="46508"/>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p:nvCxnSpPr>
        <p:spPr>
          <a:xfrm flipH="1">
            <a:off x="1670150" y="3096485"/>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p:nvCxnSpPr>
        <p:spPr>
          <a:xfrm flipV="1">
            <a:off x="1706346" y="2313229"/>
            <a:ext cx="1978379" cy="28487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23" name="Straight Arrow Connector 322"/>
          <p:cNvCxnSpPr/>
          <p:nvPr/>
        </p:nvCxnSpPr>
        <p:spPr>
          <a:xfrm>
            <a:off x="3384300" y="2372119"/>
            <a:ext cx="0" cy="20915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4" name="Straight Arrow Connector 323"/>
          <p:cNvCxnSpPr/>
          <p:nvPr/>
        </p:nvCxnSpPr>
        <p:spPr>
          <a:xfrm>
            <a:off x="3090655" y="2423538"/>
            <a:ext cx="7244" cy="18235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5" name="Straight Arrow Connector 324"/>
          <p:cNvCxnSpPr/>
          <p:nvPr/>
        </p:nvCxnSpPr>
        <p:spPr>
          <a:xfrm>
            <a:off x="2982182" y="2439711"/>
            <a:ext cx="0" cy="15838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6" name="Straight Arrow Connector 325"/>
          <p:cNvCxnSpPr/>
          <p:nvPr/>
        </p:nvCxnSpPr>
        <p:spPr>
          <a:xfrm flipH="1">
            <a:off x="2885903" y="2451534"/>
            <a:ext cx="779" cy="154363"/>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7" name="Straight Arrow Connector 326"/>
          <p:cNvCxnSpPr/>
          <p:nvPr/>
        </p:nvCxnSpPr>
        <p:spPr>
          <a:xfrm>
            <a:off x="2773825" y="2462774"/>
            <a:ext cx="3451" cy="143122"/>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8" name="Straight Arrow Connector 327"/>
          <p:cNvCxnSpPr/>
          <p:nvPr/>
        </p:nvCxnSpPr>
        <p:spPr>
          <a:xfrm>
            <a:off x="2659708" y="2483299"/>
            <a:ext cx="4049" cy="130821"/>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9" name="Straight Arrow Connector 328"/>
          <p:cNvCxnSpPr/>
          <p:nvPr/>
        </p:nvCxnSpPr>
        <p:spPr>
          <a:xfrm>
            <a:off x="2545789" y="2497265"/>
            <a:ext cx="5483" cy="11685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0" name="Straight Arrow Connector 329"/>
          <p:cNvCxnSpPr/>
          <p:nvPr/>
        </p:nvCxnSpPr>
        <p:spPr>
          <a:xfrm>
            <a:off x="2451105" y="2506782"/>
            <a:ext cx="114" cy="10177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1" name="Straight Arrow Connector 330"/>
          <p:cNvCxnSpPr/>
          <p:nvPr/>
        </p:nvCxnSpPr>
        <p:spPr>
          <a:xfrm>
            <a:off x="2355348" y="2521830"/>
            <a:ext cx="2374" cy="91039"/>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2" name="Straight Arrow Connector 331"/>
          <p:cNvCxnSpPr/>
          <p:nvPr/>
        </p:nvCxnSpPr>
        <p:spPr>
          <a:xfrm>
            <a:off x="2240490" y="2521828"/>
            <a:ext cx="5124" cy="99826"/>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3" name="Straight Arrow Connector 332"/>
          <p:cNvCxnSpPr/>
          <p:nvPr/>
        </p:nvCxnSpPr>
        <p:spPr>
          <a:xfrm flipH="1">
            <a:off x="2113725" y="2533606"/>
            <a:ext cx="2803" cy="88048"/>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42" name="TextBox 341"/>
          <p:cNvSpPr txBox="1"/>
          <p:nvPr/>
        </p:nvSpPr>
        <p:spPr>
          <a:xfrm>
            <a:off x="3921833" y="3115000"/>
            <a:ext cx="335602"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x</a:t>
            </a:r>
          </a:p>
        </p:txBody>
      </p:sp>
      <p:cxnSp>
        <p:nvCxnSpPr>
          <p:cNvPr id="343" name="Straight Arrow Connector 342"/>
          <p:cNvCxnSpPr/>
          <p:nvPr/>
        </p:nvCxnSpPr>
        <p:spPr>
          <a:xfrm flipH="1" flipV="1">
            <a:off x="1706205" y="2719030"/>
            <a:ext cx="140" cy="302454"/>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1" name="Straight Arrow Connector 360"/>
          <p:cNvCxnSpPr/>
          <p:nvPr/>
        </p:nvCxnSpPr>
        <p:spPr>
          <a:xfrm>
            <a:off x="3238286" y="2393326"/>
            <a:ext cx="3010" cy="19904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62" name="Straight Arrow Connector 361"/>
          <p:cNvCxnSpPr/>
          <p:nvPr/>
        </p:nvCxnSpPr>
        <p:spPr>
          <a:xfrm>
            <a:off x="5715478" y="2469720"/>
            <a:ext cx="15908" cy="34328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3" name="Curved Down Arrow 362"/>
          <p:cNvSpPr/>
          <p:nvPr/>
        </p:nvSpPr>
        <p:spPr>
          <a:xfrm rot="16508738" flipV="1">
            <a:off x="5738240" y="2565932"/>
            <a:ext cx="325414" cy="185490"/>
          </a:xfrm>
          <a:prstGeom prst="curvedDownArrow">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sp>
        <p:nvSpPr>
          <p:cNvPr id="364" name="TextBox 363"/>
          <p:cNvSpPr txBox="1"/>
          <p:nvPr/>
        </p:nvSpPr>
        <p:spPr>
          <a:xfrm>
            <a:off x="5567249" y="2769218"/>
            <a:ext cx="254039" cy="276999"/>
          </a:xfrm>
          <a:prstGeom prst="rect">
            <a:avLst/>
          </a:prstGeom>
          <a:noFill/>
        </p:spPr>
        <p:txBody>
          <a:bodyPr wrap="square" rtlCol="0">
            <a:spAutoFit/>
          </a:bodyPr>
          <a:lstStyle/>
          <a:p>
            <a:pPr defTabSz="457200"/>
            <a:r>
              <a:rPr lang="en-US" sz="1200" dirty="0">
                <a:solidFill>
                  <a:srgbClr val="FF0000"/>
                </a:solidFill>
                <a:latin typeface="Segoe UI Black"/>
              </a:rPr>
              <a:t>V</a:t>
            </a:r>
          </a:p>
        </p:txBody>
      </p:sp>
      <p:sp>
        <p:nvSpPr>
          <p:cNvPr id="365" name="TextBox 364"/>
          <p:cNvSpPr txBox="1"/>
          <p:nvPr/>
        </p:nvSpPr>
        <p:spPr>
          <a:xfrm>
            <a:off x="5729682" y="2286960"/>
            <a:ext cx="254039" cy="276999"/>
          </a:xfrm>
          <a:prstGeom prst="rect">
            <a:avLst/>
          </a:prstGeom>
          <a:noFill/>
        </p:spPr>
        <p:txBody>
          <a:bodyPr wrap="square" rtlCol="0">
            <a:spAutoFit/>
          </a:bodyPr>
          <a:lstStyle/>
          <a:p>
            <a:pPr defTabSz="457200"/>
            <a:r>
              <a:rPr lang="en-US" sz="1200" dirty="0">
                <a:solidFill>
                  <a:srgbClr val="7030A0"/>
                </a:solidFill>
                <a:latin typeface="Segoe UI Black"/>
              </a:rPr>
              <a:t>M</a:t>
            </a:r>
          </a:p>
        </p:txBody>
      </p:sp>
      <p:sp>
        <p:nvSpPr>
          <p:cNvPr id="366" name="TextBox 365"/>
          <p:cNvSpPr txBox="1"/>
          <p:nvPr/>
        </p:nvSpPr>
        <p:spPr>
          <a:xfrm>
            <a:off x="4358801" y="2039733"/>
            <a:ext cx="800890" cy="246221"/>
          </a:xfrm>
          <a:prstGeom prst="rect">
            <a:avLst/>
          </a:prstGeom>
          <a:noFill/>
        </p:spPr>
        <p:txBody>
          <a:bodyPr wrap="square" rtlCol="0">
            <a:spAutoFit/>
          </a:bodyPr>
          <a:lstStyle/>
          <a:p>
            <a:pPr defTabSz="457200"/>
            <a:r>
              <a:rPr lang="en-US" sz="1000" dirty="0">
                <a:solidFill>
                  <a:srgbClr val="002060"/>
                </a:solidFill>
                <a:latin typeface="Segoe UI Black"/>
              </a:rPr>
              <a:t>1 (</a:t>
            </a:r>
            <a:r>
              <a:rPr lang="en-US" sz="1000" dirty="0" err="1">
                <a:solidFill>
                  <a:srgbClr val="002060"/>
                </a:solidFill>
                <a:latin typeface="Segoe UI Black"/>
              </a:rPr>
              <a:t>kN</a:t>
            </a:r>
            <a:r>
              <a:rPr lang="en-US" sz="1000" dirty="0">
                <a:solidFill>
                  <a:srgbClr val="002060"/>
                </a:solidFill>
                <a:latin typeface="Segoe UI Black"/>
              </a:rPr>
              <a:t>/m)</a:t>
            </a:r>
          </a:p>
        </p:txBody>
      </p:sp>
      <p:sp>
        <p:nvSpPr>
          <p:cNvPr id="406" name="TextBox 405"/>
          <p:cNvSpPr txBox="1"/>
          <p:nvPr/>
        </p:nvSpPr>
        <p:spPr>
          <a:xfrm>
            <a:off x="1487135" y="2872775"/>
            <a:ext cx="723604" cy="276999"/>
          </a:xfrm>
          <a:prstGeom prst="rect">
            <a:avLst/>
          </a:prstGeom>
          <a:noFill/>
        </p:spPr>
        <p:txBody>
          <a:bodyPr wrap="square" rtlCol="0">
            <a:spAutoFit/>
          </a:bodyPr>
          <a:lstStyle/>
          <a:p>
            <a:pPr defTabSz="457200"/>
            <a:r>
              <a:rPr lang="en-US" sz="1200" dirty="0">
                <a:solidFill>
                  <a:srgbClr val="002060"/>
                </a:solidFill>
                <a:latin typeface="Segoe UI Black"/>
              </a:rPr>
              <a:t>2.33kN</a:t>
            </a:r>
            <a:endParaRPr lang="en-US" sz="1200" baseline="-25000" dirty="0">
              <a:solidFill>
                <a:srgbClr val="002060"/>
              </a:solidFill>
              <a:latin typeface="Segoe UI Black"/>
            </a:endParaRPr>
          </a:p>
        </p:txBody>
      </p:sp>
      <p:sp>
        <p:nvSpPr>
          <p:cNvPr id="414" name="TextBox 413"/>
          <p:cNvSpPr txBox="1"/>
          <p:nvPr/>
        </p:nvSpPr>
        <p:spPr>
          <a:xfrm>
            <a:off x="4275627" y="3647145"/>
            <a:ext cx="6071380" cy="2800767"/>
          </a:xfrm>
          <a:prstGeom prst="rect">
            <a:avLst/>
          </a:prstGeom>
          <a:noFill/>
        </p:spPr>
        <p:txBody>
          <a:bodyPr wrap="square" rtlCol="0">
            <a:spAutoFit/>
          </a:bodyPr>
          <a:lstStyle/>
          <a:p>
            <a:pPr marL="171450" indent="-171450" defTabSz="457200">
              <a:buFont typeface="Arial" panose="020B0604020202020204" pitchFamily="34" charset="0"/>
              <a:buChar char="•"/>
            </a:pPr>
            <a:r>
              <a:rPr lang="en-US" sz="1600" dirty="0">
                <a:solidFill>
                  <a:srgbClr val="002060"/>
                </a:solidFill>
                <a:latin typeface="Segoe UI Black"/>
              </a:rPr>
              <a:t>Now using equilibrium equation</a:t>
            </a:r>
          </a:p>
          <a:p>
            <a:pPr marL="285750" indent="-285750" defTabSz="457200">
              <a:buFont typeface="Wingdings" panose="05000000000000000000" pitchFamily="2" charset="2"/>
              <a:buChar char="ü"/>
            </a:pPr>
            <a:r>
              <a:rPr lang="en-US" sz="1600" dirty="0">
                <a:solidFill>
                  <a:srgbClr val="002060"/>
                </a:solidFill>
                <a:latin typeface="Segoe UI Black"/>
              </a:rPr>
              <a:t>From </a:t>
            </a:r>
          </a:p>
          <a:p>
            <a:pPr defTabSz="457200"/>
            <a:r>
              <a:rPr lang="en-US" sz="1600" dirty="0">
                <a:solidFill>
                  <a:srgbClr val="002060"/>
                </a:solidFill>
                <a:latin typeface="Segoe UI Black"/>
              </a:rPr>
              <a:t>    </a:t>
            </a:r>
            <a:r>
              <a:rPr lang="en-US" sz="1600" dirty="0">
                <a:solidFill>
                  <a:srgbClr val="931909"/>
                </a:solidFill>
                <a:latin typeface="Segoe UI Black"/>
              </a:rPr>
              <a:t>∑</a:t>
            </a:r>
            <a:r>
              <a:rPr lang="en-US" sz="1600" dirty="0" err="1">
                <a:solidFill>
                  <a:srgbClr val="931909"/>
                </a:solidFill>
                <a:latin typeface="Segoe UI Black"/>
              </a:rPr>
              <a:t>Fy</a:t>
            </a:r>
            <a:r>
              <a:rPr lang="en-US" sz="1600" dirty="0">
                <a:solidFill>
                  <a:srgbClr val="931909"/>
                </a:solidFill>
                <a:latin typeface="Segoe UI Black"/>
              </a:rPr>
              <a:t>=0, Assume     as  positive, thus </a:t>
            </a:r>
          </a:p>
          <a:p>
            <a:pPr defTabSz="457200"/>
            <a:r>
              <a:rPr lang="en-US" sz="1600" dirty="0">
                <a:solidFill>
                  <a:srgbClr val="931909"/>
                </a:solidFill>
                <a:latin typeface="Segoe UI Black"/>
              </a:rPr>
              <a:t> 2.33-1-2-V=0, V=2.33-1-2=-0.67kN</a:t>
            </a:r>
          </a:p>
          <a:p>
            <a:pPr defTabSz="457200"/>
            <a:r>
              <a:rPr lang="en-US" sz="1600" dirty="0">
                <a:solidFill>
                  <a:srgbClr val="931909"/>
                </a:solidFill>
                <a:latin typeface="Segoe UI Black"/>
              </a:rPr>
              <a:t>     (Shear force is constant throughout this segment);</a:t>
            </a:r>
          </a:p>
          <a:p>
            <a:pPr defTabSz="457200"/>
            <a:r>
              <a:rPr lang="en-US" sz="1600" dirty="0">
                <a:solidFill>
                  <a:srgbClr val="931909"/>
                </a:solidFill>
                <a:latin typeface="Segoe UI Black"/>
              </a:rPr>
              <a:t>         </a:t>
            </a:r>
          </a:p>
          <a:p>
            <a:pPr defTabSz="457200"/>
            <a:r>
              <a:rPr lang="en-US" sz="1600" dirty="0">
                <a:solidFill>
                  <a:srgbClr val="931909"/>
                </a:solidFill>
                <a:latin typeface="Segoe UI Black"/>
              </a:rPr>
              <a:t>  </a:t>
            </a:r>
          </a:p>
          <a:p>
            <a:pPr defTabSz="457200"/>
            <a:r>
              <a:rPr lang="en-US" sz="1600" dirty="0">
                <a:solidFill>
                  <a:srgbClr val="931909"/>
                </a:solidFill>
                <a:latin typeface="Segoe UI Black"/>
              </a:rPr>
              <a:t>∑M</a:t>
            </a:r>
            <a:r>
              <a:rPr lang="en-US" sz="1600" baseline="-25000" dirty="0">
                <a:solidFill>
                  <a:srgbClr val="931909"/>
                </a:solidFill>
                <a:latin typeface="Segoe UI Black"/>
              </a:rPr>
              <a:t>A</a:t>
            </a:r>
            <a:r>
              <a:rPr lang="en-US" sz="1600" dirty="0">
                <a:solidFill>
                  <a:srgbClr val="931909"/>
                </a:solidFill>
                <a:latin typeface="Segoe UI Black"/>
              </a:rPr>
              <a:t>=0, Assume        CCW as positive moment, thus</a:t>
            </a:r>
          </a:p>
          <a:p>
            <a:pPr defTabSz="457200"/>
            <a:endParaRPr lang="en-US" sz="1050" dirty="0">
              <a:solidFill>
                <a:srgbClr val="931909"/>
              </a:solidFill>
              <a:latin typeface="Segoe UI Black"/>
            </a:endParaRPr>
          </a:p>
          <a:p>
            <a:pPr defTabSz="457200"/>
            <a:r>
              <a:rPr lang="en-US" sz="1600" dirty="0">
                <a:solidFill>
                  <a:srgbClr val="931909">
                    <a:lumMod val="50000"/>
                  </a:srgbClr>
                </a:solidFill>
                <a:latin typeface="Segoe UI Black"/>
              </a:rPr>
              <a:t>M-2.33*x+1*(x-1.33)+2(x-3)-2=0;  </a:t>
            </a:r>
          </a:p>
          <a:p>
            <a:pPr defTabSz="457200"/>
            <a:r>
              <a:rPr lang="en-US" sz="1600" dirty="0">
                <a:solidFill>
                  <a:srgbClr val="931909">
                    <a:lumMod val="50000"/>
                  </a:srgbClr>
                </a:solidFill>
                <a:latin typeface="Segoe UI Black"/>
              </a:rPr>
              <a:t>M=2.33x-(x-1.33)-2(x-3)+2</a:t>
            </a:r>
          </a:p>
        </p:txBody>
      </p:sp>
      <p:sp>
        <p:nvSpPr>
          <p:cNvPr id="415" name="Curved Down Arrow 414"/>
          <p:cNvSpPr/>
          <p:nvPr/>
        </p:nvSpPr>
        <p:spPr>
          <a:xfrm rot="16508738" flipV="1">
            <a:off x="6136130" y="5411095"/>
            <a:ext cx="247355" cy="185490"/>
          </a:xfrm>
          <a:prstGeom prst="curvedDownArrow">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cxnSp>
        <p:nvCxnSpPr>
          <p:cNvPr id="416" name="Straight Arrow Connector 415"/>
          <p:cNvCxnSpPr/>
          <p:nvPr/>
        </p:nvCxnSpPr>
        <p:spPr>
          <a:xfrm flipH="1" flipV="1">
            <a:off x="6258054" y="4232399"/>
            <a:ext cx="2190" cy="184897"/>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6" name="TextBox 125"/>
          <p:cNvSpPr txBox="1"/>
          <p:nvPr/>
        </p:nvSpPr>
        <p:spPr>
          <a:xfrm>
            <a:off x="6948986" y="4922957"/>
            <a:ext cx="3603876" cy="523220"/>
          </a:xfrm>
          <a:prstGeom prst="rect">
            <a:avLst/>
          </a:prstGeom>
          <a:noFill/>
        </p:spPr>
        <p:txBody>
          <a:bodyPr wrap="square" rtlCol="0">
            <a:spAutoFit/>
          </a:bodyPr>
          <a:lstStyle/>
          <a:p>
            <a:pPr defTabSz="457200"/>
            <a:r>
              <a:rPr lang="en-US" sz="1400" dirty="0">
                <a:solidFill>
                  <a:srgbClr val="931909"/>
                </a:solidFill>
                <a:latin typeface="Segoe UI Black"/>
              </a:rPr>
              <a:t>When x=4, V=-0.67 </a:t>
            </a:r>
            <a:r>
              <a:rPr lang="en-US" sz="1400" dirty="0" err="1">
                <a:solidFill>
                  <a:srgbClr val="931909"/>
                </a:solidFill>
                <a:latin typeface="Segoe UI Black"/>
              </a:rPr>
              <a:t>kN</a:t>
            </a:r>
            <a:endParaRPr lang="en-US" sz="1400" dirty="0">
              <a:solidFill>
                <a:srgbClr val="931909"/>
              </a:solidFill>
              <a:latin typeface="Segoe UI Black"/>
            </a:endParaRPr>
          </a:p>
          <a:p>
            <a:pPr defTabSz="457200"/>
            <a:r>
              <a:rPr lang="en-US" sz="1400" dirty="0">
                <a:solidFill>
                  <a:srgbClr val="931909"/>
                </a:solidFill>
                <a:latin typeface="Segoe UI Black"/>
              </a:rPr>
              <a:t>When X=5, V=-0.67kN</a:t>
            </a:r>
          </a:p>
        </p:txBody>
      </p:sp>
      <p:sp>
        <p:nvSpPr>
          <p:cNvPr id="417" name="TextBox 416"/>
          <p:cNvSpPr txBox="1"/>
          <p:nvPr/>
        </p:nvSpPr>
        <p:spPr>
          <a:xfrm>
            <a:off x="5425052" y="6256652"/>
            <a:ext cx="5041005" cy="523220"/>
          </a:xfrm>
          <a:prstGeom prst="rect">
            <a:avLst/>
          </a:prstGeom>
          <a:noFill/>
        </p:spPr>
        <p:txBody>
          <a:bodyPr wrap="square" rtlCol="0">
            <a:spAutoFit/>
          </a:bodyPr>
          <a:lstStyle/>
          <a:p>
            <a:pPr defTabSz="457200"/>
            <a:r>
              <a:rPr lang="en-US" sz="1400" dirty="0">
                <a:solidFill>
                  <a:srgbClr val="931909">
                    <a:lumMod val="50000"/>
                  </a:srgbClr>
                </a:solidFill>
                <a:latin typeface="Segoe UI Black"/>
              </a:rPr>
              <a:t>When x=5, M=2.33*5-(5-1.33)-2(5-3)+2=5.98kNm </a:t>
            </a:r>
          </a:p>
          <a:p>
            <a:pPr defTabSz="457200"/>
            <a:r>
              <a:rPr lang="en-US" sz="1400" dirty="0">
                <a:solidFill>
                  <a:srgbClr val="931909">
                    <a:lumMod val="50000"/>
                  </a:srgbClr>
                </a:solidFill>
                <a:latin typeface="Segoe UI Black"/>
              </a:rPr>
              <a:t>When X=6, M=2.33*6-(6-1.33)-2(6-3)+2=5.31kNm </a:t>
            </a:r>
          </a:p>
        </p:txBody>
      </p:sp>
      <p:cxnSp>
        <p:nvCxnSpPr>
          <p:cNvPr id="76" name="Straight Connector 75"/>
          <p:cNvCxnSpPr/>
          <p:nvPr/>
        </p:nvCxnSpPr>
        <p:spPr>
          <a:xfrm flipH="1">
            <a:off x="5602921" y="3140901"/>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a:off x="3521002" y="2333547"/>
            <a:ext cx="5992" cy="272349"/>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a:off x="3700034" y="2320481"/>
            <a:ext cx="5992" cy="272349"/>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3937348" y="2313228"/>
            <a:ext cx="2626" cy="28121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a:off x="4355189" y="2300369"/>
            <a:ext cx="10436" cy="30552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a:off x="4134602" y="2283824"/>
            <a:ext cx="10436" cy="30552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a:off x="4574823" y="2304933"/>
            <a:ext cx="10436" cy="30552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p:nvPr/>
        </p:nvCxnSpPr>
        <p:spPr>
          <a:xfrm>
            <a:off x="4786294" y="2295815"/>
            <a:ext cx="10436" cy="30552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flipV="1">
            <a:off x="3670548" y="2290438"/>
            <a:ext cx="1140684" cy="13854"/>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1689018" y="2881330"/>
            <a:ext cx="3691471" cy="47171"/>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flipH="1">
            <a:off x="1670150" y="2787478"/>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2324106" y="2751317"/>
            <a:ext cx="449718"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2m</a:t>
            </a:r>
          </a:p>
        </p:txBody>
      </p:sp>
      <p:cxnSp>
        <p:nvCxnSpPr>
          <p:cNvPr id="97" name="Straight Connector 96"/>
          <p:cNvCxnSpPr/>
          <p:nvPr/>
        </p:nvCxnSpPr>
        <p:spPr>
          <a:xfrm flipH="1">
            <a:off x="4749367" y="2822334"/>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3891730" y="2780541"/>
            <a:ext cx="422880"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2m</a:t>
            </a:r>
          </a:p>
        </p:txBody>
      </p:sp>
      <p:cxnSp>
        <p:nvCxnSpPr>
          <p:cNvPr id="99" name="Straight Connector 98"/>
          <p:cNvCxnSpPr/>
          <p:nvPr/>
        </p:nvCxnSpPr>
        <p:spPr>
          <a:xfrm flipH="1">
            <a:off x="3658278" y="2800284"/>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101" name="Rectangle 100"/>
          <p:cNvSpPr/>
          <p:nvPr/>
        </p:nvSpPr>
        <p:spPr>
          <a:xfrm>
            <a:off x="6459936" y="2561143"/>
            <a:ext cx="3900932" cy="113960"/>
          </a:xfrm>
          <a:prstGeom prst="rect">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cxnSp>
        <p:nvCxnSpPr>
          <p:cNvPr id="102" name="Straight Connector 101"/>
          <p:cNvCxnSpPr/>
          <p:nvPr/>
        </p:nvCxnSpPr>
        <p:spPr>
          <a:xfrm flipV="1">
            <a:off x="6459937" y="3071443"/>
            <a:ext cx="3953525" cy="54543"/>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6441069" y="3032133"/>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V="1">
            <a:off x="6477265" y="2248877"/>
            <a:ext cx="1978379" cy="28487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a:off x="8267161" y="2982183"/>
            <a:ext cx="335602"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x</a:t>
            </a:r>
          </a:p>
        </p:txBody>
      </p:sp>
      <p:cxnSp>
        <p:nvCxnSpPr>
          <p:cNvPr id="117" name="Straight Arrow Connector 116"/>
          <p:cNvCxnSpPr/>
          <p:nvPr/>
        </p:nvCxnSpPr>
        <p:spPr>
          <a:xfrm flipH="1" flipV="1">
            <a:off x="6477124" y="2654678"/>
            <a:ext cx="140" cy="302454"/>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p:nvPr/>
        </p:nvCxnSpPr>
        <p:spPr>
          <a:xfrm>
            <a:off x="10397553" y="2414707"/>
            <a:ext cx="15908" cy="34328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0" name="Curved Down Arrow 119"/>
          <p:cNvSpPr/>
          <p:nvPr/>
        </p:nvSpPr>
        <p:spPr>
          <a:xfrm rot="16508738" flipV="1">
            <a:off x="10390079" y="2489814"/>
            <a:ext cx="325414" cy="144858"/>
          </a:xfrm>
          <a:prstGeom prst="curvedDownArrow">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sp>
        <p:nvSpPr>
          <p:cNvPr id="121" name="TextBox 120"/>
          <p:cNvSpPr txBox="1"/>
          <p:nvPr/>
        </p:nvSpPr>
        <p:spPr>
          <a:xfrm>
            <a:off x="10261131" y="2689068"/>
            <a:ext cx="254039" cy="276999"/>
          </a:xfrm>
          <a:prstGeom prst="rect">
            <a:avLst/>
          </a:prstGeom>
          <a:noFill/>
        </p:spPr>
        <p:txBody>
          <a:bodyPr wrap="square" rtlCol="0">
            <a:spAutoFit/>
          </a:bodyPr>
          <a:lstStyle/>
          <a:p>
            <a:pPr defTabSz="457200"/>
            <a:r>
              <a:rPr lang="en-US" sz="1200" dirty="0">
                <a:solidFill>
                  <a:srgbClr val="FF0000"/>
                </a:solidFill>
                <a:latin typeface="Segoe UI Black"/>
              </a:rPr>
              <a:t>V</a:t>
            </a:r>
          </a:p>
        </p:txBody>
      </p:sp>
      <p:sp>
        <p:nvSpPr>
          <p:cNvPr id="122" name="TextBox 121"/>
          <p:cNvSpPr txBox="1"/>
          <p:nvPr/>
        </p:nvSpPr>
        <p:spPr>
          <a:xfrm>
            <a:off x="10368241" y="2177676"/>
            <a:ext cx="254039" cy="276999"/>
          </a:xfrm>
          <a:prstGeom prst="rect">
            <a:avLst/>
          </a:prstGeom>
          <a:noFill/>
        </p:spPr>
        <p:txBody>
          <a:bodyPr wrap="square" rtlCol="0">
            <a:spAutoFit/>
          </a:bodyPr>
          <a:lstStyle/>
          <a:p>
            <a:pPr defTabSz="457200"/>
            <a:r>
              <a:rPr lang="en-US" sz="1200" dirty="0">
                <a:solidFill>
                  <a:srgbClr val="7030A0"/>
                </a:solidFill>
                <a:latin typeface="Segoe UI Black"/>
              </a:rPr>
              <a:t>M</a:t>
            </a:r>
          </a:p>
        </p:txBody>
      </p:sp>
      <p:sp>
        <p:nvSpPr>
          <p:cNvPr id="123" name="TextBox 122"/>
          <p:cNvSpPr txBox="1"/>
          <p:nvPr/>
        </p:nvSpPr>
        <p:spPr>
          <a:xfrm>
            <a:off x="6258054" y="2808423"/>
            <a:ext cx="723604" cy="276999"/>
          </a:xfrm>
          <a:prstGeom prst="rect">
            <a:avLst/>
          </a:prstGeom>
          <a:noFill/>
        </p:spPr>
        <p:txBody>
          <a:bodyPr wrap="square" rtlCol="0">
            <a:spAutoFit/>
          </a:bodyPr>
          <a:lstStyle/>
          <a:p>
            <a:pPr defTabSz="457200"/>
            <a:r>
              <a:rPr lang="en-US" sz="1200" dirty="0">
                <a:solidFill>
                  <a:srgbClr val="002060"/>
                </a:solidFill>
                <a:latin typeface="Segoe UI Black"/>
              </a:rPr>
              <a:t>2.33kN</a:t>
            </a:r>
            <a:endParaRPr lang="en-US" sz="1200" baseline="-25000" dirty="0">
              <a:solidFill>
                <a:srgbClr val="002060"/>
              </a:solidFill>
              <a:latin typeface="Segoe UI Black"/>
            </a:endParaRPr>
          </a:p>
        </p:txBody>
      </p:sp>
      <p:cxnSp>
        <p:nvCxnSpPr>
          <p:cNvPr id="124" name="Straight Connector 123"/>
          <p:cNvCxnSpPr/>
          <p:nvPr/>
        </p:nvCxnSpPr>
        <p:spPr>
          <a:xfrm flipH="1">
            <a:off x="10377266" y="2991969"/>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6459936" y="2816977"/>
            <a:ext cx="3917330" cy="1656"/>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6441069" y="2723126"/>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136" name="TextBox 135"/>
          <p:cNvSpPr txBox="1"/>
          <p:nvPr/>
        </p:nvSpPr>
        <p:spPr>
          <a:xfrm>
            <a:off x="6951906" y="2624358"/>
            <a:ext cx="585127" cy="253916"/>
          </a:xfrm>
          <a:prstGeom prst="rect">
            <a:avLst/>
          </a:prstGeom>
          <a:noFill/>
        </p:spPr>
        <p:txBody>
          <a:bodyPr wrap="square" rtlCol="0">
            <a:spAutoFit/>
          </a:bodyPr>
          <a:lstStyle/>
          <a:p>
            <a:pPr defTabSz="457200"/>
            <a:r>
              <a:rPr lang="en-US" sz="1050" dirty="0">
                <a:solidFill>
                  <a:srgbClr val="002060"/>
                </a:solidFill>
                <a:latin typeface="Segoe UI Black"/>
              </a:rPr>
              <a:t>1.33m</a:t>
            </a:r>
          </a:p>
        </p:txBody>
      </p:sp>
      <p:cxnSp>
        <p:nvCxnSpPr>
          <p:cNvPr id="137" name="Straight Connector 136"/>
          <p:cNvCxnSpPr/>
          <p:nvPr/>
        </p:nvCxnSpPr>
        <p:spPr>
          <a:xfrm flipH="1">
            <a:off x="8904340" y="2679600"/>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138" name="TextBox 137"/>
          <p:cNvSpPr txBox="1"/>
          <p:nvPr/>
        </p:nvSpPr>
        <p:spPr>
          <a:xfrm>
            <a:off x="8539484" y="2620498"/>
            <a:ext cx="422880" cy="253916"/>
          </a:xfrm>
          <a:prstGeom prst="rect">
            <a:avLst/>
          </a:prstGeom>
          <a:noFill/>
        </p:spPr>
        <p:txBody>
          <a:bodyPr wrap="square" rtlCol="0">
            <a:spAutoFit/>
          </a:bodyPr>
          <a:lstStyle/>
          <a:p>
            <a:pPr defTabSz="457200"/>
            <a:r>
              <a:rPr lang="en-US" sz="1050" dirty="0">
                <a:solidFill>
                  <a:srgbClr val="002060"/>
                </a:solidFill>
                <a:latin typeface="Segoe UI Black"/>
              </a:rPr>
              <a:t>1m</a:t>
            </a:r>
          </a:p>
        </p:txBody>
      </p:sp>
      <p:cxnSp>
        <p:nvCxnSpPr>
          <p:cNvPr id="139" name="Straight Connector 138"/>
          <p:cNvCxnSpPr/>
          <p:nvPr/>
        </p:nvCxnSpPr>
        <p:spPr>
          <a:xfrm flipH="1">
            <a:off x="8429197" y="2735932"/>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flipV="1">
            <a:off x="8455643" y="2236755"/>
            <a:ext cx="1042648" cy="13969"/>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flipH="1">
            <a:off x="9489075" y="2257153"/>
            <a:ext cx="9216" cy="30691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a:off x="8448592" y="2257152"/>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a:off x="3693725" y="2265942"/>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46" name="Straight Arrow Connector 145"/>
          <p:cNvCxnSpPr/>
          <p:nvPr/>
        </p:nvCxnSpPr>
        <p:spPr>
          <a:xfrm>
            <a:off x="7847888" y="2162045"/>
            <a:ext cx="0" cy="349509"/>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p:cNvCxnSpPr/>
          <p:nvPr/>
        </p:nvCxnSpPr>
        <p:spPr>
          <a:xfrm flipH="1">
            <a:off x="8949399" y="1964261"/>
            <a:ext cx="18914" cy="556324"/>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4" name="TextBox 153"/>
          <p:cNvSpPr txBox="1"/>
          <p:nvPr/>
        </p:nvSpPr>
        <p:spPr>
          <a:xfrm>
            <a:off x="7638740" y="1719642"/>
            <a:ext cx="2047818" cy="261610"/>
          </a:xfrm>
          <a:prstGeom prst="rect">
            <a:avLst/>
          </a:prstGeom>
          <a:noFill/>
        </p:spPr>
        <p:txBody>
          <a:bodyPr wrap="square" rtlCol="0">
            <a:spAutoFit/>
          </a:bodyPr>
          <a:lstStyle/>
          <a:p>
            <a:pPr defTabSz="457200"/>
            <a:r>
              <a:rPr lang="en-US" sz="1100" dirty="0">
                <a:solidFill>
                  <a:srgbClr val="002060"/>
                </a:solidFill>
                <a:latin typeface="Segoe UI Black"/>
              </a:rPr>
              <a:t>(1kN/m)*(2m)=2 </a:t>
            </a:r>
            <a:r>
              <a:rPr lang="en-US" sz="1100" dirty="0" err="1">
                <a:solidFill>
                  <a:srgbClr val="002060"/>
                </a:solidFill>
                <a:latin typeface="Segoe UI Black"/>
              </a:rPr>
              <a:t>kN</a:t>
            </a:r>
            <a:endParaRPr lang="en-US" sz="1100" dirty="0">
              <a:solidFill>
                <a:srgbClr val="002060"/>
              </a:solidFill>
              <a:latin typeface="Segoe UI Black"/>
            </a:endParaRPr>
          </a:p>
        </p:txBody>
      </p:sp>
      <p:sp>
        <p:nvSpPr>
          <p:cNvPr id="156" name="TextBox 155"/>
          <p:cNvSpPr txBox="1"/>
          <p:nvPr/>
        </p:nvSpPr>
        <p:spPr>
          <a:xfrm>
            <a:off x="6790844" y="1931049"/>
            <a:ext cx="1509124" cy="253916"/>
          </a:xfrm>
          <a:prstGeom prst="rect">
            <a:avLst/>
          </a:prstGeom>
          <a:noFill/>
        </p:spPr>
        <p:txBody>
          <a:bodyPr wrap="square" rtlCol="0">
            <a:spAutoFit/>
          </a:bodyPr>
          <a:lstStyle/>
          <a:p>
            <a:pPr defTabSz="457200"/>
            <a:r>
              <a:rPr lang="en-US" sz="1050" dirty="0">
                <a:solidFill>
                  <a:srgbClr val="002060"/>
                </a:solidFill>
                <a:latin typeface="Segoe UI Black"/>
              </a:rPr>
              <a:t>(1kN/m)*2m=1 </a:t>
            </a:r>
            <a:r>
              <a:rPr lang="en-US" sz="1050" dirty="0" err="1">
                <a:solidFill>
                  <a:srgbClr val="002060"/>
                </a:solidFill>
                <a:latin typeface="Segoe UI Black"/>
              </a:rPr>
              <a:t>kN</a:t>
            </a:r>
            <a:endParaRPr lang="en-US" sz="1050" dirty="0">
              <a:solidFill>
                <a:srgbClr val="002060"/>
              </a:solidFill>
              <a:latin typeface="Segoe UI Black"/>
            </a:endParaRPr>
          </a:p>
        </p:txBody>
      </p:sp>
      <p:cxnSp>
        <p:nvCxnSpPr>
          <p:cNvPr id="157" name="Straight Connector 156"/>
          <p:cNvCxnSpPr/>
          <p:nvPr/>
        </p:nvCxnSpPr>
        <p:spPr>
          <a:xfrm>
            <a:off x="7832746" y="2297293"/>
            <a:ext cx="15142" cy="704578"/>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flipH="1">
            <a:off x="7811543" y="2737295"/>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160" name="TextBox 159"/>
          <p:cNvSpPr txBox="1"/>
          <p:nvPr/>
        </p:nvSpPr>
        <p:spPr>
          <a:xfrm>
            <a:off x="7868941" y="2639783"/>
            <a:ext cx="610852" cy="253916"/>
          </a:xfrm>
          <a:prstGeom prst="rect">
            <a:avLst/>
          </a:prstGeom>
          <a:noFill/>
        </p:spPr>
        <p:txBody>
          <a:bodyPr wrap="square" rtlCol="0">
            <a:spAutoFit/>
          </a:bodyPr>
          <a:lstStyle/>
          <a:p>
            <a:pPr defTabSz="457200"/>
            <a:r>
              <a:rPr lang="en-US" sz="1050" dirty="0">
                <a:solidFill>
                  <a:srgbClr val="002060"/>
                </a:solidFill>
                <a:latin typeface="Segoe UI Black"/>
              </a:rPr>
              <a:t>0.67m</a:t>
            </a:r>
          </a:p>
        </p:txBody>
      </p:sp>
      <p:sp>
        <p:nvSpPr>
          <p:cNvPr id="91" name="TextBox 90"/>
          <p:cNvSpPr txBox="1"/>
          <p:nvPr/>
        </p:nvSpPr>
        <p:spPr>
          <a:xfrm>
            <a:off x="9204594" y="2608782"/>
            <a:ext cx="422880" cy="253916"/>
          </a:xfrm>
          <a:prstGeom prst="rect">
            <a:avLst/>
          </a:prstGeom>
          <a:noFill/>
        </p:spPr>
        <p:txBody>
          <a:bodyPr wrap="square" rtlCol="0">
            <a:spAutoFit/>
          </a:bodyPr>
          <a:lstStyle/>
          <a:p>
            <a:pPr defTabSz="457200"/>
            <a:r>
              <a:rPr lang="en-US" sz="1050" dirty="0">
                <a:solidFill>
                  <a:srgbClr val="002060"/>
                </a:solidFill>
                <a:latin typeface="Segoe UI Black"/>
              </a:rPr>
              <a:t>x-3</a:t>
            </a:r>
          </a:p>
        </p:txBody>
      </p:sp>
      <p:cxnSp>
        <p:nvCxnSpPr>
          <p:cNvPr id="92" name="Straight Connector 91"/>
          <p:cNvCxnSpPr/>
          <p:nvPr/>
        </p:nvCxnSpPr>
        <p:spPr>
          <a:xfrm>
            <a:off x="8931622" y="2220645"/>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flipH="1">
            <a:off x="10305514" y="2714414"/>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87" name="Curved Down Arrow 86"/>
          <p:cNvSpPr/>
          <p:nvPr/>
        </p:nvSpPr>
        <p:spPr>
          <a:xfrm>
            <a:off x="5298262" y="2451868"/>
            <a:ext cx="275090" cy="246179"/>
          </a:xfrm>
          <a:prstGeom prst="curvedDownArrow">
            <a:avLst>
              <a:gd name="adj1" fmla="val 25000"/>
              <a:gd name="adj2" fmla="val 60697"/>
              <a:gd name="adj3" fmla="val 25000"/>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sp>
        <p:nvSpPr>
          <p:cNvPr id="100" name="TextBox 99"/>
          <p:cNvSpPr txBox="1"/>
          <p:nvPr/>
        </p:nvSpPr>
        <p:spPr>
          <a:xfrm>
            <a:off x="5094035" y="2253184"/>
            <a:ext cx="563749" cy="246221"/>
          </a:xfrm>
          <a:prstGeom prst="rect">
            <a:avLst/>
          </a:prstGeom>
          <a:noFill/>
        </p:spPr>
        <p:txBody>
          <a:bodyPr wrap="square" rtlCol="0">
            <a:spAutoFit/>
          </a:bodyPr>
          <a:lstStyle/>
          <a:p>
            <a:pPr defTabSz="457200"/>
            <a:r>
              <a:rPr lang="en-US" sz="1000" dirty="0">
                <a:solidFill>
                  <a:srgbClr val="002060"/>
                </a:solidFill>
                <a:latin typeface="Segoe UI Black"/>
              </a:rPr>
              <a:t>2kNm</a:t>
            </a:r>
          </a:p>
        </p:txBody>
      </p:sp>
      <p:cxnSp>
        <p:nvCxnSpPr>
          <p:cNvPr id="105" name="Straight Connector 104"/>
          <p:cNvCxnSpPr/>
          <p:nvPr/>
        </p:nvCxnSpPr>
        <p:spPr>
          <a:xfrm flipH="1">
            <a:off x="5328494" y="2809589"/>
            <a:ext cx="72390" cy="17428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1092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57"/>
                                        </p:tgtEl>
                                        <p:attrNameLst>
                                          <p:attrName>style.visibility</p:attrName>
                                        </p:attrNameLst>
                                      </p:cBhvr>
                                      <p:to>
                                        <p:strVal val="visible"/>
                                      </p:to>
                                    </p:set>
                                    <p:anim calcmode="lin" valueType="num">
                                      <p:cBhvr additive="base">
                                        <p:cTn id="11" dur="500" fill="hold"/>
                                        <p:tgtEl>
                                          <p:spTgt spid="257"/>
                                        </p:tgtEl>
                                        <p:attrNameLst>
                                          <p:attrName>ppt_x</p:attrName>
                                        </p:attrNameLst>
                                      </p:cBhvr>
                                      <p:tavLst>
                                        <p:tav tm="0">
                                          <p:val>
                                            <p:strVal val="#ppt_x"/>
                                          </p:val>
                                        </p:tav>
                                        <p:tav tm="100000">
                                          <p:val>
                                            <p:strVal val="#ppt_x"/>
                                          </p:val>
                                        </p:tav>
                                      </p:tavLst>
                                    </p:anim>
                                    <p:anim calcmode="lin" valueType="num">
                                      <p:cBhvr additive="base">
                                        <p:cTn id="12" dur="500" fill="hold"/>
                                        <p:tgtEl>
                                          <p:spTgt spid="25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3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3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3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6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4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366"/>
                                        </p:tgtEl>
                                        <p:attrNameLst>
                                          <p:attrName>style.visibility</p:attrName>
                                        </p:attrNameLst>
                                      </p:cBhvr>
                                      <p:to>
                                        <p:strVal val="visible"/>
                                      </p:to>
                                    </p:set>
                                    <p:anim calcmode="lin" valueType="num">
                                      <p:cBhvr additive="base">
                                        <p:cTn id="65" dur="500" fill="hold"/>
                                        <p:tgtEl>
                                          <p:spTgt spid="366"/>
                                        </p:tgtEl>
                                        <p:attrNameLst>
                                          <p:attrName>ppt_x</p:attrName>
                                        </p:attrNameLst>
                                      </p:cBhvr>
                                      <p:tavLst>
                                        <p:tav tm="0">
                                          <p:val>
                                            <p:strVal val="#ppt_x"/>
                                          </p:val>
                                        </p:tav>
                                        <p:tav tm="100000">
                                          <p:val>
                                            <p:strVal val="#ppt_x"/>
                                          </p:val>
                                        </p:tav>
                                      </p:tavLst>
                                    </p:anim>
                                    <p:anim calcmode="lin" valueType="num">
                                      <p:cBhvr additive="base">
                                        <p:cTn id="66" dur="500" fill="hold"/>
                                        <p:tgtEl>
                                          <p:spTgt spid="366"/>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nodeType="clickEffect">
                                  <p:stCondLst>
                                    <p:cond delay="0"/>
                                  </p:stCondLst>
                                  <p:childTnLst>
                                    <p:set>
                                      <p:cBhvr>
                                        <p:cTn id="70" dur="1" fill="hold">
                                          <p:stCondLst>
                                            <p:cond delay="0"/>
                                          </p:stCondLst>
                                        </p:cTn>
                                        <p:tgtEl>
                                          <p:spTgt spid="343"/>
                                        </p:tgtEl>
                                        <p:attrNameLst>
                                          <p:attrName>style.visibility</p:attrName>
                                        </p:attrNameLst>
                                      </p:cBhvr>
                                      <p:to>
                                        <p:strVal val="visible"/>
                                      </p:to>
                                    </p:set>
                                    <p:animEffect transition="in" filter="fade">
                                      <p:cBhvr>
                                        <p:cTn id="71" dur="1000"/>
                                        <p:tgtEl>
                                          <p:spTgt spid="343"/>
                                        </p:tgtEl>
                                      </p:cBhvr>
                                    </p:animEffect>
                                    <p:anim calcmode="lin" valueType="num">
                                      <p:cBhvr>
                                        <p:cTn id="72" dur="1000" fill="hold"/>
                                        <p:tgtEl>
                                          <p:spTgt spid="343"/>
                                        </p:tgtEl>
                                        <p:attrNameLst>
                                          <p:attrName>ppt_x</p:attrName>
                                        </p:attrNameLst>
                                      </p:cBhvr>
                                      <p:tavLst>
                                        <p:tav tm="0">
                                          <p:val>
                                            <p:strVal val="#ppt_x"/>
                                          </p:val>
                                        </p:tav>
                                        <p:tav tm="100000">
                                          <p:val>
                                            <p:strVal val="#ppt_x"/>
                                          </p:val>
                                        </p:tav>
                                      </p:tavLst>
                                    </p:anim>
                                    <p:anim calcmode="lin" valueType="num">
                                      <p:cBhvr>
                                        <p:cTn id="73" dur="1000" fill="hold"/>
                                        <p:tgtEl>
                                          <p:spTgt spid="343"/>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406"/>
                                        </p:tgtEl>
                                        <p:attrNameLst>
                                          <p:attrName>style.visibility</p:attrName>
                                        </p:attrNameLst>
                                      </p:cBhvr>
                                      <p:to>
                                        <p:strVal val="visible"/>
                                      </p:to>
                                    </p:set>
                                    <p:animEffect transition="in" filter="fade">
                                      <p:cBhvr>
                                        <p:cTn id="78" dur="1000"/>
                                        <p:tgtEl>
                                          <p:spTgt spid="406"/>
                                        </p:tgtEl>
                                      </p:cBhvr>
                                    </p:animEffect>
                                    <p:anim calcmode="lin" valueType="num">
                                      <p:cBhvr>
                                        <p:cTn id="79" dur="1000" fill="hold"/>
                                        <p:tgtEl>
                                          <p:spTgt spid="406"/>
                                        </p:tgtEl>
                                        <p:attrNameLst>
                                          <p:attrName>ppt_x</p:attrName>
                                        </p:attrNameLst>
                                      </p:cBhvr>
                                      <p:tavLst>
                                        <p:tav tm="0">
                                          <p:val>
                                            <p:strVal val="#ppt_x"/>
                                          </p:val>
                                        </p:tav>
                                        <p:tav tm="100000">
                                          <p:val>
                                            <p:strVal val="#ppt_x"/>
                                          </p:val>
                                        </p:tav>
                                      </p:tavLst>
                                    </p:anim>
                                    <p:anim calcmode="lin" valueType="num">
                                      <p:cBhvr>
                                        <p:cTn id="80" dur="1000" fill="hold"/>
                                        <p:tgtEl>
                                          <p:spTgt spid="406"/>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36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6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6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65"/>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8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0" nodeType="clickEffect">
                                  <p:stCondLst>
                                    <p:cond delay="0"/>
                                  </p:stCondLst>
                                  <p:childTnLst>
                                    <p:set>
                                      <p:cBhvr>
                                        <p:cTn id="100" dur="1" fill="hold">
                                          <p:stCondLst>
                                            <p:cond delay="0"/>
                                          </p:stCondLst>
                                        </p:cTn>
                                        <p:tgtEl>
                                          <p:spTgt spid="100"/>
                                        </p:tgtEl>
                                        <p:attrNameLst>
                                          <p:attrName>style.visibility</p:attrName>
                                        </p:attrNameLst>
                                      </p:cBhvr>
                                      <p:to>
                                        <p:strVal val="visible"/>
                                      </p:to>
                                    </p:set>
                                    <p:anim calcmode="lin" valueType="num">
                                      <p:cBhvr additive="base">
                                        <p:cTn id="101" dur="500" fill="hold"/>
                                        <p:tgtEl>
                                          <p:spTgt spid="100"/>
                                        </p:tgtEl>
                                        <p:attrNameLst>
                                          <p:attrName>ppt_x</p:attrName>
                                        </p:attrNameLst>
                                      </p:cBhvr>
                                      <p:tavLst>
                                        <p:tav tm="0">
                                          <p:val>
                                            <p:strVal val="#ppt_x"/>
                                          </p:val>
                                        </p:tav>
                                        <p:tav tm="100000">
                                          <p:val>
                                            <p:strVal val="#ppt_x"/>
                                          </p:val>
                                        </p:tav>
                                      </p:tavLst>
                                    </p:anim>
                                    <p:anim calcmode="lin" valueType="num">
                                      <p:cBhvr additive="base">
                                        <p:cTn id="102"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342"/>
                                        </p:tgtEl>
                                        <p:attrNameLst>
                                          <p:attrName>style.visibility</p:attrName>
                                        </p:attrNameLst>
                                      </p:cBhvr>
                                      <p:to>
                                        <p:strVal val="visible"/>
                                      </p:to>
                                    </p:set>
                                    <p:anim calcmode="lin" valueType="num">
                                      <p:cBhvr additive="base">
                                        <p:cTn id="107" dur="500" fill="hold"/>
                                        <p:tgtEl>
                                          <p:spTgt spid="342"/>
                                        </p:tgtEl>
                                        <p:attrNameLst>
                                          <p:attrName>ppt_x</p:attrName>
                                        </p:attrNameLst>
                                      </p:cBhvr>
                                      <p:tavLst>
                                        <p:tav tm="0">
                                          <p:val>
                                            <p:strVal val="#ppt_x"/>
                                          </p:val>
                                        </p:tav>
                                        <p:tav tm="100000">
                                          <p:val>
                                            <p:strVal val="#ppt_x"/>
                                          </p:val>
                                        </p:tav>
                                      </p:tavLst>
                                    </p:anim>
                                    <p:anim calcmode="lin" valueType="num">
                                      <p:cBhvr additive="base">
                                        <p:cTn id="108" dur="500" fill="hold"/>
                                        <p:tgtEl>
                                          <p:spTgt spid="342"/>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76"/>
                                        </p:tgtEl>
                                        <p:attrNameLst>
                                          <p:attrName>style.visibility</p:attrName>
                                        </p:attrNameLst>
                                      </p:cBhvr>
                                      <p:to>
                                        <p:strVal val="visible"/>
                                      </p:to>
                                    </p:set>
                                    <p:anim calcmode="lin" valueType="num">
                                      <p:cBhvr additive="base">
                                        <p:cTn id="111" dur="500" fill="hold"/>
                                        <p:tgtEl>
                                          <p:spTgt spid="76"/>
                                        </p:tgtEl>
                                        <p:attrNameLst>
                                          <p:attrName>ppt_x</p:attrName>
                                        </p:attrNameLst>
                                      </p:cBhvr>
                                      <p:tavLst>
                                        <p:tav tm="0">
                                          <p:val>
                                            <p:strVal val="#ppt_x"/>
                                          </p:val>
                                        </p:tav>
                                        <p:tav tm="100000">
                                          <p:val>
                                            <p:strVal val="#ppt_x"/>
                                          </p:val>
                                        </p:tav>
                                      </p:tavLst>
                                    </p:anim>
                                    <p:anim calcmode="lin" valueType="num">
                                      <p:cBhvr additive="base">
                                        <p:cTn id="112" dur="500" fill="hold"/>
                                        <p:tgtEl>
                                          <p:spTgt spid="76"/>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261"/>
                                        </p:tgtEl>
                                        <p:attrNameLst>
                                          <p:attrName>style.visibility</p:attrName>
                                        </p:attrNameLst>
                                      </p:cBhvr>
                                      <p:to>
                                        <p:strVal val="visible"/>
                                      </p:to>
                                    </p:set>
                                    <p:anim calcmode="lin" valueType="num">
                                      <p:cBhvr additive="base">
                                        <p:cTn id="115" dur="500" fill="hold"/>
                                        <p:tgtEl>
                                          <p:spTgt spid="261"/>
                                        </p:tgtEl>
                                        <p:attrNameLst>
                                          <p:attrName>ppt_x</p:attrName>
                                        </p:attrNameLst>
                                      </p:cBhvr>
                                      <p:tavLst>
                                        <p:tav tm="0">
                                          <p:val>
                                            <p:strVal val="#ppt_x"/>
                                          </p:val>
                                        </p:tav>
                                        <p:tav tm="100000">
                                          <p:val>
                                            <p:strVal val="#ppt_x"/>
                                          </p:val>
                                        </p:tav>
                                      </p:tavLst>
                                    </p:anim>
                                    <p:anim calcmode="lin" valueType="num">
                                      <p:cBhvr additive="base">
                                        <p:cTn id="116" dur="500" fill="hold"/>
                                        <p:tgtEl>
                                          <p:spTgt spid="261"/>
                                        </p:tgtEl>
                                        <p:attrNameLst>
                                          <p:attrName>ppt_y</p:attrName>
                                        </p:attrNameLst>
                                      </p:cBhvr>
                                      <p:tavLst>
                                        <p:tav tm="0">
                                          <p:val>
                                            <p:strVal val="1+#ppt_h/2"/>
                                          </p:val>
                                        </p:tav>
                                        <p:tav tm="100000">
                                          <p:val>
                                            <p:strVal val="#ppt_y"/>
                                          </p:val>
                                        </p:tav>
                                      </p:tavLst>
                                    </p:anim>
                                  </p:childTnLst>
                                </p:cTn>
                              </p:par>
                              <p:par>
                                <p:cTn id="117" presetID="2" presetClass="entr" presetSubtype="4" fill="hold" nodeType="withEffect">
                                  <p:stCondLst>
                                    <p:cond delay="0"/>
                                  </p:stCondLst>
                                  <p:childTnLst>
                                    <p:set>
                                      <p:cBhvr>
                                        <p:cTn id="118" dur="1" fill="hold">
                                          <p:stCondLst>
                                            <p:cond delay="0"/>
                                          </p:stCondLst>
                                        </p:cTn>
                                        <p:tgtEl>
                                          <p:spTgt spid="263"/>
                                        </p:tgtEl>
                                        <p:attrNameLst>
                                          <p:attrName>style.visibility</p:attrName>
                                        </p:attrNameLst>
                                      </p:cBhvr>
                                      <p:to>
                                        <p:strVal val="visible"/>
                                      </p:to>
                                    </p:set>
                                    <p:anim calcmode="lin" valueType="num">
                                      <p:cBhvr additive="base">
                                        <p:cTn id="119" dur="500" fill="hold"/>
                                        <p:tgtEl>
                                          <p:spTgt spid="263"/>
                                        </p:tgtEl>
                                        <p:attrNameLst>
                                          <p:attrName>ppt_x</p:attrName>
                                        </p:attrNameLst>
                                      </p:cBhvr>
                                      <p:tavLst>
                                        <p:tav tm="0">
                                          <p:val>
                                            <p:strVal val="#ppt_x"/>
                                          </p:val>
                                        </p:tav>
                                        <p:tav tm="100000">
                                          <p:val>
                                            <p:strVal val="#ppt_x"/>
                                          </p:val>
                                        </p:tav>
                                      </p:tavLst>
                                    </p:anim>
                                    <p:anim calcmode="lin" valueType="num">
                                      <p:cBhvr additive="base">
                                        <p:cTn id="120" dur="500" fill="hold"/>
                                        <p:tgtEl>
                                          <p:spTgt spid="263"/>
                                        </p:tgtEl>
                                        <p:attrNameLst>
                                          <p:attrName>ppt_y</p:attrName>
                                        </p:attrNameLst>
                                      </p:cBhvr>
                                      <p:tavLst>
                                        <p:tav tm="0">
                                          <p:val>
                                            <p:strVal val="1+#ppt_h/2"/>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96"/>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97"/>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98"/>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99"/>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95"/>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94"/>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105"/>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2" presetClass="entr" presetSubtype="4" fill="hold" grpId="0" nodeType="clickEffect">
                                  <p:stCondLst>
                                    <p:cond delay="0"/>
                                  </p:stCondLst>
                                  <p:childTnLst>
                                    <p:set>
                                      <p:cBhvr>
                                        <p:cTn id="140" dur="1" fill="hold">
                                          <p:stCondLst>
                                            <p:cond delay="0"/>
                                          </p:stCondLst>
                                        </p:cTn>
                                        <p:tgtEl>
                                          <p:spTgt spid="101"/>
                                        </p:tgtEl>
                                        <p:attrNameLst>
                                          <p:attrName>style.visibility</p:attrName>
                                        </p:attrNameLst>
                                      </p:cBhvr>
                                      <p:to>
                                        <p:strVal val="visible"/>
                                      </p:to>
                                    </p:set>
                                    <p:anim calcmode="lin" valueType="num">
                                      <p:cBhvr additive="base">
                                        <p:cTn id="141" dur="500" fill="hold"/>
                                        <p:tgtEl>
                                          <p:spTgt spid="101"/>
                                        </p:tgtEl>
                                        <p:attrNameLst>
                                          <p:attrName>ppt_x</p:attrName>
                                        </p:attrNameLst>
                                      </p:cBhvr>
                                      <p:tavLst>
                                        <p:tav tm="0">
                                          <p:val>
                                            <p:strVal val="#ppt_x"/>
                                          </p:val>
                                        </p:tav>
                                        <p:tav tm="100000">
                                          <p:val>
                                            <p:strVal val="#ppt_x"/>
                                          </p:val>
                                        </p:tav>
                                      </p:tavLst>
                                    </p:anim>
                                    <p:anim calcmode="lin" valueType="num">
                                      <p:cBhvr additive="base">
                                        <p:cTn id="142"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nodeType="clickEffect">
                                  <p:stCondLst>
                                    <p:cond delay="0"/>
                                  </p:stCondLst>
                                  <p:childTnLst>
                                    <p:set>
                                      <p:cBhvr>
                                        <p:cTn id="146" dur="1" fill="hold">
                                          <p:stCondLst>
                                            <p:cond delay="0"/>
                                          </p:stCondLst>
                                        </p:cTn>
                                        <p:tgtEl>
                                          <p:spTgt spid="142"/>
                                        </p:tgtEl>
                                        <p:attrNameLst>
                                          <p:attrName>style.visibility</p:attrName>
                                        </p:attrNameLst>
                                      </p:cBhvr>
                                      <p:to>
                                        <p:strVal val="visible"/>
                                      </p:to>
                                    </p:set>
                                    <p:animEffect transition="in" filter="fade">
                                      <p:cBhvr>
                                        <p:cTn id="147" dur="1000"/>
                                        <p:tgtEl>
                                          <p:spTgt spid="142"/>
                                        </p:tgtEl>
                                      </p:cBhvr>
                                    </p:animEffect>
                                    <p:anim calcmode="lin" valueType="num">
                                      <p:cBhvr>
                                        <p:cTn id="148" dur="1000" fill="hold"/>
                                        <p:tgtEl>
                                          <p:spTgt spid="142"/>
                                        </p:tgtEl>
                                        <p:attrNameLst>
                                          <p:attrName>ppt_x</p:attrName>
                                        </p:attrNameLst>
                                      </p:cBhvr>
                                      <p:tavLst>
                                        <p:tav tm="0">
                                          <p:val>
                                            <p:strVal val="#ppt_x"/>
                                          </p:val>
                                        </p:tav>
                                        <p:tav tm="100000">
                                          <p:val>
                                            <p:strVal val="#ppt_x"/>
                                          </p:val>
                                        </p:tav>
                                      </p:tavLst>
                                    </p:anim>
                                    <p:anim calcmode="lin" valueType="num">
                                      <p:cBhvr>
                                        <p:cTn id="149" dur="1000" fill="hold"/>
                                        <p:tgtEl>
                                          <p:spTgt spid="142"/>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0"/>
                                  </p:stCondLst>
                                  <p:childTnLst>
                                    <p:set>
                                      <p:cBhvr>
                                        <p:cTn id="151" dur="1" fill="hold">
                                          <p:stCondLst>
                                            <p:cond delay="0"/>
                                          </p:stCondLst>
                                        </p:cTn>
                                        <p:tgtEl>
                                          <p:spTgt spid="140"/>
                                        </p:tgtEl>
                                        <p:attrNameLst>
                                          <p:attrName>style.visibility</p:attrName>
                                        </p:attrNameLst>
                                      </p:cBhvr>
                                      <p:to>
                                        <p:strVal val="visible"/>
                                      </p:to>
                                    </p:set>
                                    <p:animEffect transition="in" filter="fade">
                                      <p:cBhvr>
                                        <p:cTn id="152" dur="1000"/>
                                        <p:tgtEl>
                                          <p:spTgt spid="140"/>
                                        </p:tgtEl>
                                      </p:cBhvr>
                                    </p:animEffect>
                                    <p:anim calcmode="lin" valueType="num">
                                      <p:cBhvr>
                                        <p:cTn id="153" dur="1000" fill="hold"/>
                                        <p:tgtEl>
                                          <p:spTgt spid="140"/>
                                        </p:tgtEl>
                                        <p:attrNameLst>
                                          <p:attrName>ppt_x</p:attrName>
                                        </p:attrNameLst>
                                      </p:cBhvr>
                                      <p:tavLst>
                                        <p:tav tm="0">
                                          <p:val>
                                            <p:strVal val="#ppt_x"/>
                                          </p:val>
                                        </p:tav>
                                        <p:tav tm="100000">
                                          <p:val>
                                            <p:strVal val="#ppt_x"/>
                                          </p:val>
                                        </p:tav>
                                      </p:tavLst>
                                    </p:anim>
                                    <p:anim calcmode="lin" valueType="num">
                                      <p:cBhvr>
                                        <p:cTn id="154" dur="1000" fill="hold"/>
                                        <p:tgtEl>
                                          <p:spTgt spid="140"/>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0"/>
                                  </p:stCondLst>
                                  <p:childTnLst>
                                    <p:set>
                                      <p:cBhvr>
                                        <p:cTn id="156" dur="1" fill="hold">
                                          <p:stCondLst>
                                            <p:cond delay="0"/>
                                          </p:stCondLst>
                                        </p:cTn>
                                        <p:tgtEl>
                                          <p:spTgt spid="104"/>
                                        </p:tgtEl>
                                        <p:attrNameLst>
                                          <p:attrName>style.visibility</p:attrName>
                                        </p:attrNameLst>
                                      </p:cBhvr>
                                      <p:to>
                                        <p:strVal val="visible"/>
                                      </p:to>
                                    </p:set>
                                    <p:animEffect transition="in" filter="fade">
                                      <p:cBhvr>
                                        <p:cTn id="157" dur="1000"/>
                                        <p:tgtEl>
                                          <p:spTgt spid="104"/>
                                        </p:tgtEl>
                                      </p:cBhvr>
                                    </p:animEffect>
                                    <p:anim calcmode="lin" valueType="num">
                                      <p:cBhvr>
                                        <p:cTn id="158" dur="1000" fill="hold"/>
                                        <p:tgtEl>
                                          <p:spTgt spid="104"/>
                                        </p:tgtEl>
                                        <p:attrNameLst>
                                          <p:attrName>ppt_x</p:attrName>
                                        </p:attrNameLst>
                                      </p:cBhvr>
                                      <p:tavLst>
                                        <p:tav tm="0">
                                          <p:val>
                                            <p:strVal val="#ppt_x"/>
                                          </p:val>
                                        </p:tav>
                                        <p:tav tm="100000">
                                          <p:val>
                                            <p:strVal val="#ppt_x"/>
                                          </p:val>
                                        </p:tav>
                                      </p:tavLst>
                                    </p:anim>
                                    <p:anim calcmode="lin" valueType="num">
                                      <p:cBhvr>
                                        <p:cTn id="159" dur="1000" fill="hold"/>
                                        <p:tgtEl>
                                          <p:spTgt spid="104"/>
                                        </p:tgtEl>
                                        <p:attrNameLst>
                                          <p:attrName>ppt_y</p:attrName>
                                        </p:attrNameLst>
                                      </p:cBhvr>
                                      <p:tavLst>
                                        <p:tav tm="0">
                                          <p:val>
                                            <p:strVal val="#ppt_y+.1"/>
                                          </p:val>
                                        </p:tav>
                                        <p:tav tm="100000">
                                          <p:val>
                                            <p:strVal val="#ppt_y"/>
                                          </p:val>
                                        </p:tav>
                                      </p:tavLst>
                                    </p:anim>
                                  </p:childTnLst>
                                </p:cTn>
                              </p:par>
                            </p:childTnLst>
                          </p:cTn>
                        </p:par>
                      </p:childTnLst>
                    </p:cTn>
                  </p:par>
                  <p:par>
                    <p:cTn id="160" fill="hold">
                      <p:stCondLst>
                        <p:cond delay="indefinite"/>
                      </p:stCondLst>
                      <p:childTnLst>
                        <p:par>
                          <p:cTn id="161" fill="hold">
                            <p:stCondLst>
                              <p:cond delay="0"/>
                            </p:stCondLst>
                            <p:childTnLst>
                              <p:par>
                                <p:cTn id="162" presetID="42" presetClass="entr" presetSubtype="0" fill="hold" nodeType="clickEffect">
                                  <p:stCondLst>
                                    <p:cond delay="0"/>
                                  </p:stCondLst>
                                  <p:childTnLst>
                                    <p:set>
                                      <p:cBhvr>
                                        <p:cTn id="163" dur="1" fill="hold">
                                          <p:stCondLst>
                                            <p:cond delay="0"/>
                                          </p:stCondLst>
                                        </p:cTn>
                                        <p:tgtEl>
                                          <p:spTgt spid="117"/>
                                        </p:tgtEl>
                                        <p:attrNameLst>
                                          <p:attrName>style.visibility</p:attrName>
                                        </p:attrNameLst>
                                      </p:cBhvr>
                                      <p:to>
                                        <p:strVal val="visible"/>
                                      </p:to>
                                    </p:set>
                                    <p:animEffect transition="in" filter="fade">
                                      <p:cBhvr>
                                        <p:cTn id="164" dur="1000"/>
                                        <p:tgtEl>
                                          <p:spTgt spid="117"/>
                                        </p:tgtEl>
                                      </p:cBhvr>
                                    </p:animEffect>
                                    <p:anim calcmode="lin" valueType="num">
                                      <p:cBhvr>
                                        <p:cTn id="165" dur="1000" fill="hold"/>
                                        <p:tgtEl>
                                          <p:spTgt spid="117"/>
                                        </p:tgtEl>
                                        <p:attrNameLst>
                                          <p:attrName>ppt_x</p:attrName>
                                        </p:attrNameLst>
                                      </p:cBhvr>
                                      <p:tavLst>
                                        <p:tav tm="0">
                                          <p:val>
                                            <p:strVal val="#ppt_x"/>
                                          </p:val>
                                        </p:tav>
                                        <p:tav tm="100000">
                                          <p:val>
                                            <p:strVal val="#ppt_x"/>
                                          </p:val>
                                        </p:tav>
                                      </p:tavLst>
                                    </p:anim>
                                    <p:anim calcmode="lin" valueType="num">
                                      <p:cBhvr>
                                        <p:cTn id="166" dur="1000" fill="hold"/>
                                        <p:tgtEl>
                                          <p:spTgt spid="117"/>
                                        </p:tgtEl>
                                        <p:attrNameLst>
                                          <p:attrName>ppt_y</p:attrName>
                                        </p:attrNameLst>
                                      </p:cBhvr>
                                      <p:tavLst>
                                        <p:tav tm="0">
                                          <p:val>
                                            <p:strVal val="#ppt_y+.1"/>
                                          </p:val>
                                        </p:tav>
                                        <p:tav tm="100000">
                                          <p:val>
                                            <p:strVal val="#ppt_y"/>
                                          </p:val>
                                        </p:tav>
                                      </p:tavLst>
                                    </p:anim>
                                  </p:childTnLst>
                                </p:cTn>
                              </p:par>
                            </p:childTnLst>
                          </p:cTn>
                        </p:par>
                      </p:childTnLst>
                    </p:cTn>
                  </p:par>
                  <p:par>
                    <p:cTn id="167" fill="hold">
                      <p:stCondLst>
                        <p:cond delay="indefinite"/>
                      </p:stCondLst>
                      <p:childTnLst>
                        <p:par>
                          <p:cTn id="168" fill="hold">
                            <p:stCondLst>
                              <p:cond delay="0"/>
                            </p:stCondLst>
                            <p:childTnLst>
                              <p:par>
                                <p:cTn id="169" presetID="42" presetClass="entr" presetSubtype="0" fill="hold" grpId="0" nodeType="clickEffect">
                                  <p:stCondLst>
                                    <p:cond delay="0"/>
                                  </p:stCondLst>
                                  <p:childTnLst>
                                    <p:set>
                                      <p:cBhvr>
                                        <p:cTn id="170" dur="1" fill="hold">
                                          <p:stCondLst>
                                            <p:cond delay="0"/>
                                          </p:stCondLst>
                                        </p:cTn>
                                        <p:tgtEl>
                                          <p:spTgt spid="123"/>
                                        </p:tgtEl>
                                        <p:attrNameLst>
                                          <p:attrName>style.visibility</p:attrName>
                                        </p:attrNameLst>
                                      </p:cBhvr>
                                      <p:to>
                                        <p:strVal val="visible"/>
                                      </p:to>
                                    </p:set>
                                    <p:animEffect transition="in" filter="fade">
                                      <p:cBhvr>
                                        <p:cTn id="171" dur="1000"/>
                                        <p:tgtEl>
                                          <p:spTgt spid="123"/>
                                        </p:tgtEl>
                                      </p:cBhvr>
                                    </p:animEffect>
                                    <p:anim calcmode="lin" valueType="num">
                                      <p:cBhvr>
                                        <p:cTn id="172" dur="1000" fill="hold"/>
                                        <p:tgtEl>
                                          <p:spTgt spid="123"/>
                                        </p:tgtEl>
                                        <p:attrNameLst>
                                          <p:attrName>ppt_x</p:attrName>
                                        </p:attrNameLst>
                                      </p:cBhvr>
                                      <p:tavLst>
                                        <p:tav tm="0">
                                          <p:val>
                                            <p:strVal val="#ppt_x"/>
                                          </p:val>
                                        </p:tav>
                                        <p:tav tm="100000">
                                          <p:val>
                                            <p:strVal val="#ppt_x"/>
                                          </p:val>
                                        </p:tav>
                                      </p:tavLst>
                                    </p:anim>
                                    <p:anim calcmode="lin" valueType="num">
                                      <p:cBhvr>
                                        <p:cTn id="173" dur="1000" fill="hold"/>
                                        <p:tgtEl>
                                          <p:spTgt spid="123"/>
                                        </p:tgtEl>
                                        <p:attrNameLst>
                                          <p:attrName>ppt_y</p:attrName>
                                        </p:attrNameLst>
                                      </p:cBhvr>
                                      <p:tavLst>
                                        <p:tav tm="0">
                                          <p:val>
                                            <p:strVal val="#ppt_y+.1"/>
                                          </p:val>
                                        </p:tav>
                                        <p:tav tm="100000">
                                          <p:val>
                                            <p:strVal val="#ppt_y"/>
                                          </p:val>
                                        </p:tav>
                                      </p:tavLst>
                                    </p:anim>
                                  </p:childTnLst>
                                </p:cTn>
                              </p:par>
                            </p:childTnLst>
                          </p:cTn>
                        </p:par>
                      </p:childTnLst>
                    </p:cTn>
                  </p:par>
                  <p:par>
                    <p:cTn id="174" fill="hold">
                      <p:stCondLst>
                        <p:cond delay="indefinite"/>
                      </p:stCondLst>
                      <p:childTnLst>
                        <p:par>
                          <p:cTn id="175" fill="hold">
                            <p:stCondLst>
                              <p:cond delay="0"/>
                            </p:stCondLst>
                            <p:childTnLst>
                              <p:par>
                                <p:cTn id="176" presetID="1" presetClass="entr" presetSubtype="0" fill="hold" nodeType="clickEffect">
                                  <p:stCondLst>
                                    <p:cond delay="0"/>
                                  </p:stCondLst>
                                  <p:childTnLst>
                                    <p:set>
                                      <p:cBhvr>
                                        <p:cTn id="177" dur="1" fill="hold">
                                          <p:stCondLst>
                                            <p:cond delay="0"/>
                                          </p:stCondLst>
                                        </p:cTn>
                                        <p:tgtEl>
                                          <p:spTgt spid="119"/>
                                        </p:tgtEl>
                                        <p:attrNameLst>
                                          <p:attrName>style.visibility</p:attrName>
                                        </p:attrNameLst>
                                      </p:cBhvr>
                                      <p:to>
                                        <p:strVal val="visible"/>
                                      </p:to>
                                    </p:set>
                                  </p:childTnLst>
                                </p:cTn>
                              </p:par>
                              <p:par>
                                <p:cTn id="178" presetID="1" presetClass="entr" presetSubtype="0" fill="hold" grpId="0" nodeType="withEffect">
                                  <p:stCondLst>
                                    <p:cond delay="0"/>
                                  </p:stCondLst>
                                  <p:childTnLst>
                                    <p:set>
                                      <p:cBhvr>
                                        <p:cTn id="179" dur="1" fill="hold">
                                          <p:stCondLst>
                                            <p:cond delay="0"/>
                                          </p:stCondLst>
                                        </p:cTn>
                                        <p:tgtEl>
                                          <p:spTgt spid="121"/>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 presetClass="entr" presetSubtype="0" fill="hold" grpId="0" nodeType="clickEffect">
                                  <p:stCondLst>
                                    <p:cond delay="0"/>
                                  </p:stCondLst>
                                  <p:childTnLst>
                                    <p:set>
                                      <p:cBhvr>
                                        <p:cTn id="183" dur="1" fill="hold">
                                          <p:stCondLst>
                                            <p:cond delay="0"/>
                                          </p:stCondLst>
                                        </p:cTn>
                                        <p:tgtEl>
                                          <p:spTgt spid="120"/>
                                        </p:tgtEl>
                                        <p:attrNameLst>
                                          <p:attrName>style.visibility</p:attrName>
                                        </p:attrNameLst>
                                      </p:cBhvr>
                                      <p:to>
                                        <p:strVal val="visible"/>
                                      </p:to>
                                    </p:set>
                                  </p:childTnLst>
                                </p:cTn>
                              </p:par>
                              <p:par>
                                <p:cTn id="184" presetID="1" presetClass="entr" presetSubtype="0" fill="hold" grpId="0" nodeType="withEffect">
                                  <p:stCondLst>
                                    <p:cond delay="0"/>
                                  </p:stCondLst>
                                  <p:childTnLst>
                                    <p:set>
                                      <p:cBhvr>
                                        <p:cTn id="185" dur="1" fill="hold">
                                          <p:stCondLst>
                                            <p:cond delay="0"/>
                                          </p:stCondLst>
                                        </p:cTn>
                                        <p:tgtEl>
                                          <p:spTgt spid="122"/>
                                        </p:tgtEl>
                                        <p:attrNameLst>
                                          <p:attrName>style.visibility</p:attrName>
                                        </p:attrNameLst>
                                      </p:cBhvr>
                                      <p:to>
                                        <p:strVal val="visible"/>
                                      </p:to>
                                    </p:set>
                                  </p:childTnLst>
                                </p:cTn>
                              </p:par>
                            </p:childTnLst>
                          </p:cTn>
                        </p:par>
                      </p:childTnLst>
                    </p:cTn>
                  </p:par>
                  <p:par>
                    <p:cTn id="186" fill="hold">
                      <p:stCondLst>
                        <p:cond delay="indefinite"/>
                      </p:stCondLst>
                      <p:childTnLst>
                        <p:par>
                          <p:cTn id="187" fill="hold">
                            <p:stCondLst>
                              <p:cond delay="0"/>
                            </p:stCondLst>
                            <p:childTnLst>
                              <p:par>
                                <p:cTn id="188" presetID="2" presetClass="entr" presetSubtype="4" fill="hold" grpId="0" nodeType="clickEffect">
                                  <p:stCondLst>
                                    <p:cond delay="0"/>
                                  </p:stCondLst>
                                  <p:childTnLst>
                                    <p:set>
                                      <p:cBhvr>
                                        <p:cTn id="189" dur="1" fill="hold">
                                          <p:stCondLst>
                                            <p:cond delay="0"/>
                                          </p:stCondLst>
                                        </p:cTn>
                                        <p:tgtEl>
                                          <p:spTgt spid="116"/>
                                        </p:tgtEl>
                                        <p:attrNameLst>
                                          <p:attrName>style.visibility</p:attrName>
                                        </p:attrNameLst>
                                      </p:cBhvr>
                                      <p:to>
                                        <p:strVal val="visible"/>
                                      </p:to>
                                    </p:set>
                                    <p:anim calcmode="lin" valueType="num">
                                      <p:cBhvr additive="base">
                                        <p:cTn id="190" dur="500" fill="hold"/>
                                        <p:tgtEl>
                                          <p:spTgt spid="116"/>
                                        </p:tgtEl>
                                        <p:attrNameLst>
                                          <p:attrName>ppt_x</p:attrName>
                                        </p:attrNameLst>
                                      </p:cBhvr>
                                      <p:tavLst>
                                        <p:tav tm="0">
                                          <p:val>
                                            <p:strVal val="#ppt_x"/>
                                          </p:val>
                                        </p:tav>
                                        <p:tav tm="100000">
                                          <p:val>
                                            <p:strVal val="#ppt_x"/>
                                          </p:val>
                                        </p:tav>
                                      </p:tavLst>
                                    </p:anim>
                                    <p:anim calcmode="lin" valueType="num">
                                      <p:cBhvr additive="base">
                                        <p:cTn id="191" dur="500" fill="hold"/>
                                        <p:tgtEl>
                                          <p:spTgt spid="116"/>
                                        </p:tgtEl>
                                        <p:attrNameLst>
                                          <p:attrName>ppt_y</p:attrName>
                                        </p:attrNameLst>
                                      </p:cBhvr>
                                      <p:tavLst>
                                        <p:tav tm="0">
                                          <p:val>
                                            <p:strVal val="1+#ppt_h/2"/>
                                          </p:val>
                                        </p:tav>
                                        <p:tav tm="100000">
                                          <p:val>
                                            <p:strVal val="#ppt_y"/>
                                          </p:val>
                                        </p:tav>
                                      </p:tavLst>
                                    </p:anim>
                                  </p:childTnLst>
                                </p:cTn>
                              </p:par>
                              <p:par>
                                <p:cTn id="192" presetID="2" presetClass="entr" presetSubtype="4" fill="hold" nodeType="withEffect">
                                  <p:stCondLst>
                                    <p:cond delay="0"/>
                                  </p:stCondLst>
                                  <p:childTnLst>
                                    <p:set>
                                      <p:cBhvr>
                                        <p:cTn id="193" dur="1" fill="hold">
                                          <p:stCondLst>
                                            <p:cond delay="0"/>
                                          </p:stCondLst>
                                        </p:cTn>
                                        <p:tgtEl>
                                          <p:spTgt spid="124"/>
                                        </p:tgtEl>
                                        <p:attrNameLst>
                                          <p:attrName>style.visibility</p:attrName>
                                        </p:attrNameLst>
                                      </p:cBhvr>
                                      <p:to>
                                        <p:strVal val="visible"/>
                                      </p:to>
                                    </p:set>
                                    <p:anim calcmode="lin" valueType="num">
                                      <p:cBhvr additive="base">
                                        <p:cTn id="194" dur="500" fill="hold"/>
                                        <p:tgtEl>
                                          <p:spTgt spid="124"/>
                                        </p:tgtEl>
                                        <p:attrNameLst>
                                          <p:attrName>ppt_x</p:attrName>
                                        </p:attrNameLst>
                                      </p:cBhvr>
                                      <p:tavLst>
                                        <p:tav tm="0">
                                          <p:val>
                                            <p:strVal val="#ppt_x"/>
                                          </p:val>
                                        </p:tav>
                                        <p:tav tm="100000">
                                          <p:val>
                                            <p:strVal val="#ppt_x"/>
                                          </p:val>
                                        </p:tav>
                                      </p:tavLst>
                                    </p:anim>
                                    <p:anim calcmode="lin" valueType="num">
                                      <p:cBhvr additive="base">
                                        <p:cTn id="195" dur="500" fill="hold"/>
                                        <p:tgtEl>
                                          <p:spTgt spid="124"/>
                                        </p:tgtEl>
                                        <p:attrNameLst>
                                          <p:attrName>ppt_y</p:attrName>
                                        </p:attrNameLst>
                                      </p:cBhvr>
                                      <p:tavLst>
                                        <p:tav tm="0">
                                          <p:val>
                                            <p:strVal val="1+#ppt_h/2"/>
                                          </p:val>
                                        </p:tav>
                                        <p:tav tm="100000">
                                          <p:val>
                                            <p:strVal val="#ppt_y"/>
                                          </p:val>
                                        </p:tav>
                                      </p:tavLst>
                                    </p:anim>
                                  </p:childTnLst>
                                </p:cTn>
                              </p:par>
                              <p:par>
                                <p:cTn id="196" presetID="2" presetClass="entr" presetSubtype="4" fill="hold" nodeType="withEffect">
                                  <p:stCondLst>
                                    <p:cond delay="0"/>
                                  </p:stCondLst>
                                  <p:childTnLst>
                                    <p:set>
                                      <p:cBhvr>
                                        <p:cTn id="197" dur="1" fill="hold">
                                          <p:stCondLst>
                                            <p:cond delay="0"/>
                                          </p:stCondLst>
                                        </p:cTn>
                                        <p:tgtEl>
                                          <p:spTgt spid="102"/>
                                        </p:tgtEl>
                                        <p:attrNameLst>
                                          <p:attrName>style.visibility</p:attrName>
                                        </p:attrNameLst>
                                      </p:cBhvr>
                                      <p:to>
                                        <p:strVal val="visible"/>
                                      </p:to>
                                    </p:set>
                                    <p:anim calcmode="lin" valueType="num">
                                      <p:cBhvr additive="base">
                                        <p:cTn id="198" dur="500" fill="hold"/>
                                        <p:tgtEl>
                                          <p:spTgt spid="102"/>
                                        </p:tgtEl>
                                        <p:attrNameLst>
                                          <p:attrName>ppt_x</p:attrName>
                                        </p:attrNameLst>
                                      </p:cBhvr>
                                      <p:tavLst>
                                        <p:tav tm="0">
                                          <p:val>
                                            <p:strVal val="#ppt_x"/>
                                          </p:val>
                                        </p:tav>
                                        <p:tav tm="100000">
                                          <p:val>
                                            <p:strVal val="#ppt_x"/>
                                          </p:val>
                                        </p:tav>
                                      </p:tavLst>
                                    </p:anim>
                                    <p:anim calcmode="lin" valueType="num">
                                      <p:cBhvr additive="base">
                                        <p:cTn id="199" dur="500" fill="hold"/>
                                        <p:tgtEl>
                                          <p:spTgt spid="102"/>
                                        </p:tgtEl>
                                        <p:attrNameLst>
                                          <p:attrName>ppt_y</p:attrName>
                                        </p:attrNameLst>
                                      </p:cBhvr>
                                      <p:tavLst>
                                        <p:tav tm="0">
                                          <p:val>
                                            <p:strVal val="1+#ppt_h/2"/>
                                          </p:val>
                                        </p:tav>
                                        <p:tav tm="100000">
                                          <p:val>
                                            <p:strVal val="#ppt_y"/>
                                          </p:val>
                                        </p:tav>
                                      </p:tavLst>
                                    </p:anim>
                                  </p:childTnLst>
                                </p:cTn>
                              </p:par>
                              <p:par>
                                <p:cTn id="200" presetID="2" presetClass="entr" presetSubtype="4" fill="hold" nodeType="withEffect">
                                  <p:stCondLst>
                                    <p:cond delay="0"/>
                                  </p:stCondLst>
                                  <p:childTnLst>
                                    <p:set>
                                      <p:cBhvr>
                                        <p:cTn id="201" dur="1" fill="hold">
                                          <p:stCondLst>
                                            <p:cond delay="0"/>
                                          </p:stCondLst>
                                        </p:cTn>
                                        <p:tgtEl>
                                          <p:spTgt spid="103"/>
                                        </p:tgtEl>
                                        <p:attrNameLst>
                                          <p:attrName>style.visibility</p:attrName>
                                        </p:attrNameLst>
                                      </p:cBhvr>
                                      <p:to>
                                        <p:strVal val="visible"/>
                                      </p:to>
                                    </p:set>
                                    <p:anim calcmode="lin" valueType="num">
                                      <p:cBhvr additive="base">
                                        <p:cTn id="202" dur="500" fill="hold"/>
                                        <p:tgtEl>
                                          <p:spTgt spid="103"/>
                                        </p:tgtEl>
                                        <p:attrNameLst>
                                          <p:attrName>ppt_x</p:attrName>
                                        </p:attrNameLst>
                                      </p:cBhvr>
                                      <p:tavLst>
                                        <p:tav tm="0">
                                          <p:val>
                                            <p:strVal val="#ppt_x"/>
                                          </p:val>
                                        </p:tav>
                                        <p:tav tm="100000">
                                          <p:val>
                                            <p:strVal val="#ppt_x"/>
                                          </p:val>
                                        </p:tav>
                                      </p:tavLst>
                                    </p:anim>
                                    <p:anim calcmode="lin" valueType="num">
                                      <p:cBhvr additive="base">
                                        <p:cTn id="203"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par>
                    <p:cTn id="204" fill="hold">
                      <p:stCondLst>
                        <p:cond delay="indefinite"/>
                      </p:stCondLst>
                      <p:childTnLst>
                        <p:par>
                          <p:cTn id="205" fill="hold">
                            <p:stCondLst>
                              <p:cond delay="0"/>
                            </p:stCondLst>
                            <p:childTnLst>
                              <p:par>
                                <p:cTn id="206" presetID="1" presetClass="entr" presetSubtype="0" fill="hold" grpId="0" nodeType="clickEffect">
                                  <p:stCondLst>
                                    <p:cond delay="0"/>
                                  </p:stCondLst>
                                  <p:childTnLst>
                                    <p:set>
                                      <p:cBhvr>
                                        <p:cTn id="207" dur="1" fill="hold">
                                          <p:stCondLst>
                                            <p:cond delay="0"/>
                                          </p:stCondLst>
                                        </p:cTn>
                                        <p:tgtEl>
                                          <p:spTgt spid="136"/>
                                        </p:tgtEl>
                                        <p:attrNameLst>
                                          <p:attrName>style.visibility</p:attrName>
                                        </p:attrNameLst>
                                      </p:cBhvr>
                                      <p:to>
                                        <p:strVal val="visible"/>
                                      </p:to>
                                    </p:set>
                                  </p:childTnLst>
                                </p:cTn>
                              </p:par>
                              <p:par>
                                <p:cTn id="208" presetID="1" presetClass="entr" presetSubtype="0" fill="hold" nodeType="withEffect">
                                  <p:stCondLst>
                                    <p:cond delay="0"/>
                                  </p:stCondLst>
                                  <p:childTnLst>
                                    <p:set>
                                      <p:cBhvr>
                                        <p:cTn id="209" dur="1" fill="hold">
                                          <p:stCondLst>
                                            <p:cond delay="0"/>
                                          </p:stCondLst>
                                        </p:cTn>
                                        <p:tgtEl>
                                          <p:spTgt spid="137"/>
                                        </p:tgtEl>
                                        <p:attrNameLst>
                                          <p:attrName>style.visibility</p:attrName>
                                        </p:attrNameLst>
                                      </p:cBhvr>
                                      <p:to>
                                        <p:strVal val="visible"/>
                                      </p:to>
                                    </p:set>
                                  </p:childTnLst>
                                </p:cTn>
                              </p:par>
                              <p:par>
                                <p:cTn id="210" presetID="1" presetClass="entr" presetSubtype="0" fill="hold" grpId="0" nodeType="withEffect">
                                  <p:stCondLst>
                                    <p:cond delay="0"/>
                                  </p:stCondLst>
                                  <p:childTnLst>
                                    <p:set>
                                      <p:cBhvr>
                                        <p:cTn id="211" dur="1" fill="hold">
                                          <p:stCondLst>
                                            <p:cond delay="0"/>
                                          </p:stCondLst>
                                        </p:cTn>
                                        <p:tgtEl>
                                          <p:spTgt spid="138"/>
                                        </p:tgtEl>
                                        <p:attrNameLst>
                                          <p:attrName>style.visibility</p:attrName>
                                        </p:attrNameLst>
                                      </p:cBhvr>
                                      <p:to>
                                        <p:strVal val="visible"/>
                                      </p:to>
                                    </p:set>
                                  </p:childTnLst>
                                </p:cTn>
                              </p:par>
                              <p:par>
                                <p:cTn id="212" presetID="1" presetClass="entr" presetSubtype="0" fill="hold" nodeType="withEffect">
                                  <p:stCondLst>
                                    <p:cond delay="0"/>
                                  </p:stCondLst>
                                  <p:childTnLst>
                                    <p:set>
                                      <p:cBhvr>
                                        <p:cTn id="213" dur="1" fill="hold">
                                          <p:stCondLst>
                                            <p:cond delay="0"/>
                                          </p:stCondLst>
                                        </p:cTn>
                                        <p:tgtEl>
                                          <p:spTgt spid="139"/>
                                        </p:tgtEl>
                                        <p:attrNameLst>
                                          <p:attrName>style.visibility</p:attrName>
                                        </p:attrNameLst>
                                      </p:cBhvr>
                                      <p:to>
                                        <p:strVal val="visible"/>
                                      </p:to>
                                    </p:set>
                                  </p:childTnLst>
                                </p:cTn>
                              </p:par>
                              <p:par>
                                <p:cTn id="214" presetID="1" presetClass="entr" presetSubtype="0" fill="hold" nodeType="withEffect">
                                  <p:stCondLst>
                                    <p:cond delay="0"/>
                                  </p:stCondLst>
                                  <p:childTnLst>
                                    <p:set>
                                      <p:cBhvr>
                                        <p:cTn id="215" dur="1" fill="hold">
                                          <p:stCondLst>
                                            <p:cond delay="0"/>
                                          </p:stCondLst>
                                        </p:cTn>
                                        <p:tgtEl>
                                          <p:spTgt spid="135"/>
                                        </p:tgtEl>
                                        <p:attrNameLst>
                                          <p:attrName>style.visibility</p:attrName>
                                        </p:attrNameLst>
                                      </p:cBhvr>
                                      <p:to>
                                        <p:strVal val="visible"/>
                                      </p:to>
                                    </p:set>
                                  </p:childTnLst>
                                </p:cTn>
                              </p:par>
                              <p:par>
                                <p:cTn id="216" presetID="1" presetClass="entr" presetSubtype="0" fill="hold" nodeType="withEffect">
                                  <p:stCondLst>
                                    <p:cond delay="0"/>
                                  </p:stCondLst>
                                  <p:childTnLst>
                                    <p:set>
                                      <p:cBhvr>
                                        <p:cTn id="217" dur="1" fill="hold">
                                          <p:stCondLst>
                                            <p:cond delay="0"/>
                                          </p:stCondLst>
                                        </p:cTn>
                                        <p:tgtEl>
                                          <p:spTgt spid="134"/>
                                        </p:tgtEl>
                                        <p:attrNameLst>
                                          <p:attrName>style.visibility</p:attrName>
                                        </p:attrNameLst>
                                      </p:cBhvr>
                                      <p:to>
                                        <p:strVal val="visible"/>
                                      </p:to>
                                    </p:set>
                                  </p:childTnLst>
                                </p:cTn>
                              </p:par>
                              <p:par>
                                <p:cTn id="218" presetID="42" presetClass="entr" presetSubtype="0" fill="hold" nodeType="withEffect">
                                  <p:stCondLst>
                                    <p:cond delay="0"/>
                                  </p:stCondLst>
                                  <p:childTnLst>
                                    <p:set>
                                      <p:cBhvr>
                                        <p:cTn id="219" dur="1" fill="hold">
                                          <p:stCondLst>
                                            <p:cond delay="0"/>
                                          </p:stCondLst>
                                        </p:cTn>
                                        <p:tgtEl>
                                          <p:spTgt spid="144"/>
                                        </p:tgtEl>
                                        <p:attrNameLst>
                                          <p:attrName>style.visibility</p:attrName>
                                        </p:attrNameLst>
                                      </p:cBhvr>
                                      <p:to>
                                        <p:strVal val="visible"/>
                                      </p:to>
                                    </p:set>
                                    <p:animEffect transition="in" filter="fade">
                                      <p:cBhvr>
                                        <p:cTn id="220" dur="1000"/>
                                        <p:tgtEl>
                                          <p:spTgt spid="144"/>
                                        </p:tgtEl>
                                      </p:cBhvr>
                                    </p:animEffect>
                                    <p:anim calcmode="lin" valueType="num">
                                      <p:cBhvr>
                                        <p:cTn id="221" dur="1000" fill="hold"/>
                                        <p:tgtEl>
                                          <p:spTgt spid="144"/>
                                        </p:tgtEl>
                                        <p:attrNameLst>
                                          <p:attrName>ppt_x</p:attrName>
                                        </p:attrNameLst>
                                      </p:cBhvr>
                                      <p:tavLst>
                                        <p:tav tm="0">
                                          <p:val>
                                            <p:strVal val="#ppt_x"/>
                                          </p:val>
                                        </p:tav>
                                        <p:tav tm="100000">
                                          <p:val>
                                            <p:strVal val="#ppt_x"/>
                                          </p:val>
                                        </p:tav>
                                      </p:tavLst>
                                    </p:anim>
                                    <p:anim calcmode="lin" valueType="num">
                                      <p:cBhvr>
                                        <p:cTn id="222" dur="1000" fill="hold"/>
                                        <p:tgtEl>
                                          <p:spTgt spid="144"/>
                                        </p:tgtEl>
                                        <p:attrNameLst>
                                          <p:attrName>ppt_y</p:attrName>
                                        </p:attrNameLst>
                                      </p:cBhvr>
                                      <p:tavLst>
                                        <p:tav tm="0">
                                          <p:val>
                                            <p:strVal val="#ppt_y+.1"/>
                                          </p:val>
                                        </p:tav>
                                        <p:tav tm="100000">
                                          <p:val>
                                            <p:strVal val="#ppt_y"/>
                                          </p:val>
                                        </p:tav>
                                      </p:tavLst>
                                    </p:anim>
                                  </p:childTnLst>
                                </p:cTn>
                              </p:par>
                            </p:childTnLst>
                          </p:cTn>
                        </p:par>
                      </p:childTnLst>
                    </p:cTn>
                  </p:par>
                  <p:par>
                    <p:cTn id="223" fill="hold">
                      <p:stCondLst>
                        <p:cond delay="indefinite"/>
                      </p:stCondLst>
                      <p:childTnLst>
                        <p:par>
                          <p:cTn id="224" fill="hold">
                            <p:stCondLst>
                              <p:cond delay="0"/>
                            </p:stCondLst>
                            <p:childTnLst>
                              <p:par>
                                <p:cTn id="225" presetID="42" presetClass="entr" presetSubtype="0" fill="hold" nodeType="clickEffect">
                                  <p:stCondLst>
                                    <p:cond delay="0"/>
                                  </p:stCondLst>
                                  <p:childTnLst>
                                    <p:set>
                                      <p:cBhvr>
                                        <p:cTn id="226" dur="1" fill="hold">
                                          <p:stCondLst>
                                            <p:cond delay="0"/>
                                          </p:stCondLst>
                                        </p:cTn>
                                        <p:tgtEl>
                                          <p:spTgt spid="146"/>
                                        </p:tgtEl>
                                        <p:attrNameLst>
                                          <p:attrName>style.visibility</p:attrName>
                                        </p:attrNameLst>
                                      </p:cBhvr>
                                      <p:to>
                                        <p:strVal val="visible"/>
                                      </p:to>
                                    </p:set>
                                    <p:animEffect transition="in" filter="fade">
                                      <p:cBhvr>
                                        <p:cTn id="227" dur="1000"/>
                                        <p:tgtEl>
                                          <p:spTgt spid="146"/>
                                        </p:tgtEl>
                                      </p:cBhvr>
                                    </p:animEffect>
                                    <p:anim calcmode="lin" valueType="num">
                                      <p:cBhvr>
                                        <p:cTn id="228" dur="1000" fill="hold"/>
                                        <p:tgtEl>
                                          <p:spTgt spid="146"/>
                                        </p:tgtEl>
                                        <p:attrNameLst>
                                          <p:attrName>ppt_x</p:attrName>
                                        </p:attrNameLst>
                                      </p:cBhvr>
                                      <p:tavLst>
                                        <p:tav tm="0">
                                          <p:val>
                                            <p:strVal val="#ppt_x"/>
                                          </p:val>
                                        </p:tav>
                                        <p:tav tm="100000">
                                          <p:val>
                                            <p:strVal val="#ppt_x"/>
                                          </p:val>
                                        </p:tav>
                                      </p:tavLst>
                                    </p:anim>
                                    <p:anim calcmode="lin" valueType="num">
                                      <p:cBhvr>
                                        <p:cTn id="229" dur="1000" fill="hold"/>
                                        <p:tgtEl>
                                          <p:spTgt spid="146"/>
                                        </p:tgtEl>
                                        <p:attrNameLst>
                                          <p:attrName>ppt_y</p:attrName>
                                        </p:attrNameLst>
                                      </p:cBhvr>
                                      <p:tavLst>
                                        <p:tav tm="0">
                                          <p:val>
                                            <p:strVal val="#ppt_y+.1"/>
                                          </p:val>
                                        </p:tav>
                                        <p:tav tm="100000">
                                          <p:val>
                                            <p:strVal val="#ppt_y"/>
                                          </p:val>
                                        </p:tav>
                                      </p:tavLst>
                                    </p:anim>
                                  </p:childTnLst>
                                </p:cTn>
                              </p:par>
                            </p:childTnLst>
                          </p:cTn>
                        </p:par>
                      </p:childTnLst>
                    </p:cTn>
                  </p:par>
                  <p:par>
                    <p:cTn id="230" fill="hold">
                      <p:stCondLst>
                        <p:cond delay="indefinite"/>
                      </p:stCondLst>
                      <p:childTnLst>
                        <p:par>
                          <p:cTn id="231" fill="hold">
                            <p:stCondLst>
                              <p:cond delay="0"/>
                            </p:stCondLst>
                            <p:childTnLst>
                              <p:par>
                                <p:cTn id="232" presetID="2" presetClass="entr" presetSubtype="4" fill="hold" grpId="0" nodeType="clickEffect">
                                  <p:stCondLst>
                                    <p:cond delay="0"/>
                                  </p:stCondLst>
                                  <p:childTnLst>
                                    <p:set>
                                      <p:cBhvr>
                                        <p:cTn id="233" dur="1" fill="hold">
                                          <p:stCondLst>
                                            <p:cond delay="0"/>
                                          </p:stCondLst>
                                        </p:cTn>
                                        <p:tgtEl>
                                          <p:spTgt spid="156"/>
                                        </p:tgtEl>
                                        <p:attrNameLst>
                                          <p:attrName>style.visibility</p:attrName>
                                        </p:attrNameLst>
                                      </p:cBhvr>
                                      <p:to>
                                        <p:strVal val="visible"/>
                                      </p:to>
                                    </p:set>
                                    <p:anim calcmode="lin" valueType="num">
                                      <p:cBhvr additive="base">
                                        <p:cTn id="234" dur="500" fill="hold"/>
                                        <p:tgtEl>
                                          <p:spTgt spid="156"/>
                                        </p:tgtEl>
                                        <p:attrNameLst>
                                          <p:attrName>ppt_x</p:attrName>
                                        </p:attrNameLst>
                                      </p:cBhvr>
                                      <p:tavLst>
                                        <p:tav tm="0">
                                          <p:val>
                                            <p:strVal val="#ppt_x"/>
                                          </p:val>
                                        </p:tav>
                                        <p:tav tm="100000">
                                          <p:val>
                                            <p:strVal val="#ppt_x"/>
                                          </p:val>
                                        </p:tav>
                                      </p:tavLst>
                                    </p:anim>
                                    <p:anim calcmode="lin" valueType="num">
                                      <p:cBhvr additive="base">
                                        <p:cTn id="235" dur="500" fill="hold"/>
                                        <p:tgtEl>
                                          <p:spTgt spid="156"/>
                                        </p:tgtEl>
                                        <p:attrNameLst>
                                          <p:attrName>ppt_y</p:attrName>
                                        </p:attrNameLst>
                                      </p:cBhvr>
                                      <p:tavLst>
                                        <p:tav tm="0">
                                          <p:val>
                                            <p:strVal val="1+#ppt_h/2"/>
                                          </p:val>
                                        </p:tav>
                                        <p:tav tm="100000">
                                          <p:val>
                                            <p:strVal val="#ppt_y"/>
                                          </p:val>
                                        </p:tav>
                                      </p:tavLst>
                                    </p:anim>
                                  </p:childTnLst>
                                </p:cTn>
                              </p:par>
                              <p:par>
                                <p:cTn id="236" presetID="42" presetClass="entr" presetSubtype="0" fill="hold" nodeType="withEffect">
                                  <p:stCondLst>
                                    <p:cond delay="0"/>
                                  </p:stCondLst>
                                  <p:childTnLst>
                                    <p:set>
                                      <p:cBhvr>
                                        <p:cTn id="237" dur="1" fill="hold">
                                          <p:stCondLst>
                                            <p:cond delay="0"/>
                                          </p:stCondLst>
                                        </p:cTn>
                                        <p:tgtEl>
                                          <p:spTgt spid="157"/>
                                        </p:tgtEl>
                                        <p:attrNameLst>
                                          <p:attrName>style.visibility</p:attrName>
                                        </p:attrNameLst>
                                      </p:cBhvr>
                                      <p:to>
                                        <p:strVal val="visible"/>
                                      </p:to>
                                    </p:set>
                                    <p:animEffect transition="in" filter="fade">
                                      <p:cBhvr>
                                        <p:cTn id="238" dur="1000"/>
                                        <p:tgtEl>
                                          <p:spTgt spid="157"/>
                                        </p:tgtEl>
                                      </p:cBhvr>
                                    </p:animEffect>
                                    <p:anim calcmode="lin" valueType="num">
                                      <p:cBhvr>
                                        <p:cTn id="239" dur="1000" fill="hold"/>
                                        <p:tgtEl>
                                          <p:spTgt spid="157"/>
                                        </p:tgtEl>
                                        <p:attrNameLst>
                                          <p:attrName>ppt_x</p:attrName>
                                        </p:attrNameLst>
                                      </p:cBhvr>
                                      <p:tavLst>
                                        <p:tav tm="0">
                                          <p:val>
                                            <p:strVal val="#ppt_x"/>
                                          </p:val>
                                        </p:tav>
                                        <p:tav tm="100000">
                                          <p:val>
                                            <p:strVal val="#ppt_x"/>
                                          </p:val>
                                        </p:tav>
                                      </p:tavLst>
                                    </p:anim>
                                    <p:anim calcmode="lin" valueType="num">
                                      <p:cBhvr>
                                        <p:cTn id="240" dur="1000" fill="hold"/>
                                        <p:tgtEl>
                                          <p:spTgt spid="157"/>
                                        </p:tgtEl>
                                        <p:attrNameLst>
                                          <p:attrName>ppt_y</p:attrName>
                                        </p:attrNameLst>
                                      </p:cBhvr>
                                      <p:tavLst>
                                        <p:tav tm="0">
                                          <p:val>
                                            <p:strVal val="#ppt_y+.1"/>
                                          </p:val>
                                        </p:tav>
                                        <p:tav tm="100000">
                                          <p:val>
                                            <p:strVal val="#ppt_y"/>
                                          </p:val>
                                        </p:tav>
                                      </p:tavLst>
                                    </p:anim>
                                  </p:childTnLst>
                                </p:cTn>
                              </p:par>
                              <p:par>
                                <p:cTn id="241" presetID="1" presetClass="entr" presetSubtype="0" fill="hold" nodeType="withEffect">
                                  <p:stCondLst>
                                    <p:cond delay="0"/>
                                  </p:stCondLst>
                                  <p:childTnLst>
                                    <p:set>
                                      <p:cBhvr>
                                        <p:cTn id="242" dur="1" fill="hold">
                                          <p:stCondLst>
                                            <p:cond delay="0"/>
                                          </p:stCondLst>
                                        </p:cTn>
                                        <p:tgtEl>
                                          <p:spTgt spid="159"/>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grpId="0" nodeType="clickEffect">
                                  <p:stCondLst>
                                    <p:cond delay="0"/>
                                  </p:stCondLst>
                                  <p:childTnLst>
                                    <p:set>
                                      <p:cBhvr>
                                        <p:cTn id="246" dur="1" fill="hold">
                                          <p:stCondLst>
                                            <p:cond delay="0"/>
                                          </p:stCondLst>
                                        </p:cTn>
                                        <p:tgtEl>
                                          <p:spTgt spid="160"/>
                                        </p:tgtEl>
                                        <p:attrNameLst>
                                          <p:attrName>style.visibility</p:attrName>
                                        </p:attrNameLst>
                                      </p:cBhvr>
                                      <p:to>
                                        <p:strVal val="visible"/>
                                      </p:to>
                                    </p:set>
                                  </p:childTnLst>
                                </p:cTn>
                              </p:par>
                              <p:par>
                                <p:cTn id="247" presetID="1" presetClass="entr" presetSubtype="0" fill="hold" grpId="0" nodeType="withEffect">
                                  <p:stCondLst>
                                    <p:cond delay="0"/>
                                  </p:stCondLst>
                                  <p:childTnLst>
                                    <p:set>
                                      <p:cBhvr>
                                        <p:cTn id="248" dur="1" fill="hold">
                                          <p:stCondLst>
                                            <p:cond delay="0"/>
                                          </p:stCondLst>
                                        </p:cTn>
                                        <p:tgtEl>
                                          <p:spTgt spid="91"/>
                                        </p:tgtEl>
                                        <p:attrNameLst>
                                          <p:attrName>style.visibility</p:attrName>
                                        </p:attrNameLst>
                                      </p:cBhvr>
                                      <p:to>
                                        <p:strVal val="visible"/>
                                      </p:to>
                                    </p:set>
                                  </p:childTnLst>
                                </p:cTn>
                              </p:par>
                            </p:childTnLst>
                          </p:cTn>
                        </p:par>
                      </p:childTnLst>
                    </p:cTn>
                  </p:par>
                  <p:par>
                    <p:cTn id="249" fill="hold">
                      <p:stCondLst>
                        <p:cond delay="indefinite"/>
                      </p:stCondLst>
                      <p:childTnLst>
                        <p:par>
                          <p:cTn id="250" fill="hold">
                            <p:stCondLst>
                              <p:cond delay="0"/>
                            </p:stCondLst>
                            <p:childTnLst>
                              <p:par>
                                <p:cTn id="251" presetID="42" presetClass="entr" presetSubtype="0" fill="hold" nodeType="clickEffect">
                                  <p:stCondLst>
                                    <p:cond delay="0"/>
                                  </p:stCondLst>
                                  <p:childTnLst>
                                    <p:set>
                                      <p:cBhvr>
                                        <p:cTn id="252" dur="1" fill="hold">
                                          <p:stCondLst>
                                            <p:cond delay="0"/>
                                          </p:stCondLst>
                                        </p:cTn>
                                        <p:tgtEl>
                                          <p:spTgt spid="149"/>
                                        </p:tgtEl>
                                        <p:attrNameLst>
                                          <p:attrName>style.visibility</p:attrName>
                                        </p:attrNameLst>
                                      </p:cBhvr>
                                      <p:to>
                                        <p:strVal val="visible"/>
                                      </p:to>
                                    </p:set>
                                    <p:animEffect transition="in" filter="fade">
                                      <p:cBhvr>
                                        <p:cTn id="253" dur="1000"/>
                                        <p:tgtEl>
                                          <p:spTgt spid="149"/>
                                        </p:tgtEl>
                                      </p:cBhvr>
                                    </p:animEffect>
                                    <p:anim calcmode="lin" valueType="num">
                                      <p:cBhvr>
                                        <p:cTn id="254" dur="1000" fill="hold"/>
                                        <p:tgtEl>
                                          <p:spTgt spid="149"/>
                                        </p:tgtEl>
                                        <p:attrNameLst>
                                          <p:attrName>ppt_x</p:attrName>
                                        </p:attrNameLst>
                                      </p:cBhvr>
                                      <p:tavLst>
                                        <p:tav tm="0">
                                          <p:val>
                                            <p:strVal val="#ppt_x"/>
                                          </p:val>
                                        </p:tav>
                                        <p:tav tm="100000">
                                          <p:val>
                                            <p:strVal val="#ppt_x"/>
                                          </p:val>
                                        </p:tav>
                                      </p:tavLst>
                                    </p:anim>
                                    <p:anim calcmode="lin" valueType="num">
                                      <p:cBhvr>
                                        <p:cTn id="255" dur="1000" fill="hold"/>
                                        <p:tgtEl>
                                          <p:spTgt spid="149"/>
                                        </p:tgtEl>
                                        <p:attrNameLst>
                                          <p:attrName>ppt_y</p:attrName>
                                        </p:attrNameLst>
                                      </p:cBhvr>
                                      <p:tavLst>
                                        <p:tav tm="0">
                                          <p:val>
                                            <p:strVal val="#ppt_y+.1"/>
                                          </p:val>
                                        </p:tav>
                                        <p:tav tm="100000">
                                          <p:val>
                                            <p:strVal val="#ppt_y"/>
                                          </p:val>
                                        </p:tav>
                                      </p:tavLst>
                                    </p:anim>
                                  </p:childTnLst>
                                </p:cTn>
                              </p:par>
                              <p:par>
                                <p:cTn id="256" presetID="42" presetClass="entr" presetSubtype="0" fill="hold" nodeType="withEffect">
                                  <p:stCondLst>
                                    <p:cond delay="0"/>
                                  </p:stCondLst>
                                  <p:childTnLst>
                                    <p:set>
                                      <p:cBhvr>
                                        <p:cTn id="257" dur="1" fill="hold">
                                          <p:stCondLst>
                                            <p:cond delay="0"/>
                                          </p:stCondLst>
                                        </p:cTn>
                                        <p:tgtEl>
                                          <p:spTgt spid="92"/>
                                        </p:tgtEl>
                                        <p:attrNameLst>
                                          <p:attrName>style.visibility</p:attrName>
                                        </p:attrNameLst>
                                      </p:cBhvr>
                                      <p:to>
                                        <p:strVal val="visible"/>
                                      </p:to>
                                    </p:set>
                                    <p:animEffect transition="in" filter="fade">
                                      <p:cBhvr>
                                        <p:cTn id="258" dur="1000"/>
                                        <p:tgtEl>
                                          <p:spTgt spid="92"/>
                                        </p:tgtEl>
                                      </p:cBhvr>
                                    </p:animEffect>
                                    <p:anim calcmode="lin" valueType="num">
                                      <p:cBhvr>
                                        <p:cTn id="259" dur="1000" fill="hold"/>
                                        <p:tgtEl>
                                          <p:spTgt spid="92"/>
                                        </p:tgtEl>
                                        <p:attrNameLst>
                                          <p:attrName>ppt_x</p:attrName>
                                        </p:attrNameLst>
                                      </p:cBhvr>
                                      <p:tavLst>
                                        <p:tav tm="0">
                                          <p:val>
                                            <p:strVal val="#ppt_x"/>
                                          </p:val>
                                        </p:tav>
                                        <p:tav tm="100000">
                                          <p:val>
                                            <p:strVal val="#ppt_x"/>
                                          </p:val>
                                        </p:tav>
                                      </p:tavLst>
                                    </p:anim>
                                    <p:anim calcmode="lin" valueType="num">
                                      <p:cBhvr>
                                        <p:cTn id="260" dur="1000" fill="hold"/>
                                        <p:tgtEl>
                                          <p:spTgt spid="92"/>
                                        </p:tgtEl>
                                        <p:attrNameLst>
                                          <p:attrName>ppt_y</p:attrName>
                                        </p:attrNameLst>
                                      </p:cBhvr>
                                      <p:tavLst>
                                        <p:tav tm="0">
                                          <p:val>
                                            <p:strVal val="#ppt_y+.1"/>
                                          </p:val>
                                        </p:tav>
                                        <p:tav tm="100000">
                                          <p:val>
                                            <p:strVal val="#ppt_y"/>
                                          </p:val>
                                        </p:tav>
                                      </p:tavLst>
                                    </p:anim>
                                  </p:childTnLst>
                                </p:cTn>
                              </p:par>
                              <p:par>
                                <p:cTn id="261" presetID="1" presetClass="entr" presetSubtype="0" fill="hold" nodeType="withEffect">
                                  <p:stCondLst>
                                    <p:cond delay="0"/>
                                  </p:stCondLst>
                                  <p:childTnLst>
                                    <p:set>
                                      <p:cBhvr>
                                        <p:cTn id="262" dur="1" fill="hold">
                                          <p:stCondLst>
                                            <p:cond delay="0"/>
                                          </p:stCondLst>
                                        </p:cTn>
                                        <p:tgtEl>
                                          <p:spTgt spid="93"/>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2" presetClass="entr" presetSubtype="4" fill="hold" grpId="0" nodeType="clickEffect">
                                  <p:stCondLst>
                                    <p:cond delay="0"/>
                                  </p:stCondLst>
                                  <p:childTnLst>
                                    <p:set>
                                      <p:cBhvr>
                                        <p:cTn id="266" dur="1" fill="hold">
                                          <p:stCondLst>
                                            <p:cond delay="0"/>
                                          </p:stCondLst>
                                        </p:cTn>
                                        <p:tgtEl>
                                          <p:spTgt spid="154"/>
                                        </p:tgtEl>
                                        <p:attrNameLst>
                                          <p:attrName>style.visibility</p:attrName>
                                        </p:attrNameLst>
                                      </p:cBhvr>
                                      <p:to>
                                        <p:strVal val="visible"/>
                                      </p:to>
                                    </p:set>
                                    <p:anim calcmode="lin" valueType="num">
                                      <p:cBhvr additive="base">
                                        <p:cTn id="267" dur="500" fill="hold"/>
                                        <p:tgtEl>
                                          <p:spTgt spid="154"/>
                                        </p:tgtEl>
                                        <p:attrNameLst>
                                          <p:attrName>ppt_x</p:attrName>
                                        </p:attrNameLst>
                                      </p:cBhvr>
                                      <p:tavLst>
                                        <p:tav tm="0">
                                          <p:val>
                                            <p:strVal val="#ppt_x"/>
                                          </p:val>
                                        </p:tav>
                                        <p:tav tm="100000">
                                          <p:val>
                                            <p:strVal val="#ppt_x"/>
                                          </p:val>
                                        </p:tav>
                                      </p:tavLst>
                                    </p:anim>
                                    <p:anim calcmode="lin" valueType="num">
                                      <p:cBhvr additive="base">
                                        <p:cTn id="268" dur="500" fill="hold"/>
                                        <p:tgtEl>
                                          <p:spTgt spid="154"/>
                                        </p:tgtEl>
                                        <p:attrNameLst>
                                          <p:attrName>ppt_y</p:attrName>
                                        </p:attrNameLst>
                                      </p:cBhvr>
                                      <p:tavLst>
                                        <p:tav tm="0">
                                          <p:val>
                                            <p:strVal val="1+#ppt_h/2"/>
                                          </p:val>
                                        </p:tav>
                                        <p:tav tm="100000">
                                          <p:val>
                                            <p:strVal val="#ppt_y"/>
                                          </p:val>
                                        </p:tav>
                                      </p:tavLst>
                                    </p:anim>
                                  </p:childTnLst>
                                </p:cTn>
                              </p:par>
                            </p:childTnLst>
                          </p:cTn>
                        </p:par>
                      </p:childTnLst>
                    </p:cTn>
                  </p:par>
                  <p:par>
                    <p:cTn id="269" fill="hold">
                      <p:stCondLst>
                        <p:cond delay="indefinite"/>
                      </p:stCondLst>
                      <p:childTnLst>
                        <p:par>
                          <p:cTn id="270" fill="hold">
                            <p:stCondLst>
                              <p:cond delay="0"/>
                            </p:stCondLst>
                            <p:childTnLst>
                              <p:par>
                                <p:cTn id="271" presetID="1" presetClass="entr" presetSubtype="0" fill="hold" nodeType="clickEffect">
                                  <p:stCondLst>
                                    <p:cond delay="0"/>
                                  </p:stCondLst>
                                  <p:childTnLst>
                                    <p:set>
                                      <p:cBhvr>
                                        <p:cTn id="272" dur="1" fill="hold">
                                          <p:stCondLst>
                                            <p:cond delay="0"/>
                                          </p:stCondLst>
                                        </p:cTn>
                                        <p:tgtEl>
                                          <p:spTgt spid="414">
                                            <p:txEl>
                                              <p:pRg st="0" end="0"/>
                                            </p:txEl>
                                          </p:spTgt>
                                        </p:tgtEl>
                                        <p:attrNameLst>
                                          <p:attrName>style.visibility</p:attrName>
                                        </p:attrNameLst>
                                      </p:cBhvr>
                                      <p:to>
                                        <p:strVal val="visible"/>
                                      </p:to>
                                    </p:set>
                                  </p:childTnLst>
                                </p:cTn>
                              </p:par>
                            </p:childTnLst>
                          </p:cTn>
                        </p:par>
                      </p:childTnLst>
                    </p:cTn>
                  </p:par>
                  <p:par>
                    <p:cTn id="273" fill="hold">
                      <p:stCondLst>
                        <p:cond delay="indefinite"/>
                      </p:stCondLst>
                      <p:childTnLst>
                        <p:par>
                          <p:cTn id="274" fill="hold">
                            <p:stCondLst>
                              <p:cond delay="0"/>
                            </p:stCondLst>
                            <p:childTnLst>
                              <p:par>
                                <p:cTn id="275" presetID="2" presetClass="entr" presetSubtype="4" fill="hold" nodeType="clickEffect">
                                  <p:stCondLst>
                                    <p:cond delay="0"/>
                                  </p:stCondLst>
                                  <p:childTnLst>
                                    <p:set>
                                      <p:cBhvr>
                                        <p:cTn id="276" dur="1" fill="hold">
                                          <p:stCondLst>
                                            <p:cond delay="0"/>
                                          </p:stCondLst>
                                        </p:cTn>
                                        <p:tgtEl>
                                          <p:spTgt spid="414">
                                            <p:txEl>
                                              <p:pRg st="1" end="1"/>
                                            </p:txEl>
                                          </p:spTgt>
                                        </p:tgtEl>
                                        <p:attrNameLst>
                                          <p:attrName>style.visibility</p:attrName>
                                        </p:attrNameLst>
                                      </p:cBhvr>
                                      <p:to>
                                        <p:strVal val="visible"/>
                                      </p:to>
                                    </p:set>
                                    <p:anim calcmode="lin" valueType="num">
                                      <p:cBhvr additive="base">
                                        <p:cTn id="277" dur="500" fill="hold"/>
                                        <p:tgtEl>
                                          <p:spTgt spid="414">
                                            <p:txEl>
                                              <p:pRg st="1" end="1"/>
                                            </p:txEl>
                                          </p:spTgt>
                                        </p:tgtEl>
                                        <p:attrNameLst>
                                          <p:attrName>ppt_x</p:attrName>
                                        </p:attrNameLst>
                                      </p:cBhvr>
                                      <p:tavLst>
                                        <p:tav tm="0">
                                          <p:val>
                                            <p:strVal val="#ppt_x"/>
                                          </p:val>
                                        </p:tav>
                                        <p:tav tm="100000">
                                          <p:val>
                                            <p:strVal val="#ppt_x"/>
                                          </p:val>
                                        </p:tav>
                                      </p:tavLst>
                                    </p:anim>
                                    <p:anim calcmode="lin" valueType="num">
                                      <p:cBhvr additive="base">
                                        <p:cTn id="278" dur="500" fill="hold"/>
                                        <p:tgtEl>
                                          <p:spTgt spid="4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9" fill="hold">
                      <p:stCondLst>
                        <p:cond delay="indefinite"/>
                      </p:stCondLst>
                      <p:childTnLst>
                        <p:par>
                          <p:cTn id="280" fill="hold">
                            <p:stCondLst>
                              <p:cond delay="0"/>
                            </p:stCondLst>
                            <p:childTnLst>
                              <p:par>
                                <p:cTn id="281" presetID="42" presetClass="entr" presetSubtype="0" fill="hold" nodeType="clickEffect">
                                  <p:stCondLst>
                                    <p:cond delay="0"/>
                                  </p:stCondLst>
                                  <p:childTnLst>
                                    <p:set>
                                      <p:cBhvr>
                                        <p:cTn id="282" dur="1" fill="hold">
                                          <p:stCondLst>
                                            <p:cond delay="0"/>
                                          </p:stCondLst>
                                        </p:cTn>
                                        <p:tgtEl>
                                          <p:spTgt spid="416"/>
                                        </p:tgtEl>
                                        <p:attrNameLst>
                                          <p:attrName>style.visibility</p:attrName>
                                        </p:attrNameLst>
                                      </p:cBhvr>
                                      <p:to>
                                        <p:strVal val="visible"/>
                                      </p:to>
                                    </p:set>
                                    <p:animEffect transition="in" filter="fade">
                                      <p:cBhvr>
                                        <p:cTn id="283" dur="1000"/>
                                        <p:tgtEl>
                                          <p:spTgt spid="416"/>
                                        </p:tgtEl>
                                      </p:cBhvr>
                                    </p:animEffect>
                                    <p:anim calcmode="lin" valueType="num">
                                      <p:cBhvr>
                                        <p:cTn id="284" dur="1000" fill="hold"/>
                                        <p:tgtEl>
                                          <p:spTgt spid="416"/>
                                        </p:tgtEl>
                                        <p:attrNameLst>
                                          <p:attrName>ppt_x</p:attrName>
                                        </p:attrNameLst>
                                      </p:cBhvr>
                                      <p:tavLst>
                                        <p:tav tm="0">
                                          <p:val>
                                            <p:strVal val="#ppt_x"/>
                                          </p:val>
                                        </p:tav>
                                        <p:tav tm="100000">
                                          <p:val>
                                            <p:strVal val="#ppt_x"/>
                                          </p:val>
                                        </p:tav>
                                      </p:tavLst>
                                    </p:anim>
                                    <p:anim calcmode="lin" valueType="num">
                                      <p:cBhvr>
                                        <p:cTn id="285" dur="1000" fill="hold"/>
                                        <p:tgtEl>
                                          <p:spTgt spid="416"/>
                                        </p:tgtEl>
                                        <p:attrNameLst>
                                          <p:attrName>ppt_y</p:attrName>
                                        </p:attrNameLst>
                                      </p:cBhvr>
                                      <p:tavLst>
                                        <p:tav tm="0">
                                          <p:val>
                                            <p:strVal val="#ppt_y+.1"/>
                                          </p:val>
                                        </p:tav>
                                        <p:tav tm="100000">
                                          <p:val>
                                            <p:strVal val="#ppt_y"/>
                                          </p:val>
                                        </p:tav>
                                      </p:tavLst>
                                    </p:anim>
                                  </p:childTnLst>
                                </p:cTn>
                              </p:par>
                              <p:par>
                                <p:cTn id="286" presetID="2" presetClass="entr" presetSubtype="4" fill="hold" nodeType="withEffect">
                                  <p:stCondLst>
                                    <p:cond delay="0"/>
                                  </p:stCondLst>
                                  <p:childTnLst>
                                    <p:set>
                                      <p:cBhvr>
                                        <p:cTn id="287" dur="1" fill="hold">
                                          <p:stCondLst>
                                            <p:cond delay="0"/>
                                          </p:stCondLst>
                                        </p:cTn>
                                        <p:tgtEl>
                                          <p:spTgt spid="414">
                                            <p:txEl>
                                              <p:pRg st="2" end="2"/>
                                            </p:txEl>
                                          </p:spTgt>
                                        </p:tgtEl>
                                        <p:attrNameLst>
                                          <p:attrName>style.visibility</p:attrName>
                                        </p:attrNameLst>
                                      </p:cBhvr>
                                      <p:to>
                                        <p:strVal val="visible"/>
                                      </p:to>
                                    </p:set>
                                    <p:anim calcmode="lin" valueType="num">
                                      <p:cBhvr additive="base">
                                        <p:cTn id="288" dur="500" fill="hold"/>
                                        <p:tgtEl>
                                          <p:spTgt spid="414">
                                            <p:txEl>
                                              <p:pRg st="2" end="2"/>
                                            </p:txEl>
                                          </p:spTgt>
                                        </p:tgtEl>
                                        <p:attrNameLst>
                                          <p:attrName>ppt_x</p:attrName>
                                        </p:attrNameLst>
                                      </p:cBhvr>
                                      <p:tavLst>
                                        <p:tav tm="0">
                                          <p:val>
                                            <p:strVal val="#ppt_x"/>
                                          </p:val>
                                        </p:tav>
                                        <p:tav tm="100000">
                                          <p:val>
                                            <p:strVal val="#ppt_x"/>
                                          </p:val>
                                        </p:tav>
                                      </p:tavLst>
                                    </p:anim>
                                    <p:anim calcmode="lin" valueType="num">
                                      <p:cBhvr additive="base">
                                        <p:cTn id="289" dur="500" fill="hold"/>
                                        <p:tgtEl>
                                          <p:spTgt spid="4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90" fill="hold">
                      <p:stCondLst>
                        <p:cond delay="indefinite"/>
                      </p:stCondLst>
                      <p:childTnLst>
                        <p:par>
                          <p:cTn id="291" fill="hold">
                            <p:stCondLst>
                              <p:cond delay="0"/>
                            </p:stCondLst>
                            <p:childTnLst>
                              <p:par>
                                <p:cTn id="292" presetID="42" presetClass="entr" presetSubtype="0" fill="hold" nodeType="clickEffect">
                                  <p:stCondLst>
                                    <p:cond delay="0"/>
                                  </p:stCondLst>
                                  <p:childTnLst>
                                    <p:set>
                                      <p:cBhvr>
                                        <p:cTn id="293" dur="1" fill="hold">
                                          <p:stCondLst>
                                            <p:cond delay="0"/>
                                          </p:stCondLst>
                                        </p:cTn>
                                        <p:tgtEl>
                                          <p:spTgt spid="414">
                                            <p:txEl>
                                              <p:pRg st="3" end="3"/>
                                            </p:txEl>
                                          </p:spTgt>
                                        </p:tgtEl>
                                        <p:attrNameLst>
                                          <p:attrName>style.visibility</p:attrName>
                                        </p:attrNameLst>
                                      </p:cBhvr>
                                      <p:to>
                                        <p:strVal val="visible"/>
                                      </p:to>
                                    </p:set>
                                    <p:animEffect transition="in" filter="fade">
                                      <p:cBhvr>
                                        <p:cTn id="294" dur="1000"/>
                                        <p:tgtEl>
                                          <p:spTgt spid="414">
                                            <p:txEl>
                                              <p:pRg st="3" end="3"/>
                                            </p:txEl>
                                          </p:spTgt>
                                        </p:tgtEl>
                                      </p:cBhvr>
                                    </p:animEffect>
                                    <p:anim calcmode="lin" valueType="num">
                                      <p:cBhvr>
                                        <p:cTn id="295" dur="1000" fill="hold"/>
                                        <p:tgtEl>
                                          <p:spTgt spid="414">
                                            <p:txEl>
                                              <p:pRg st="3" end="3"/>
                                            </p:txEl>
                                          </p:spTgt>
                                        </p:tgtEl>
                                        <p:attrNameLst>
                                          <p:attrName>ppt_x</p:attrName>
                                        </p:attrNameLst>
                                      </p:cBhvr>
                                      <p:tavLst>
                                        <p:tav tm="0">
                                          <p:val>
                                            <p:strVal val="#ppt_x"/>
                                          </p:val>
                                        </p:tav>
                                        <p:tav tm="100000">
                                          <p:val>
                                            <p:strVal val="#ppt_x"/>
                                          </p:val>
                                        </p:tav>
                                      </p:tavLst>
                                    </p:anim>
                                    <p:anim calcmode="lin" valueType="num">
                                      <p:cBhvr>
                                        <p:cTn id="296" dur="1000" fill="hold"/>
                                        <p:tgtEl>
                                          <p:spTgt spid="4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7" fill="hold">
                      <p:stCondLst>
                        <p:cond delay="indefinite"/>
                      </p:stCondLst>
                      <p:childTnLst>
                        <p:par>
                          <p:cTn id="298" fill="hold">
                            <p:stCondLst>
                              <p:cond delay="0"/>
                            </p:stCondLst>
                            <p:childTnLst>
                              <p:par>
                                <p:cTn id="299" presetID="42" presetClass="entr" presetSubtype="0" fill="hold" nodeType="clickEffect">
                                  <p:stCondLst>
                                    <p:cond delay="0"/>
                                  </p:stCondLst>
                                  <p:childTnLst>
                                    <p:set>
                                      <p:cBhvr>
                                        <p:cTn id="300" dur="1" fill="hold">
                                          <p:stCondLst>
                                            <p:cond delay="0"/>
                                          </p:stCondLst>
                                        </p:cTn>
                                        <p:tgtEl>
                                          <p:spTgt spid="414">
                                            <p:txEl>
                                              <p:pRg st="4" end="4"/>
                                            </p:txEl>
                                          </p:spTgt>
                                        </p:tgtEl>
                                        <p:attrNameLst>
                                          <p:attrName>style.visibility</p:attrName>
                                        </p:attrNameLst>
                                      </p:cBhvr>
                                      <p:to>
                                        <p:strVal val="visible"/>
                                      </p:to>
                                    </p:set>
                                    <p:animEffect transition="in" filter="fade">
                                      <p:cBhvr>
                                        <p:cTn id="301" dur="1000"/>
                                        <p:tgtEl>
                                          <p:spTgt spid="414">
                                            <p:txEl>
                                              <p:pRg st="4" end="4"/>
                                            </p:txEl>
                                          </p:spTgt>
                                        </p:tgtEl>
                                      </p:cBhvr>
                                    </p:animEffect>
                                    <p:anim calcmode="lin" valueType="num">
                                      <p:cBhvr>
                                        <p:cTn id="302" dur="1000" fill="hold"/>
                                        <p:tgtEl>
                                          <p:spTgt spid="414">
                                            <p:txEl>
                                              <p:pRg st="4" end="4"/>
                                            </p:txEl>
                                          </p:spTgt>
                                        </p:tgtEl>
                                        <p:attrNameLst>
                                          <p:attrName>ppt_x</p:attrName>
                                        </p:attrNameLst>
                                      </p:cBhvr>
                                      <p:tavLst>
                                        <p:tav tm="0">
                                          <p:val>
                                            <p:strVal val="#ppt_x"/>
                                          </p:val>
                                        </p:tav>
                                        <p:tav tm="100000">
                                          <p:val>
                                            <p:strVal val="#ppt_x"/>
                                          </p:val>
                                        </p:tav>
                                      </p:tavLst>
                                    </p:anim>
                                    <p:anim calcmode="lin" valueType="num">
                                      <p:cBhvr>
                                        <p:cTn id="303" dur="1000" fill="hold"/>
                                        <p:tgtEl>
                                          <p:spTgt spid="414">
                                            <p:txEl>
                                              <p:pRg st="4" end="4"/>
                                            </p:txEl>
                                          </p:spTgt>
                                        </p:tgtEl>
                                        <p:attrNameLst>
                                          <p:attrName>ppt_y</p:attrName>
                                        </p:attrNameLst>
                                      </p:cBhvr>
                                      <p:tavLst>
                                        <p:tav tm="0">
                                          <p:val>
                                            <p:strVal val="#ppt_y+.1"/>
                                          </p:val>
                                        </p:tav>
                                        <p:tav tm="100000">
                                          <p:val>
                                            <p:strVal val="#ppt_y"/>
                                          </p:val>
                                        </p:tav>
                                      </p:tavLst>
                                    </p:anim>
                                  </p:childTnLst>
                                </p:cTn>
                              </p:par>
                              <p:par>
                                <p:cTn id="304" presetID="42" presetClass="entr" presetSubtype="0" fill="hold" nodeType="withEffect">
                                  <p:stCondLst>
                                    <p:cond delay="0"/>
                                  </p:stCondLst>
                                  <p:childTnLst>
                                    <p:set>
                                      <p:cBhvr>
                                        <p:cTn id="305" dur="1" fill="hold">
                                          <p:stCondLst>
                                            <p:cond delay="0"/>
                                          </p:stCondLst>
                                        </p:cTn>
                                        <p:tgtEl>
                                          <p:spTgt spid="414">
                                            <p:txEl>
                                              <p:pRg st="5" end="5"/>
                                            </p:txEl>
                                          </p:spTgt>
                                        </p:tgtEl>
                                        <p:attrNameLst>
                                          <p:attrName>style.visibility</p:attrName>
                                        </p:attrNameLst>
                                      </p:cBhvr>
                                      <p:to>
                                        <p:strVal val="visible"/>
                                      </p:to>
                                    </p:set>
                                    <p:animEffect transition="in" filter="fade">
                                      <p:cBhvr>
                                        <p:cTn id="306" dur="1000"/>
                                        <p:tgtEl>
                                          <p:spTgt spid="414">
                                            <p:txEl>
                                              <p:pRg st="5" end="5"/>
                                            </p:txEl>
                                          </p:spTgt>
                                        </p:tgtEl>
                                      </p:cBhvr>
                                    </p:animEffect>
                                    <p:anim calcmode="lin" valueType="num">
                                      <p:cBhvr>
                                        <p:cTn id="307" dur="1000" fill="hold"/>
                                        <p:tgtEl>
                                          <p:spTgt spid="414">
                                            <p:txEl>
                                              <p:pRg st="5" end="5"/>
                                            </p:txEl>
                                          </p:spTgt>
                                        </p:tgtEl>
                                        <p:attrNameLst>
                                          <p:attrName>ppt_x</p:attrName>
                                        </p:attrNameLst>
                                      </p:cBhvr>
                                      <p:tavLst>
                                        <p:tav tm="0">
                                          <p:val>
                                            <p:strVal val="#ppt_x"/>
                                          </p:val>
                                        </p:tav>
                                        <p:tav tm="100000">
                                          <p:val>
                                            <p:strVal val="#ppt_x"/>
                                          </p:val>
                                        </p:tav>
                                      </p:tavLst>
                                    </p:anim>
                                    <p:anim calcmode="lin" valueType="num">
                                      <p:cBhvr>
                                        <p:cTn id="308" dur="1000" fill="hold"/>
                                        <p:tgtEl>
                                          <p:spTgt spid="4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09" fill="hold">
                      <p:stCondLst>
                        <p:cond delay="indefinite"/>
                      </p:stCondLst>
                      <p:childTnLst>
                        <p:par>
                          <p:cTn id="310" fill="hold">
                            <p:stCondLst>
                              <p:cond delay="0"/>
                            </p:stCondLst>
                            <p:childTnLst>
                              <p:par>
                                <p:cTn id="311" presetID="2" presetClass="entr" presetSubtype="4" fill="hold" grpId="0" nodeType="clickEffect">
                                  <p:stCondLst>
                                    <p:cond delay="0"/>
                                  </p:stCondLst>
                                  <p:childTnLst>
                                    <p:set>
                                      <p:cBhvr>
                                        <p:cTn id="312" dur="1" fill="hold">
                                          <p:stCondLst>
                                            <p:cond delay="0"/>
                                          </p:stCondLst>
                                        </p:cTn>
                                        <p:tgtEl>
                                          <p:spTgt spid="126"/>
                                        </p:tgtEl>
                                        <p:attrNameLst>
                                          <p:attrName>style.visibility</p:attrName>
                                        </p:attrNameLst>
                                      </p:cBhvr>
                                      <p:to>
                                        <p:strVal val="visible"/>
                                      </p:to>
                                    </p:set>
                                    <p:anim calcmode="lin" valueType="num">
                                      <p:cBhvr additive="base">
                                        <p:cTn id="313" dur="500" fill="hold"/>
                                        <p:tgtEl>
                                          <p:spTgt spid="126"/>
                                        </p:tgtEl>
                                        <p:attrNameLst>
                                          <p:attrName>ppt_x</p:attrName>
                                        </p:attrNameLst>
                                      </p:cBhvr>
                                      <p:tavLst>
                                        <p:tav tm="0">
                                          <p:val>
                                            <p:strVal val="#ppt_x"/>
                                          </p:val>
                                        </p:tav>
                                        <p:tav tm="100000">
                                          <p:val>
                                            <p:strVal val="#ppt_x"/>
                                          </p:val>
                                        </p:tav>
                                      </p:tavLst>
                                    </p:anim>
                                    <p:anim calcmode="lin" valueType="num">
                                      <p:cBhvr additive="base">
                                        <p:cTn id="314" dur="500" fill="hold"/>
                                        <p:tgtEl>
                                          <p:spTgt spid="126"/>
                                        </p:tgtEl>
                                        <p:attrNameLst>
                                          <p:attrName>ppt_y</p:attrName>
                                        </p:attrNameLst>
                                      </p:cBhvr>
                                      <p:tavLst>
                                        <p:tav tm="0">
                                          <p:val>
                                            <p:strVal val="1+#ppt_h/2"/>
                                          </p:val>
                                        </p:tav>
                                        <p:tav tm="100000">
                                          <p:val>
                                            <p:strVal val="#ppt_y"/>
                                          </p:val>
                                        </p:tav>
                                      </p:tavLst>
                                    </p:anim>
                                  </p:childTnLst>
                                </p:cTn>
                              </p:par>
                            </p:childTnLst>
                          </p:cTn>
                        </p:par>
                      </p:childTnLst>
                    </p:cTn>
                  </p:par>
                  <p:par>
                    <p:cTn id="315" fill="hold">
                      <p:stCondLst>
                        <p:cond delay="indefinite"/>
                      </p:stCondLst>
                      <p:childTnLst>
                        <p:par>
                          <p:cTn id="316" fill="hold">
                            <p:stCondLst>
                              <p:cond delay="0"/>
                            </p:stCondLst>
                            <p:childTnLst>
                              <p:par>
                                <p:cTn id="317" presetID="2" presetClass="entr" presetSubtype="4" fill="hold" nodeType="clickEffect">
                                  <p:stCondLst>
                                    <p:cond delay="0"/>
                                  </p:stCondLst>
                                  <p:childTnLst>
                                    <p:set>
                                      <p:cBhvr>
                                        <p:cTn id="318" dur="1" fill="hold">
                                          <p:stCondLst>
                                            <p:cond delay="0"/>
                                          </p:stCondLst>
                                        </p:cTn>
                                        <p:tgtEl>
                                          <p:spTgt spid="414">
                                            <p:txEl>
                                              <p:pRg st="7" end="7"/>
                                            </p:txEl>
                                          </p:spTgt>
                                        </p:tgtEl>
                                        <p:attrNameLst>
                                          <p:attrName>style.visibility</p:attrName>
                                        </p:attrNameLst>
                                      </p:cBhvr>
                                      <p:to>
                                        <p:strVal val="visible"/>
                                      </p:to>
                                    </p:set>
                                    <p:anim calcmode="lin" valueType="num">
                                      <p:cBhvr additive="base">
                                        <p:cTn id="319" dur="500" fill="hold"/>
                                        <p:tgtEl>
                                          <p:spTgt spid="414">
                                            <p:txEl>
                                              <p:pRg st="7" end="7"/>
                                            </p:txEl>
                                          </p:spTgt>
                                        </p:tgtEl>
                                        <p:attrNameLst>
                                          <p:attrName>ppt_x</p:attrName>
                                        </p:attrNameLst>
                                      </p:cBhvr>
                                      <p:tavLst>
                                        <p:tav tm="0">
                                          <p:val>
                                            <p:strVal val="#ppt_x"/>
                                          </p:val>
                                        </p:tav>
                                        <p:tav tm="100000">
                                          <p:val>
                                            <p:strVal val="#ppt_x"/>
                                          </p:val>
                                        </p:tav>
                                      </p:tavLst>
                                    </p:anim>
                                    <p:anim calcmode="lin" valueType="num">
                                      <p:cBhvr additive="base">
                                        <p:cTn id="320" dur="500" fill="hold"/>
                                        <p:tgtEl>
                                          <p:spTgt spid="41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21" fill="hold">
                      <p:stCondLst>
                        <p:cond delay="indefinite"/>
                      </p:stCondLst>
                      <p:childTnLst>
                        <p:par>
                          <p:cTn id="322" fill="hold">
                            <p:stCondLst>
                              <p:cond delay="0"/>
                            </p:stCondLst>
                            <p:childTnLst>
                              <p:par>
                                <p:cTn id="323" presetID="42" presetClass="entr" presetSubtype="0" fill="hold" grpId="0" nodeType="clickEffect">
                                  <p:stCondLst>
                                    <p:cond delay="0"/>
                                  </p:stCondLst>
                                  <p:childTnLst>
                                    <p:set>
                                      <p:cBhvr>
                                        <p:cTn id="324" dur="1" fill="hold">
                                          <p:stCondLst>
                                            <p:cond delay="0"/>
                                          </p:stCondLst>
                                        </p:cTn>
                                        <p:tgtEl>
                                          <p:spTgt spid="415"/>
                                        </p:tgtEl>
                                        <p:attrNameLst>
                                          <p:attrName>style.visibility</p:attrName>
                                        </p:attrNameLst>
                                      </p:cBhvr>
                                      <p:to>
                                        <p:strVal val="visible"/>
                                      </p:to>
                                    </p:set>
                                    <p:animEffect transition="in" filter="fade">
                                      <p:cBhvr>
                                        <p:cTn id="325" dur="1000"/>
                                        <p:tgtEl>
                                          <p:spTgt spid="415"/>
                                        </p:tgtEl>
                                      </p:cBhvr>
                                    </p:animEffect>
                                    <p:anim calcmode="lin" valueType="num">
                                      <p:cBhvr>
                                        <p:cTn id="326" dur="1000" fill="hold"/>
                                        <p:tgtEl>
                                          <p:spTgt spid="415"/>
                                        </p:tgtEl>
                                        <p:attrNameLst>
                                          <p:attrName>ppt_x</p:attrName>
                                        </p:attrNameLst>
                                      </p:cBhvr>
                                      <p:tavLst>
                                        <p:tav tm="0">
                                          <p:val>
                                            <p:strVal val="#ppt_x"/>
                                          </p:val>
                                        </p:tav>
                                        <p:tav tm="100000">
                                          <p:val>
                                            <p:strVal val="#ppt_x"/>
                                          </p:val>
                                        </p:tav>
                                      </p:tavLst>
                                    </p:anim>
                                    <p:anim calcmode="lin" valueType="num">
                                      <p:cBhvr>
                                        <p:cTn id="327" dur="1000" fill="hold"/>
                                        <p:tgtEl>
                                          <p:spTgt spid="415"/>
                                        </p:tgtEl>
                                        <p:attrNameLst>
                                          <p:attrName>ppt_y</p:attrName>
                                        </p:attrNameLst>
                                      </p:cBhvr>
                                      <p:tavLst>
                                        <p:tav tm="0">
                                          <p:val>
                                            <p:strVal val="#ppt_y+.1"/>
                                          </p:val>
                                        </p:tav>
                                        <p:tav tm="100000">
                                          <p:val>
                                            <p:strVal val="#ppt_y"/>
                                          </p:val>
                                        </p:tav>
                                      </p:tavLst>
                                    </p:anim>
                                  </p:childTnLst>
                                </p:cTn>
                              </p:par>
                            </p:childTnLst>
                          </p:cTn>
                        </p:par>
                      </p:childTnLst>
                    </p:cTn>
                  </p:par>
                  <p:par>
                    <p:cTn id="328" fill="hold">
                      <p:stCondLst>
                        <p:cond delay="indefinite"/>
                      </p:stCondLst>
                      <p:childTnLst>
                        <p:par>
                          <p:cTn id="329" fill="hold">
                            <p:stCondLst>
                              <p:cond delay="0"/>
                            </p:stCondLst>
                            <p:childTnLst>
                              <p:par>
                                <p:cTn id="330" presetID="42" presetClass="entr" presetSubtype="0" fill="hold" nodeType="clickEffect">
                                  <p:stCondLst>
                                    <p:cond delay="0"/>
                                  </p:stCondLst>
                                  <p:childTnLst>
                                    <p:set>
                                      <p:cBhvr>
                                        <p:cTn id="331" dur="1" fill="hold">
                                          <p:stCondLst>
                                            <p:cond delay="0"/>
                                          </p:stCondLst>
                                        </p:cTn>
                                        <p:tgtEl>
                                          <p:spTgt spid="414">
                                            <p:txEl>
                                              <p:pRg st="9" end="9"/>
                                            </p:txEl>
                                          </p:spTgt>
                                        </p:tgtEl>
                                        <p:attrNameLst>
                                          <p:attrName>style.visibility</p:attrName>
                                        </p:attrNameLst>
                                      </p:cBhvr>
                                      <p:to>
                                        <p:strVal val="visible"/>
                                      </p:to>
                                    </p:set>
                                    <p:animEffect transition="in" filter="fade">
                                      <p:cBhvr>
                                        <p:cTn id="332" dur="1000"/>
                                        <p:tgtEl>
                                          <p:spTgt spid="414">
                                            <p:txEl>
                                              <p:pRg st="9" end="9"/>
                                            </p:txEl>
                                          </p:spTgt>
                                        </p:tgtEl>
                                      </p:cBhvr>
                                    </p:animEffect>
                                    <p:anim calcmode="lin" valueType="num">
                                      <p:cBhvr>
                                        <p:cTn id="333" dur="1000" fill="hold"/>
                                        <p:tgtEl>
                                          <p:spTgt spid="414">
                                            <p:txEl>
                                              <p:pRg st="9" end="9"/>
                                            </p:txEl>
                                          </p:spTgt>
                                        </p:tgtEl>
                                        <p:attrNameLst>
                                          <p:attrName>ppt_x</p:attrName>
                                        </p:attrNameLst>
                                      </p:cBhvr>
                                      <p:tavLst>
                                        <p:tav tm="0">
                                          <p:val>
                                            <p:strVal val="#ppt_x"/>
                                          </p:val>
                                        </p:tav>
                                        <p:tav tm="100000">
                                          <p:val>
                                            <p:strVal val="#ppt_x"/>
                                          </p:val>
                                        </p:tav>
                                      </p:tavLst>
                                    </p:anim>
                                    <p:anim calcmode="lin" valueType="num">
                                      <p:cBhvr>
                                        <p:cTn id="334" dur="1000" fill="hold"/>
                                        <p:tgtEl>
                                          <p:spTgt spid="41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335" fill="hold">
                      <p:stCondLst>
                        <p:cond delay="indefinite"/>
                      </p:stCondLst>
                      <p:childTnLst>
                        <p:par>
                          <p:cTn id="336" fill="hold">
                            <p:stCondLst>
                              <p:cond delay="0"/>
                            </p:stCondLst>
                            <p:childTnLst>
                              <p:par>
                                <p:cTn id="337" presetID="42" presetClass="entr" presetSubtype="0" fill="hold" nodeType="clickEffect">
                                  <p:stCondLst>
                                    <p:cond delay="0"/>
                                  </p:stCondLst>
                                  <p:childTnLst>
                                    <p:set>
                                      <p:cBhvr>
                                        <p:cTn id="338" dur="1" fill="hold">
                                          <p:stCondLst>
                                            <p:cond delay="0"/>
                                          </p:stCondLst>
                                        </p:cTn>
                                        <p:tgtEl>
                                          <p:spTgt spid="414">
                                            <p:txEl>
                                              <p:pRg st="10" end="10"/>
                                            </p:txEl>
                                          </p:spTgt>
                                        </p:tgtEl>
                                        <p:attrNameLst>
                                          <p:attrName>style.visibility</p:attrName>
                                        </p:attrNameLst>
                                      </p:cBhvr>
                                      <p:to>
                                        <p:strVal val="visible"/>
                                      </p:to>
                                    </p:set>
                                    <p:animEffect transition="in" filter="fade">
                                      <p:cBhvr>
                                        <p:cTn id="339" dur="1000"/>
                                        <p:tgtEl>
                                          <p:spTgt spid="414">
                                            <p:txEl>
                                              <p:pRg st="10" end="10"/>
                                            </p:txEl>
                                          </p:spTgt>
                                        </p:tgtEl>
                                      </p:cBhvr>
                                    </p:animEffect>
                                    <p:anim calcmode="lin" valueType="num">
                                      <p:cBhvr>
                                        <p:cTn id="340" dur="1000" fill="hold"/>
                                        <p:tgtEl>
                                          <p:spTgt spid="414">
                                            <p:txEl>
                                              <p:pRg st="10" end="10"/>
                                            </p:txEl>
                                          </p:spTgt>
                                        </p:tgtEl>
                                        <p:attrNameLst>
                                          <p:attrName>ppt_x</p:attrName>
                                        </p:attrNameLst>
                                      </p:cBhvr>
                                      <p:tavLst>
                                        <p:tav tm="0">
                                          <p:val>
                                            <p:strVal val="#ppt_x"/>
                                          </p:val>
                                        </p:tav>
                                        <p:tav tm="100000">
                                          <p:val>
                                            <p:strVal val="#ppt_x"/>
                                          </p:val>
                                        </p:tav>
                                      </p:tavLst>
                                    </p:anim>
                                    <p:anim calcmode="lin" valueType="num">
                                      <p:cBhvr>
                                        <p:cTn id="341" dur="1000" fill="hold"/>
                                        <p:tgtEl>
                                          <p:spTgt spid="41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342" fill="hold">
                      <p:stCondLst>
                        <p:cond delay="indefinite"/>
                      </p:stCondLst>
                      <p:childTnLst>
                        <p:par>
                          <p:cTn id="343" fill="hold">
                            <p:stCondLst>
                              <p:cond delay="0"/>
                            </p:stCondLst>
                            <p:childTnLst>
                              <p:par>
                                <p:cTn id="344" presetID="42" presetClass="entr" presetSubtype="0" fill="hold" nodeType="clickEffect">
                                  <p:stCondLst>
                                    <p:cond delay="0"/>
                                  </p:stCondLst>
                                  <p:childTnLst>
                                    <p:set>
                                      <p:cBhvr>
                                        <p:cTn id="345" dur="1" fill="hold">
                                          <p:stCondLst>
                                            <p:cond delay="0"/>
                                          </p:stCondLst>
                                        </p:cTn>
                                        <p:tgtEl>
                                          <p:spTgt spid="417">
                                            <p:txEl>
                                              <p:pRg st="0" end="0"/>
                                            </p:txEl>
                                          </p:spTgt>
                                        </p:tgtEl>
                                        <p:attrNameLst>
                                          <p:attrName>style.visibility</p:attrName>
                                        </p:attrNameLst>
                                      </p:cBhvr>
                                      <p:to>
                                        <p:strVal val="visible"/>
                                      </p:to>
                                    </p:set>
                                    <p:animEffect transition="in" filter="fade">
                                      <p:cBhvr>
                                        <p:cTn id="346" dur="1000"/>
                                        <p:tgtEl>
                                          <p:spTgt spid="417">
                                            <p:txEl>
                                              <p:pRg st="0" end="0"/>
                                            </p:txEl>
                                          </p:spTgt>
                                        </p:tgtEl>
                                      </p:cBhvr>
                                    </p:animEffect>
                                    <p:anim calcmode="lin" valueType="num">
                                      <p:cBhvr>
                                        <p:cTn id="347" dur="1000" fill="hold"/>
                                        <p:tgtEl>
                                          <p:spTgt spid="417">
                                            <p:txEl>
                                              <p:pRg st="0" end="0"/>
                                            </p:txEl>
                                          </p:spTgt>
                                        </p:tgtEl>
                                        <p:attrNameLst>
                                          <p:attrName>ppt_x</p:attrName>
                                        </p:attrNameLst>
                                      </p:cBhvr>
                                      <p:tavLst>
                                        <p:tav tm="0">
                                          <p:val>
                                            <p:strVal val="#ppt_x"/>
                                          </p:val>
                                        </p:tav>
                                        <p:tav tm="100000">
                                          <p:val>
                                            <p:strVal val="#ppt_x"/>
                                          </p:val>
                                        </p:tav>
                                      </p:tavLst>
                                    </p:anim>
                                    <p:anim calcmode="lin" valueType="num">
                                      <p:cBhvr>
                                        <p:cTn id="348" dur="1000" fill="hold"/>
                                        <p:tgtEl>
                                          <p:spTgt spid="4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49" fill="hold">
                      <p:stCondLst>
                        <p:cond delay="indefinite"/>
                      </p:stCondLst>
                      <p:childTnLst>
                        <p:par>
                          <p:cTn id="350" fill="hold">
                            <p:stCondLst>
                              <p:cond delay="0"/>
                            </p:stCondLst>
                            <p:childTnLst>
                              <p:par>
                                <p:cTn id="351" presetID="42" presetClass="entr" presetSubtype="0" fill="hold" nodeType="clickEffect">
                                  <p:stCondLst>
                                    <p:cond delay="0"/>
                                  </p:stCondLst>
                                  <p:childTnLst>
                                    <p:set>
                                      <p:cBhvr>
                                        <p:cTn id="352" dur="1" fill="hold">
                                          <p:stCondLst>
                                            <p:cond delay="0"/>
                                          </p:stCondLst>
                                        </p:cTn>
                                        <p:tgtEl>
                                          <p:spTgt spid="417">
                                            <p:txEl>
                                              <p:pRg st="1" end="1"/>
                                            </p:txEl>
                                          </p:spTgt>
                                        </p:tgtEl>
                                        <p:attrNameLst>
                                          <p:attrName>style.visibility</p:attrName>
                                        </p:attrNameLst>
                                      </p:cBhvr>
                                      <p:to>
                                        <p:strVal val="visible"/>
                                      </p:to>
                                    </p:set>
                                    <p:animEffect transition="in" filter="fade">
                                      <p:cBhvr>
                                        <p:cTn id="353" dur="1000"/>
                                        <p:tgtEl>
                                          <p:spTgt spid="417">
                                            <p:txEl>
                                              <p:pRg st="1" end="1"/>
                                            </p:txEl>
                                          </p:spTgt>
                                        </p:tgtEl>
                                      </p:cBhvr>
                                    </p:animEffect>
                                    <p:anim calcmode="lin" valueType="num">
                                      <p:cBhvr>
                                        <p:cTn id="354" dur="1000" fill="hold"/>
                                        <p:tgtEl>
                                          <p:spTgt spid="417">
                                            <p:txEl>
                                              <p:pRg st="1" end="1"/>
                                            </p:txEl>
                                          </p:spTgt>
                                        </p:tgtEl>
                                        <p:attrNameLst>
                                          <p:attrName>ppt_x</p:attrName>
                                        </p:attrNameLst>
                                      </p:cBhvr>
                                      <p:tavLst>
                                        <p:tav tm="0">
                                          <p:val>
                                            <p:strVal val="#ppt_x"/>
                                          </p:val>
                                        </p:tav>
                                        <p:tav tm="100000">
                                          <p:val>
                                            <p:strVal val="#ppt_x"/>
                                          </p:val>
                                        </p:tav>
                                      </p:tavLst>
                                    </p:anim>
                                    <p:anim calcmode="lin" valueType="num">
                                      <p:cBhvr>
                                        <p:cTn id="355" dur="1000" fill="hold"/>
                                        <p:tgtEl>
                                          <p:spTgt spid="41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57" grpId="0" animBg="1"/>
      <p:bldP spid="342" grpId="0" animBg="1"/>
      <p:bldP spid="363" grpId="0" animBg="1"/>
      <p:bldP spid="364" grpId="0"/>
      <p:bldP spid="365" grpId="0"/>
      <p:bldP spid="366" grpId="0"/>
      <p:bldP spid="406" grpId="0"/>
      <p:bldP spid="415" grpId="0" animBg="1"/>
      <p:bldP spid="126" grpId="0"/>
      <p:bldP spid="96" grpId="0" animBg="1"/>
      <p:bldP spid="98" grpId="0" animBg="1"/>
      <p:bldP spid="101" grpId="0" animBg="1"/>
      <p:bldP spid="116" grpId="0" animBg="1"/>
      <p:bldP spid="120" grpId="0" animBg="1"/>
      <p:bldP spid="121" grpId="0"/>
      <p:bldP spid="122" grpId="0"/>
      <p:bldP spid="123" grpId="0"/>
      <p:bldP spid="136" grpId="0"/>
      <p:bldP spid="138" grpId="0"/>
      <p:bldP spid="154" grpId="0"/>
      <p:bldP spid="156" grpId="0"/>
      <p:bldP spid="160" grpId="0"/>
      <p:bldP spid="91" grpId="0"/>
      <p:bldP spid="87" grpId="0" animBg="1"/>
      <p:bldP spid="10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6735"/>
            <a:ext cx="9144000" cy="464790"/>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7" name="Rectangle 6"/>
          <p:cNvSpPr/>
          <p:nvPr/>
        </p:nvSpPr>
        <p:spPr>
          <a:xfrm>
            <a:off x="4143198" y="509452"/>
            <a:ext cx="4826962" cy="461665"/>
          </a:xfrm>
          <a:prstGeom prst="rect">
            <a:avLst/>
          </a:prstGeom>
        </p:spPr>
        <p:txBody>
          <a:bodyPr wrap="none">
            <a:spAutoFit/>
          </a:bodyPr>
          <a:lstStyle/>
          <a:p>
            <a:pPr defTabSz="457200"/>
            <a:r>
              <a:rPr lang="en-US" sz="2400" b="1" dirty="0">
                <a:solidFill>
                  <a:srgbClr val="931909"/>
                </a:solidFill>
                <a:latin typeface="Segoe UI Black"/>
              </a:rPr>
              <a:t>Shear and moment diagrams…</a:t>
            </a:r>
          </a:p>
        </p:txBody>
      </p:sp>
      <p:sp>
        <p:nvSpPr>
          <p:cNvPr id="15" name="Rectangle 14"/>
          <p:cNvSpPr/>
          <p:nvPr/>
        </p:nvSpPr>
        <p:spPr>
          <a:xfrm>
            <a:off x="1558536" y="925745"/>
            <a:ext cx="8692378" cy="338554"/>
          </a:xfrm>
          <a:prstGeom prst="rect">
            <a:avLst/>
          </a:prstGeom>
          <a:solidFill>
            <a:schemeClr val="accent1">
              <a:lumMod val="75000"/>
            </a:schemeClr>
          </a:solidFill>
        </p:spPr>
        <p:txBody>
          <a:bodyPr wrap="square">
            <a:spAutoFit/>
          </a:bodyPr>
          <a:lstStyle/>
          <a:p>
            <a:pPr defTabSz="457200">
              <a:buClr>
                <a:srgbClr val="00B050"/>
              </a:buClr>
              <a:buSzPct val="115000"/>
            </a:pPr>
            <a:r>
              <a:rPr lang="en-US" sz="1600" b="1" dirty="0">
                <a:solidFill>
                  <a:srgbClr val="FFFFFF"/>
                </a:solidFill>
                <a:latin typeface="Segoe UI Black"/>
              </a:rPr>
              <a:t>Example 2: solution …</a:t>
            </a: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18</a:t>
            </a:fld>
            <a:endParaRPr lang="en-US" sz="2000" dirty="0">
              <a:solidFill>
                <a:srgbClr val="931909">
                  <a:lumMod val="50000"/>
                </a:srgbClr>
              </a:solidFill>
              <a:latin typeface="Segoe UI Black"/>
            </a:endParaRPr>
          </a:p>
        </p:txBody>
      </p:sp>
      <p:sp>
        <p:nvSpPr>
          <p:cNvPr id="236" name="Rectangle 235"/>
          <p:cNvSpPr/>
          <p:nvPr/>
        </p:nvSpPr>
        <p:spPr>
          <a:xfrm>
            <a:off x="1573208" y="1390308"/>
            <a:ext cx="8692378" cy="307777"/>
          </a:xfrm>
          <a:prstGeom prst="rect">
            <a:avLst/>
          </a:prstGeom>
          <a:solidFill>
            <a:schemeClr val="accent1">
              <a:lumMod val="75000"/>
            </a:schemeClr>
          </a:solidFill>
        </p:spPr>
        <p:txBody>
          <a:bodyPr wrap="square">
            <a:spAutoFit/>
          </a:bodyPr>
          <a:lstStyle/>
          <a:p>
            <a:pPr marL="285750" indent="-285750" defTabSz="457200">
              <a:buClr>
                <a:srgbClr val="00B050"/>
              </a:buClr>
              <a:buSzPct val="115000"/>
              <a:buFont typeface="Wingdings" panose="05000000000000000000" pitchFamily="2" charset="2"/>
              <a:buChar char="Ø"/>
            </a:pPr>
            <a:r>
              <a:rPr lang="en-US" sz="1400" b="1" dirty="0">
                <a:solidFill>
                  <a:srgbClr val="FFFFFF"/>
                </a:solidFill>
                <a:latin typeface="Segoe UI Black"/>
              </a:rPr>
              <a:t> Analysis of beam segment (6&lt; X &lt;8)</a:t>
            </a:r>
          </a:p>
        </p:txBody>
      </p:sp>
      <p:sp>
        <p:nvSpPr>
          <p:cNvPr id="18" name="TextBox 17"/>
          <p:cNvSpPr txBox="1"/>
          <p:nvPr/>
        </p:nvSpPr>
        <p:spPr>
          <a:xfrm>
            <a:off x="2072914" y="1714006"/>
            <a:ext cx="4390946" cy="307777"/>
          </a:xfrm>
          <a:prstGeom prst="rect">
            <a:avLst/>
          </a:prstGeom>
          <a:noFill/>
        </p:spPr>
        <p:txBody>
          <a:bodyPr wrap="none" rtlCol="0">
            <a:spAutoFit/>
          </a:bodyPr>
          <a:lstStyle/>
          <a:p>
            <a:pPr marL="285750" indent="-285750" defTabSz="457200">
              <a:buFont typeface="Arial" panose="020B0604020202020204" pitchFamily="34" charset="0"/>
              <a:buChar char="•"/>
            </a:pPr>
            <a:r>
              <a:rPr lang="en-US" sz="1400" dirty="0">
                <a:solidFill>
                  <a:srgbClr val="931909"/>
                </a:solidFill>
                <a:latin typeface="Segoe UI Black"/>
              </a:rPr>
              <a:t>Free body diagram of LHS of section 5---5  </a:t>
            </a:r>
          </a:p>
        </p:txBody>
      </p:sp>
      <p:sp>
        <p:nvSpPr>
          <p:cNvPr id="257" name="Rectangle 256"/>
          <p:cNvSpPr/>
          <p:nvPr/>
        </p:nvSpPr>
        <p:spPr>
          <a:xfrm>
            <a:off x="1689016" y="2605894"/>
            <a:ext cx="4467327" cy="84206"/>
          </a:xfrm>
          <a:prstGeom prst="rect">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cxnSp>
        <p:nvCxnSpPr>
          <p:cNvPr id="261" name="Straight Connector 260"/>
          <p:cNvCxnSpPr/>
          <p:nvPr/>
        </p:nvCxnSpPr>
        <p:spPr>
          <a:xfrm flipV="1">
            <a:off x="1659120" y="3179272"/>
            <a:ext cx="4527116" cy="11438"/>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p:nvCxnSpPr>
        <p:spPr>
          <a:xfrm flipH="1">
            <a:off x="1670150" y="3096485"/>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p:nvCxnSpPr>
        <p:spPr>
          <a:xfrm flipV="1">
            <a:off x="1706346" y="2313229"/>
            <a:ext cx="1978379" cy="28487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23" name="Straight Arrow Connector 322"/>
          <p:cNvCxnSpPr/>
          <p:nvPr/>
        </p:nvCxnSpPr>
        <p:spPr>
          <a:xfrm>
            <a:off x="3384300" y="2372119"/>
            <a:ext cx="0" cy="20915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4" name="Straight Arrow Connector 323"/>
          <p:cNvCxnSpPr/>
          <p:nvPr/>
        </p:nvCxnSpPr>
        <p:spPr>
          <a:xfrm>
            <a:off x="3090655" y="2423538"/>
            <a:ext cx="7244" cy="18235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5" name="Straight Arrow Connector 324"/>
          <p:cNvCxnSpPr/>
          <p:nvPr/>
        </p:nvCxnSpPr>
        <p:spPr>
          <a:xfrm>
            <a:off x="2982182" y="2439711"/>
            <a:ext cx="0" cy="15838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6" name="Straight Arrow Connector 325"/>
          <p:cNvCxnSpPr/>
          <p:nvPr/>
        </p:nvCxnSpPr>
        <p:spPr>
          <a:xfrm flipH="1">
            <a:off x="2885903" y="2451534"/>
            <a:ext cx="779" cy="154363"/>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7" name="Straight Arrow Connector 326"/>
          <p:cNvCxnSpPr/>
          <p:nvPr/>
        </p:nvCxnSpPr>
        <p:spPr>
          <a:xfrm>
            <a:off x="2773825" y="2462774"/>
            <a:ext cx="3451" cy="143122"/>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8" name="Straight Arrow Connector 327"/>
          <p:cNvCxnSpPr/>
          <p:nvPr/>
        </p:nvCxnSpPr>
        <p:spPr>
          <a:xfrm>
            <a:off x="2659708" y="2483299"/>
            <a:ext cx="4049" cy="130821"/>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9" name="Straight Arrow Connector 328"/>
          <p:cNvCxnSpPr/>
          <p:nvPr/>
        </p:nvCxnSpPr>
        <p:spPr>
          <a:xfrm>
            <a:off x="2545789" y="2497265"/>
            <a:ext cx="5483" cy="11685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0" name="Straight Arrow Connector 329"/>
          <p:cNvCxnSpPr/>
          <p:nvPr/>
        </p:nvCxnSpPr>
        <p:spPr>
          <a:xfrm>
            <a:off x="2451105" y="2506782"/>
            <a:ext cx="114" cy="10177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1" name="Straight Arrow Connector 330"/>
          <p:cNvCxnSpPr/>
          <p:nvPr/>
        </p:nvCxnSpPr>
        <p:spPr>
          <a:xfrm>
            <a:off x="2355348" y="2521830"/>
            <a:ext cx="2374" cy="91039"/>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2" name="Straight Arrow Connector 331"/>
          <p:cNvCxnSpPr/>
          <p:nvPr/>
        </p:nvCxnSpPr>
        <p:spPr>
          <a:xfrm>
            <a:off x="2240490" y="2521828"/>
            <a:ext cx="5124" cy="99826"/>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3" name="Straight Arrow Connector 332"/>
          <p:cNvCxnSpPr/>
          <p:nvPr/>
        </p:nvCxnSpPr>
        <p:spPr>
          <a:xfrm flipH="1">
            <a:off x="2113725" y="2533606"/>
            <a:ext cx="2803" cy="88048"/>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42" name="TextBox 341"/>
          <p:cNvSpPr txBox="1"/>
          <p:nvPr/>
        </p:nvSpPr>
        <p:spPr>
          <a:xfrm>
            <a:off x="3926166" y="3071442"/>
            <a:ext cx="335602"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x</a:t>
            </a:r>
          </a:p>
        </p:txBody>
      </p:sp>
      <p:cxnSp>
        <p:nvCxnSpPr>
          <p:cNvPr id="343" name="Straight Arrow Connector 342"/>
          <p:cNvCxnSpPr/>
          <p:nvPr/>
        </p:nvCxnSpPr>
        <p:spPr>
          <a:xfrm flipH="1" flipV="1">
            <a:off x="1706205" y="2719030"/>
            <a:ext cx="140" cy="302454"/>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1" name="Straight Arrow Connector 360"/>
          <p:cNvCxnSpPr/>
          <p:nvPr/>
        </p:nvCxnSpPr>
        <p:spPr>
          <a:xfrm>
            <a:off x="3238286" y="2393326"/>
            <a:ext cx="3010" cy="19904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62" name="Straight Arrow Connector 361"/>
          <p:cNvCxnSpPr/>
          <p:nvPr/>
        </p:nvCxnSpPr>
        <p:spPr>
          <a:xfrm>
            <a:off x="6238740" y="2518460"/>
            <a:ext cx="15908" cy="34328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3" name="Curved Down Arrow 362"/>
          <p:cNvSpPr/>
          <p:nvPr/>
        </p:nvSpPr>
        <p:spPr>
          <a:xfrm rot="16508738" flipV="1">
            <a:off x="6316796" y="2472416"/>
            <a:ext cx="325414" cy="185490"/>
          </a:xfrm>
          <a:prstGeom prst="curvedDownArrow">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sp>
        <p:nvSpPr>
          <p:cNvPr id="364" name="TextBox 363"/>
          <p:cNvSpPr txBox="1"/>
          <p:nvPr/>
        </p:nvSpPr>
        <p:spPr>
          <a:xfrm>
            <a:off x="6168456" y="2838344"/>
            <a:ext cx="254039" cy="276999"/>
          </a:xfrm>
          <a:prstGeom prst="rect">
            <a:avLst/>
          </a:prstGeom>
          <a:noFill/>
        </p:spPr>
        <p:txBody>
          <a:bodyPr wrap="square" rtlCol="0">
            <a:spAutoFit/>
          </a:bodyPr>
          <a:lstStyle/>
          <a:p>
            <a:pPr defTabSz="457200"/>
            <a:r>
              <a:rPr lang="en-US" sz="1200" dirty="0">
                <a:solidFill>
                  <a:srgbClr val="FF0000"/>
                </a:solidFill>
                <a:latin typeface="Segoe UI Black"/>
              </a:rPr>
              <a:t>V</a:t>
            </a:r>
          </a:p>
        </p:txBody>
      </p:sp>
      <p:sp>
        <p:nvSpPr>
          <p:cNvPr id="365" name="TextBox 364"/>
          <p:cNvSpPr txBox="1"/>
          <p:nvPr/>
        </p:nvSpPr>
        <p:spPr>
          <a:xfrm>
            <a:off x="6174170" y="2201677"/>
            <a:ext cx="254039" cy="276999"/>
          </a:xfrm>
          <a:prstGeom prst="rect">
            <a:avLst/>
          </a:prstGeom>
          <a:noFill/>
        </p:spPr>
        <p:txBody>
          <a:bodyPr wrap="square" rtlCol="0">
            <a:spAutoFit/>
          </a:bodyPr>
          <a:lstStyle/>
          <a:p>
            <a:pPr defTabSz="457200"/>
            <a:r>
              <a:rPr lang="en-US" sz="1200" dirty="0">
                <a:solidFill>
                  <a:srgbClr val="7030A0"/>
                </a:solidFill>
                <a:latin typeface="Segoe UI Black"/>
              </a:rPr>
              <a:t>M</a:t>
            </a:r>
          </a:p>
        </p:txBody>
      </p:sp>
      <p:sp>
        <p:nvSpPr>
          <p:cNvPr id="366" name="TextBox 365"/>
          <p:cNvSpPr txBox="1"/>
          <p:nvPr/>
        </p:nvSpPr>
        <p:spPr>
          <a:xfrm>
            <a:off x="4358801" y="2039733"/>
            <a:ext cx="800890" cy="246221"/>
          </a:xfrm>
          <a:prstGeom prst="rect">
            <a:avLst/>
          </a:prstGeom>
          <a:noFill/>
        </p:spPr>
        <p:txBody>
          <a:bodyPr wrap="square" rtlCol="0">
            <a:spAutoFit/>
          </a:bodyPr>
          <a:lstStyle/>
          <a:p>
            <a:pPr defTabSz="457200"/>
            <a:r>
              <a:rPr lang="en-US" sz="1000" dirty="0">
                <a:solidFill>
                  <a:srgbClr val="002060"/>
                </a:solidFill>
                <a:latin typeface="Segoe UI Black"/>
              </a:rPr>
              <a:t>1 (</a:t>
            </a:r>
            <a:r>
              <a:rPr lang="en-US" sz="1000" dirty="0" err="1">
                <a:solidFill>
                  <a:srgbClr val="002060"/>
                </a:solidFill>
                <a:latin typeface="Segoe UI Black"/>
              </a:rPr>
              <a:t>kN</a:t>
            </a:r>
            <a:r>
              <a:rPr lang="en-US" sz="1000" dirty="0">
                <a:solidFill>
                  <a:srgbClr val="002060"/>
                </a:solidFill>
                <a:latin typeface="Segoe UI Black"/>
              </a:rPr>
              <a:t>/m)</a:t>
            </a:r>
          </a:p>
        </p:txBody>
      </p:sp>
      <p:sp>
        <p:nvSpPr>
          <p:cNvPr id="406" name="TextBox 405"/>
          <p:cNvSpPr txBox="1"/>
          <p:nvPr/>
        </p:nvSpPr>
        <p:spPr>
          <a:xfrm>
            <a:off x="1487135" y="2872775"/>
            <a:ext cx="723604" cy="276999"/>
          </a:xfrm>
          <a:prstGeom prst="rect">
            <a:avLst/>
          </a:prstGeom>
          <a:noFill/>
        </p:spPr>
        <p:txBody>
          <a:bodyPr wrap="square" rtlCol="0">
            <a:spAutoFit/>
          </a:bodyPr>
          <a:lstStyle/>
          <a:p>
            <a:pPr defTabSz="457200"/>
            <a:r>
              <a:rPr lang="en-US" sz="1200" dirty="0">
                <a:solidFill>
                  <a:srgbClr val="002060"/>
                </a:solidFill>
                <a:latin typeface="Segoe UI Black"/>
              </a:rPr>
              <a:t>2.33kN</a:t>
            </a:r>
            <a:endParaRPr lang="en-US" sz="1200" baseline="-25000" dirty="0">
              <a:solidFill>
                <a:srgbClr val="002060"/>
              </a:solidFill>
              <a:latin typeface="Segoe UI Black"/>
            </a:endParaRPr>
          </a:p>
        </p:txBody>
      </p:sp>
      <p:sp>
        <p:nvSpPr>
          <p:cNvPr id="414" name="TextBox 413"/>
          <p:cNvSpPr txBox="1"/>
          <p:nvPr/>
        </p:nvSpPr>
        <p:spPr>
          <a:xfrm>
            <a:off x="1808332" y="4697930"/>
            <a:ext cx="8859669" cy="2062103"/>
          </a:xfrm>
          <a:prstGeom prst="rect">
            <a:avLst/>
          </a:prstGeom>
          <a:noFill/>
        </p:spPr>
        <p:txBody>
          <a:bodyPr wrap="square" rtlCol="0">
            <a:spAutoFit/>
          </a:bodyPr>
          <a:lstStyle/>
          <a:p>
            <a:pPr marL="171450" indent="-171450" defTabSz="457200">
              <a:buFont typeface="Arial" panose="020B0604020202020204" pitchFamily="34" charset="0"/>
              <a:buChar char="•"/>
            </a:pPr>
            <a:r>
              <a:rPr lang="en-US" sz="1600" dirty="0">
                <a:solidFill>
                  <a:srgbClr val="002060"/>
                </a:solidFill>
                <a:latin typeface="Segoe UI Black"/>
              </a:rPr>
              <a:t>Now using equilibrium equation</a:t>
            </a:r>
          </a:p>
          <a:p>
            <a:pPr marL="285750" indent="-285750" defTabSz="457200">
              <a:buFont typeface="Wingdings" panose="05000000000000000000" pitchFamily="2" charset="2"/>
              <a:buChar char="ü"/>
            </a:pPr>
            <a:r>
              <a:rPr lang="en-US" sz="1600" dirty="0">
                <a:solidFill>
                  <a:srgbClr val="002060"/>
                </a:solidFill>
                <a:latin typeface="Segoe UI Black"/>
              </a:rPr>
              <a:t>From   </a:t>
            </a:r>
            <a:r>
              <a:rPr lang="en-US" sz="1600" dirty="0">
                <a:solidFill>
                  <a:srgbClr val="931909"/>
                </a:solidFill>
                <a:latin typeface="Segoe UI Black"/>
              </a:rPr>
              <a:t>∑</a:t>
            </a:r>
            <a:r>
              <a:rPr lang="en-US" sz="1600" dirty="0" err="1">
                <a:solidFill>
                  <a:srgbClr val="931909"/>
                </a:solidFill>
                <a:latin typeface="Segoe UI Black"/>
              </a:rPr>
              <a:t>Fy</a:t>
            </a:r>
            <a:r>
              <a:rPr lang="en-US" sz="1600" dirty="0">
                <a:solidFill>
                  <a:srgbClr val="931909"/>
                </a:solidFill>
                <a:latin typeface="Segoe UI Black"/>
              </a:rPr>
              <a:t>=0, Assume     as  positive, thus  2.33-1-2-2-V=0, V=2.33-1-2-2=-2.67kN</a:t>
            </a:r>
          </a:p>
          <a:p>
            <a:pPr defTabSz="457200"/>
            <a:r>
              <a:rPr lang="en-US" sz="1600" dirty="0">
                <a:solidFill>
                  <a:srgbClr val="931909"/>
                </a:solidFill>
                <a:latin typeface="Segoe UI Black"/>
              </a:rPr>
              <a:t>     (Shear force is constant throughout this segment);</a:t>
            </a:r>
          </a:p>
          <a:p>
            <a:pPr defTabSz="457200"/>
            <a:r>
              <a:rPr lang="en-US" sz="1600" dirty="0">
                <a:solidFill>
                  <a:srgbClr val="931909"/>
                </a:solidFill>
                <a:latin typeface="Segoe UI Black"/>
              </a:rPr>
              <a:t>         </a:t>
            </a:r>
          </a:p>
          <a:p>
            <a:pPr defTabSz="457200"/>
            <a:r>
              <a:rPr lang="en-US" sz="1600" dirty="0">
                <a:solidFill>
                  <a:srgbClr val="931909"/>
                </a:solidFill>
                <a:latin typeface="Segoe UI Black"/>
              </a:rPr>
              <a:t>  </a:t>
            </a:r>
          </a:p>
          <a:p>
            <a:pPr defTabSz="457200"/>
            <a:r>
              <a:rPr lang="en-US" sz="1600" dirty="0">
                <a:solidFill>
                  <a:srgbClr val="931909"/>
                </a:solidFill>
                <a:latin typeface="Segoe UI Black"/>
              </a:rPr>
              <a:t>∑M</a:t>
            </a:r>
            <a:r>
              <a:rPr lang="en-US" sz="1600" baseline="-25000" dirty="0">
                <a:solidFill>
                  <a:srgbClr val="931909"/>
                </a:solidFill>
                <a:latin typeface="Segoe UI Black"/>
              </a:rPr>
              <a:t>A</a:t>
            </a:r>
            <a:r>
              <a:rPr lang="en-US" sz="1600" dirty="0">
                <a:solidFill>
                  <a:srgbClr val="931909"/>
                </a:solidFill>
                <a:latin typeface="Segoe UI Black"/>
              </a:rPr>
              <a:t>=0, Assume        CCW as positive moment, thus</a:t>
            </a:r>
          </a:p>
          <a:p>
            <a:pPr defTabSz="457200"/>
            <a:r>
              <a:rPr lang="en-US" sz="1600" dirty="0">
                <a:solidFill>
                  <a:srgbClr val="931909">
                    <a:lumMod val="50000"/>
                  </a:srgbClr>
                </a:solidFill>
                <a:latin typeface="Segoe UI Black"/>
              </a:rPr>
              <a:t>M-2.33*x+1*(x-1.33)+2(x-3)-2+2(x-6)=0;  </a:t>
            </a:r>
          </a:p>
          <a:p>
            <a:pPr defTabSz="457200"/>
            <a:r>
              <a:rPr lang="en-US" sz="1600" dirty="0">
                <a:solidFill>
                  <a:srgbClr val="931909">
                    <a:lumMod val="50000"/>
                  </a:srgbClr>
                </a:solidFill>
                <a:latin typeface="Segoe UI Black"/>
              </a:rPr>
              <a:t>M=2.33x-(x-1.33)-2(x-3)-2(x-6)+2</a:t>
            </a:r>
          </a:p>
        </p:txBody>
      </p:sp>
      <p:sp>
        <p:nvSpPr>
          <p:cNvPr id="415" name="Curved Down Arrow 414"/>
          <p:cNvSpPr/>
          <p:nvPr/>
        </p:nvSpPr>
        <p:spPr>
          <a:xfrm rot="16508738" flipV="1">
            <a:off x="3606991" y="5971591"/>
            <a:ext cx="247355" cy="185490"/>
          </a:xfrm>
          <a:prstGeom prst="curvedDownArrow">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cxnSp>
        <p:nvCxnSpPr>
          <p:cNvPr id="416" name="Straight Arrow Connector 415"/>
          <p:cNvCxnSpPr/>
          <p:nvPr/>
        </p:nvCxnSpPr>
        <p:spPr>
          <a:xfrm flipH="1" flipV="1">
            <a:off x="4559117" y="5056909"/>
            <a:ext cx="2190" cy="184897"/>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6" name="TextBox 125"/>
          <p:cNvSpPr txBox="1"/>
          <p:nvPr/>
        </p:nvSpPr>
        <p:spPr>
          <a:xfrm>
            <a:off x="6295474" y="5478520"/>
            <a:ext cx="3603876" cy="523220"/>
          </a:xfrm>
          <a:prstGeom prst="rect">
            <a:avLst/>
          </a:prstGeom>
          <a:noFill/>
        </p:spPr>
        <p:txBody>
          <a:bodyPr wrap="square" rtlCol="0">
            <a:spAutoFit/>
          </a:bodyPr>
          <a:lstStyle/>
          <a:p>
            <a:pPr defTabSz="457200"/>
            <a:r>
              <a:rPr lang="en-US" sz="1400" dirty="0">
                <a:solidFill>
                  <a:srgbClr val="931909"/>
                </a:solidFill>
                <a:latin typeface="Segoe UI Black"/>
              </a:rPr>
              <a:t>When x=6, V=-2.67 </a:t>
            </a:r>
            <a:r>
              <a:rPr lang="en-US" sz="1400" dirty="0" err="1">
                <a:solidFill>
                  <a:srgbClr val="931909"/>
                </a:solidFill>
                <a:latin typeface="Segoe UI Black"/>
              </a:rPr>
              <a:t>kN</a:t>
            </a:r>
            <a:endParaRPr lang="en-US" sz="1400" dirty="0">
              <a:solidFill>
                <a:srgbClr val="931909"/>
              </a:solidFill>
              <a:latin typeface="Segoe UI Black"/>
            </a:endParaRPr>
          </a:p>
          <a:p>
            <a:pPr defTabSz="457200"/>
            <a:r>
              <a:rPr lang="en-US" sz="1400" dirty="0">
                <a:solidFill>
                  <a:srgbClr val="931909"/>
                </a:solidFill>
                <a:latin typeface="Segoe UI Black"/>
              </a:rPr>
              <a:t>When X=8, V=-2.67kN</a:t>
            </a:r>
          </a:p>
        </p:txBody>
      </p:sp>
      <p:sp>
        <p:nvSpPr>
          <p:cNvPr id="417" name="TextBox 416"/>
          <p:cNvSpPr txBox="1"/>
          <p:nvPr/>
        </p:nvSpPr>
        <p:spPr>
          <a:xfrm>
            <a:off x="5404221" y="6381074"/>
            <a:ext cx="5253235" cy="523220"/>
          </a:xfrm>
          <a:prstGeom prst="rect">
            <a:avLst/>
          </a:prstGeom>
          <a:noFill/>
        </p:spPr>
        <p:txBody>
          <a:bodyPr wrap="square" rtlCol="0">
            <a:spAutoFit/>
          </a:bodyPr>
          <a:lstStyle/>
          <a:p>
            <a:pPr defTabSz="457200"/>
            <a:r>
              <a:rPr lang="en-US" sz="1400" dirty="0">
                <a:solidFill>
                  <a:srgbClr val="931909">
                    <a:lumMod val="50000"/>
                  </a:srgbClr>
                </a:solidFill>
                <a:latin typeface="Segoe UI Black"/>
              </a:rPr>
              <a:t>When x=6, M=2.33*6-(6-1.33)-2(6-3)-2(6-6)+2=5.31kNm </a:t>
            </a:r>
          </a:p>
          <a:p>
            <a:pPr defTabSz="457200"/>
            <a:r>
              <a:rPr lang="en-US" sz="1400" dirty="0">
                <a:solidFill>
                  <a:srgbClr val="931909">
                    <a:lumMod val="50000"/>
                  </a:srgbClr>
                </a:solidFill>
                <a:latin typeface="Segoe UI Black"/>
              </a:rPr>
              <a:t>When X=8, M=2.33*8-(8-1.33)-2(8-3)-2(8-6)+2=0kNm </a:t>
            </a:r>
          </a:p>
        </p:txBody>
      </p:sp>
      <p:cxnSp>
        <p:nvCxnSpPr>
          <p:cNvPr id="76" name="Straight Connector 75"/>
          <p:cNvCxnSpPr/>
          <p:nvPr/>
        </p:nvCxnSpPr>
        <p:spPr>
          <a:xfrm flipH="1">
            <a:off x="6126297" y="3090505"/>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a:off x="3521002" y="2333547"/>
            <a:ext cx="5992" cy="272349"/>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a:off x="3700034" y="2320481"/>
            <a:ext cx="5992" cy="272349"/>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3937348" y="2313228"/>
            <a:ext cx="2626" cy="28121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a:off x="4355189" y="2300369"/>
            <a:ext cx="10436" cy="30552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a:off x="4134602" y="2283824"/>
            <a:ext cx="10436" cy="30552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a:off x="4574823" y="2304933"/>
            <a:ext cx="10436" cy="30552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p:nvPr/>
        </p:nvCxnSpPr>
        <p:spPr>
          <a:xfrm>
            <a:off x="4786294" y="2295815"/>
            <a:ext cx="10436" cy="30552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flipV="1">
            <a:off x="3670548" y="2290438"/>
            <a:ext cx="1140684" cy="13854"/>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1689017" y="2881330"/>
            <a:ext cx="4222550" cy="36709"/>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flipH="1">
            <a:off x="1670150" y="2787478"/>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2324106" y="2751317"/>
            <a:ext cx="449718"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2m</a:t>
            </a:r>
          </a:p>
        </p:txBody>
      </p:sp>
      <p:cxnSp>
        <p:nvCxnSpPr>
          <p:cNvPr id="97" name="Straight Connector 96"/>
          <p:cNvCxnSpPr/>
          <p:nvPr/>
        </p:nvCxnSpPr>
        <p:spPr>
          <a:xfrm flipH="1">
            <a:off x="4749367" y="2822334"/>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3891730" y="2780541"/>
            <a:ext cx="422880"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2m</a:t>
            </a:r>
          </a:p>
        </p:txBody>
      </p:sp>
      <p:cxnSp>
        <p:nvCxnSpPr>
          <p:cNvPr id="99" name="Straight Connector 98"/>
          <p:cNvCxnSpPr/>
          <p:nvPr/>
        </p:nvCxnSpPr>
        <p:spPr>
          <a:xfrm flipH="1">
            <a:off x="3658278" y="2800284"/>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a:off x="3693725" y="2265942"/>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sp>
        <p:nvSpPr>
          <p:cNvPr id="105" name="Curved Down Arrow 104"/>
          <p:cNvSpPr/>
          <p:nvPr/>
        </p:nvSpPr>
        <p:spPr>
          <a:xfrm>
            <a:off x="5239769" y="2474404"/>
            <a:ext cx="275090" cy="246179"/>
          </a:xfrm>
          <a:prstGeom prst="curvedDownArrow">
            <a:avLst>
              <a:gd name="adj1" fmla="val 25000"/>
              <a:gd name="adj2" fmla="val 60697"/>
              <a:gd name="adj3" fmla="val 25000"/>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sp>
        <p:nvSpPr>
          <p:cNvPr id="106" name="TextBox 105"/>
          <p:cNvSpPr txBox="1"/>
          <p:nvPr/>
        </p:nvSpPr>
        <p:spPr>
          <a:xfrm>
            <a:off x="5122347" y="2285157"/>
            <a:ext cx="563749" cy="246221"/>
          </a:xfrm>
          <a:prstGeom prst="rect">
            <a:avLst/>
          </a:prstGeom>
          <a:noFill/>
        </p:spPr>
        <p:txBody>
          <a:bodyPr wrap="square" rtlCol="0">
            <a:spAutoFit/>
          </a:bodyPr>
          <a:lstStyle/>
          <a:p>
            <a:pPr defTabSz="457200"/>
            <a:r>
              <a:rPr lang="en-US" sz="1000" dirty="0">
                <a:solidFill>
                  <a:srgbClr val="002060"/>
                </a:solidFill>
                <a:latin typeface="Segoe UI Black"/>
              </a:rPr>
              <a:t>2kNm</a:t>
            </a:r>
          </a:p>
        </p:txBody>
      </p:sp>
      <p:cxnSp>
        <p:nvCxnSpPr>
          <p:cNvPr id="107" name="Straight Arrow Connector 106"/>
          <p:cNvCxnSpPr/>
          <p:nvPr/>
        </p:nvCxnSpPr>
        <p:spPr>
          <a:xfrm>
            <a:off x="5890019" y="2167555"/>
            <a:ext cx="8306" cy="47222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08" name="TextBox 107"/>
          <p:cNvSpPr txBox="1"/>
          <p:nvPr/>
        </p:nvSpPr>
        <p:spPr>
          <a:xfrm>
            <a:off x="5590634" y="2027222"/>
            <a:ext cx="474940" cy="246221"/>
          </a:xfrm>
          <a:prstGeom prst="rect">
            <a:avLst/>
          </a:prstGeom>
          <a:noFill/>
        </p:spPr>
        <p:txBody>
          <a:bodyPr wrap="square" rtlCol="0">
            <a:spAutoFit/>
          </a:bodyPr>
          <a:lstStyle/>
          <a:p>
            <a:pPr defTabSz="457200"/>
            <a:r>
              <a:rPr lang="en-US" sz="1000" dirty="0">
                <a:solidFill>
                  <a:srgbClr val="002060"/>
                </a:solidFill>
                <a:latin typeface="Segoe UI Black"/>
              </a:rPr>
              <a:t>2 </a:t>
            </a:r>
            <a:r>
              <a:rPr lang="en-US" sz="1000" dirty="0" err="1">
                <a:solidFill>
                  <a:srgbClr val="002060"/>
                </a:solidFill>
                <a:latin typeface="Segoe UI Black"/>
              </a:rPr>
              <a:t>kN</a:t>
            </a:r>
            <a:endParaRPr lang="en-US" sz="1000" dirty="0">
              <a:solidFill>
                <a:srgbClr val="002060"/>
              </a:solidFill>
              <a:latin typeface="Segoe UI Black"/>
            </a:endParaRPr>
          </a:p>
        </p:txBody>
      </p:sp>
      <p:cxnSp>
        <p:nvCxnSpPr>
          <p:cNvPr id="109" name="Straight Connector 108"/>
          <p:cNvCxnSpPr/>
          <p:nvPr/>
        </p:nvCxnSpPr>
        <p:spPr>
          <a:xfrm>
            <a:off x="5344284" y="2373206"/>
            <a:ext cx="19784" cy="685212"/>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5888625" y="2429788"/>
            <a:ext cx="19784" cy="685212"/>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a:off x="6145822" y="2644216"/>
            <a:ext cx="19784" cy="685212"/>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5334442" y="2822334"/>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flipH="1">
            <a:off x="5871709" y="2830829"/>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114" name="TextBox 113"/>
          <p:cNvSpPr txBox="1"/>
          <p:nvPr/>
        </p:nvSpPr>
        <p:spPr>
          <a:xfrm>
            <a:off x="4882108" y="2801101"/>
            <a:ext cx="382564"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1m</a:t>
            </a:r>
          </a:p>
        </p:txBody>
      </p:sp>
      <p:sp>
        <p:nvSpPr>
          <p:cNvPr id="115" name="TextBox 114"/>
          <p:cNvSpPr txBox="1"/>
          <p:nvPr/>
        </p:nvSpPr>
        <p:spPr>
          <a:xfrm>
            <a:off x="5455449" y="2801101"/>
            <a:ext cx="382564"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1m</a:t>
            </a:r>
          </a:p>
        </p:txBody>
      </p:sp>
      <p:sp>
        <p:nvSpPr>
          <p:cNvPr id="127" name="Rectangle 126"/>
          <p:cNvSpPr/>
          <p:nvPr/>
        </p:nvSpPr>
        <p:spPr>
          <a:xfrm>
            <a:off x="1700046" y="3942245"/>
            <a:ext cx="4467327" cy="84206"/>
          </a:xfrm>
          <a:prstGeom prst="rect">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cxnSp>
        <p:nvCxnSpPr>
          <p:cNvPr id="128" name="Straight Connector 127"/>
          <p:cNvCxnSpPr/>
          <p:nvPr/>
        </p:nvCxnSpPr>
        <p:spPr>
          <a:xfrm>
            <a:off x="1689016" y="4508233"/>
            <a:ext cx="4508251" cy="7391"/>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flipH="1">
            <a:off x="1681180" y="4432836"/>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flipV="1">
            <a:off x="1717376" y="3647479"/>
            <a:ext cx="1980877" cy="286974"/>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55" name="TextBox 154"/>
          <p:cNvSpPr txBox="1"/>
          <p:nvPr/>
        </p:nvSpPr>
        <p:spPr>
          <a:xfrm>
            <a:off x="3926166" y="4389484"/>
            <a:ext cx="335602"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x</a:t>
            </a:r>
          </a:p>
        </p:txBody>
      </p:sp>
      <p:cxnSp>
        <p:nvCxnSpPr>
          <p:cNvPr id="158" name="Straight Arrow Connector 157"/>
          <p:cNvCxnSpPr/>
          <p:nvPr/>
        </p:nvCxnSpPr>
        <p:spPr>
          <a:xfrm flipH="1" flipV="1">
            <a:off x="1717235" y="4055381"/>
            <a:ext cx="140" cy="302454"/>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Straight Arrow Connector 161"/>
          <p:cNvCxnSpPr/>
          <p:nvPr/>
        </p:nvCxnSpPr>
        <p:spPr>
          <a:xfrm>
            <a:off x="6249770" y="3854811"/>
            <a:ext cx="15908" cy="34328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3" name="Curved Down Arrow 162"/>
          <p:cNvSpPr/>
          <p:nvPr/>
        </p:nvSpPr>
        <p:spPr>
          <a:xfrm rot="16508738" flipV="1">
            <a:off x="6327826" y="3808767"/>
            <a:ext cx="325414" cy="185490"/>
          </a:xfrm>
          <a:prstGeom prst="curvedDownArrow">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sp>
        <p:nvSpPr>
          <p:cNvPr id="164" name="TextBox 163"/>
          <p:cNvSpPr txBox="1"/>
          <p:nvPr/>
        </p:nvSpPr>
        <p:spPr>
          <a:xfrm>
            <a:off x="6179486" y="4174695"/>
            <a:ext cx="254039" cy="276999"/>
          </a:xfrm>
          <a:prstGeom prst="rect">
            <a:avLst/>
          </a:prstGeom>
          <a:noFill/>
        </p:spPr>
        <p:txBody>
          <a:bodyPr wrap="square" rtlCol="0">
            <a:spAutoFit/>
          </a:bodyPr>
          <a:lstStyle/>
          <a:p>
            <a:pPr defTabSz="457200"/>
            <a:r>
              <a:rPr lang="en-US" sz="1200" dirty="0">
                <a:solidFill>
                  <a:srgbClr val="FF0000"/>
                </a:solidFill>
                <a:latin typeface="Segoe UI Black"/>
              </a:rPr>
              <a:t>V</a:t>
            </a:r>
          </a:p>
        </p:txBody>
      </p:sp>
      <p:sp>
        <p:nvSpPr>
          <p:cNvPr id="165" name="TextBox 164"/>
          <p:cNvSpPr txBox="1"/>
          <p:nvPr/>
        </p:nvSpPr>
        <p:spPr>
          <a:xfrm>
            <a:off x="6185200" y="3538028"/>
            <a:ext cx="254039" cy="276999"/>
          </a:xfrm>
          <a:prstGeom prst="rect">
            <a:avLst/>
          </a:prstGeom>
          <a:noFill/>
        </p:spPr>
        <p:txBody>
          <a:bodyPr wrap="square" rtlCol="0">
            <a:spAutoFit/>
          </a:bodyPr>
          <a:lstStyle/>
          <a:p>
            <a:pPr defTabSz="457200"/>
            <a:r>
              <a:rPr lang="en-US" sz="1200" dirty="0">
                <a:solidFill>
                  <a:srgbClr val="7030A0"/>
                </a:solidFill>
                <a:latin typeface="Segoe UI Black"/>
              </a:rPr>
              <a:t>M</a:t>
            </a:r>
          </a:p>
        </p:txBody>
      </p:sp>
      <p:sp>
        <p:nvSpPr>
          <p:cNvPr id="166" name="TextBox 165"/>
          <p:cNvSpPr txBox="1"/>
          <p:nvPr/>
        </p:nvSpPr>
        <p:spPr>
          <a:xfrm>
            <a:off x="4172978" y="3284954"/>
            <a:ext cx="535353" cy="246221"/>
          </a:xfrm>
          <a:prstGeom prst="rect">
            <a:avLst/>
          </a:prstGeom>
          <a:noFill/>
        </p:spPr>
        <p:txBody>
          <a:bodyPr wrap="square" rtlCol="0">
            <a:spAutoFit/>
          </a:bodyPr>
          <a:lstStyle/>
          <a:p>
            <a:pPr defTabSz="457200"/>
            <a:r>
              <a:rPr lang="en-US" sz="1000" dirty="0">
                <a:solidFill>
                  <a:srgbClr val="002060"/>
                </a:solidFill>
                <a:latin typeface="Segoe UI Black"/>
              </a:rPr>
              <a:t>2 </a:t>
            </a:r>
            <a:r>
              <a:rPr lang="en-US" sz="1000" dirty="0" err="1">
                <a:solidFill>
                  <a:srgbClr val="002060"/>
                </a:solidFill>
                <a:latin typeface="Segoe UI Black"/>
              </a:rPr>
              <a:t>kN</a:t>
            </a:r>
            <a:endParaRPr lang="en-US" sz="1000" dirty="0">
              <a:solidFill>
                <a:srgbClr val="002060"/>
              </a:solidFill>
              <a:latin typeface="Segoe UI Black"/>
            </a:endParaRPr>
          </a:p>
        </p:txBody>
      </p:sp>
      <p:cxnSp>
        <p:nvCxnSpPr>
          <p:cNvPr id="167" name="Straight Connector 166"/>
          <p:cNvCxnSpPr/>
          <p:nvPr/>
        </p:nvCxnSpPr>
        <p:spPr>
          <a:xfrm flipH="1">
            <a:off x="6137327" y="4426856"/>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74" name="Straight Arrow Connector 173"/>
          <p:cNvCxnSpPr/>
          <p:nvPr/>
        </p:nvCxnSpPr>
        <p:spPr>
          <a:xfrm>
            <a:off x="4820321" y="3633662"/>
            <a:ext cx="10436" cy="305527"/>
          </a:xfrm>
          <a:prstGeom prst="straightConnector1">
            <a:avLst/>
          </a:prstGeom>
          <a:ln w="12700">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flipV="1">
            <a:off x="3681578" y="3626789"/>
            <a:ext cx="1140684" cy="13854"/>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700047" y="4217681"/>
            <a:ext cx="4222550" cy="36709"/>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flipH="1">
            <a:off x="1681180" y="4123829"/>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178" name="TextBox 177"/>
          <p:cNvSpPr txBox="1"/>
          <p:nvPr/>
        </p:nvSpPr>
        <p:spPr>
          <a:xfrm>
            <a:off x="2210740" y="4022048"/>
            <a:ext cx="618313" cy="253916"/>
          </a:xfrm>
          <a:prstGeom prst="rect">
            <a:avLst/>
          </a:prstGeom>
          <a:noFill/>
        </p:spPr>
        <p:txBody>
          <a:bodyPr wrap="square" rtlCol="0">
            <a:spAutoFit/>
          </a:bodyPr>
          <a:lstStyle/>
          <a:p>
            <a:pPr defTabSz="457200"/>
            <a:r>
              <a:rPr lang="en-US" sz="1050" dirty="0">
                <a:solidFill>
                  <a:srgbClr val="002060"/>
                </a:solidFill>
                <a:latin typeface="Segoe UI Black"/>
              </a:rPr>
              <a:t>1.33m</a:t>
            </a:r>
          </a:p>
        </p:txBody>
      </p:sp>
      <p:cxnSp>
        <p:nvCxnSpPr>
          <p:cNvPr id="179" name="Straight Connector 178"/>
          <p:cNvCxnSpPr/>
          <p:nvPr/>
        </p:nvCxnSpPr>
        <p:spPr>
          <a:xfrm flipH="1">
            <a:off x="4777272" y="4140521"/>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180" name="TextBox 179"/>
          <p:cNvSpPr txBox="1"/>
          <p:nvPr/>
        </p:nvSpPr>
        <p:spPr>
          <a:xfrm>
            <a:off x="3842646" y="4040221"/>
            <a:ext cx="422880" cy="253916"/>
          </a:xfrm>
          <a:prstGeom prst="rect">
            <a:avLst/>
          </a:prstGeom>
          <a:noFill/>
          <a:ln>
            <a:noFill/>
          </a:ln>
        </p:spPr>
        <p:txBody>
          <a:bodyPr wrap="square" rtlCol="0">
            <a:spAutoFit/>
          </a:bodyPr>
          <a:lstStyle/>
          <a:p>
            <a:pPr defTabSz="457200"/>
            <a:r>
              <a:rPr lang="en-US" sz="1050" dirty="0">
                <a:solidFill>
                  <a:srgbClr val="002060"/>
                </a:solidFill>
                <a:latin typeface="Segoe UI Black"/>
              </a:rPr>
              <a:t>1m</a:t>
            </a:r>
          </a:p>
        </p:txBody>
      </p:sp>
      <p:cxnSp>
        <p:nvCxnSpPr>
          <p:cNvPr id="181" name="Straight Connector 180"/>
          <p:cNvCxnSpPr/>
          <p:nvPr/>
        </p:nvCxnSpPr>
        <p:spPr>
          <a:xfrm flipH="1">
            <a:off x="3669308" y="4136635"/>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3692463" y="3583399"/>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sp>
        <p:nvSpPr>
          <p:cNvPr id="183" name="Curved Down Arrow 182"/>
          <p:cNvSpPr/>
          <p:nvPr/>
        </p:nvSpPr>
        <p:spPr>
          <a:xfrm>
            <a:off x="5250799" y="3810755"/>
            <a:ext cx="275090" cy="246179"/>
          </a:xfrm>
          <a:prstGeom prst="curvedDownArrow">
            <a:avLst>
              <a:gd name="adj1" fmla="val 25000"/>
              <a:gd name="adj2" fmla="val 60697"/>
              <a:gd name="adj3" fmla="val 25000"/>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sp>
        <p:nvSpPr>
          <p:cNvPr id="184" name="TextBox 183"/>
          <p:cNvSpPr txBox="1"/>
          <p:nvPr/>
        </p:nvSpPr>
        <p:spPr>
          <a:xfrm>
            <a:off x="5133377" y="3621508"/>
            <a:ext cx="563749" cy="246221"/>
          </a:xfrm>
          <a:prstGeom prst="rect">
            <a:avLst/>
          </a:prstGeom>
          <a:noFill/>
        </p:spPr>
        <p:txBody>
          <a:bodyPr wrap="square" rtlCol="0">
            <a:spAutoFit/>
          </a:bodyPr>
          <a:lstStyle/>
          <a:p>
            <a:pPr defTabSz="457200"/>
            <a:r>
              <a:rPr lang="en-US" sz="1000" dirty="0">
                <a:solidFill>
                  <a:srgbClr val="002060"/>
                </a:solidFill>
                <a:latin typeface="Segoe UI Black"/>
              </a:rPr>
              <a:t>2kNm</a:t>
            </a:r>
          </a:p>
        </p:txBody>
      </p:sp>
      <p:cxnSp>
        <p:nvCxnSpPr>
          <p:cNvPr id="185" name="Straight Arrow Connector 184"/>
          <p:cNvCxnSpPr/>
          <p:nvPr/>
        </p:nvCxnSpPr>
        <p:spPr>
          <a:xfrm>
            <a:off x="5901049" y="3503906"/>
            <a:ext cx="8306" cy="47222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86" name="TextBox 185"/>
          <p:cNvSpPr txBox="1"/>
          <p:nvPr/>
        </p:nvSpPr>
        <p:spPr>
          <a:xfrm>
            <a:off x="5601664" y="3363573"/>
            <a:ext cx="474940" cy="246221"/>
          </a:xfrm>
          <a:prstGeom prst="rect">
            <a:avLst/>
          </a:prstGeom>
          <a:noFill/>
        </p:spPr>
        <p:txBody>
          <a:bodyPr wrap="square" rtlCol="0">
            <a:spAutoFit/>
          </a:bodyPr>
          <a:lstStyle/>
          <a:p>
            <a:pPr defTabSz="457200"/>
            <a:r>
              <a:rPr lang="en-US" sz="1000" dirty="0">
                <a:solidFill>
                  <a:srgbClr val="002060"/>
                </a:solidFill>
                <a:latin typeface="Segoe UI Black"/>
              </a:rPr>
              <a:t>2 </a:t>
            </a:r>
            <a:r>
              <a:rPr lang="en-US" sz="1000" dirty="0" err="1">
                <a:solidFill>
                  <a:srgbClr val="002060"/>
                </a:solidFill>
                <a:latin typeface="Segoe UI Black"/>
              </a:rPr>
              <a:t>kN</a:t>
            </a:r>
            <a:endParaRPr lang="en-US" sz="1000" dirty="0">
              <a:solidFill>
                <a:srgbClr val="002060"/>
              </a:solidFill>
              <a:latin typeface="Segoe UI Black"/>
            </a:endParaRPr>
          </a:p>
        </p:txBody>
      </p:sp>
      <p:cxnSp>
        <p:nvCxnSpPr>
          <p:cNvPr id="187" name="Straight Connector 186"/>
          <p:cNvCxnSpPr/>
          <p:nvPr/>
        </p:nvCxnSpPr>
        <p:spPr>
          <a:xfrm>
            <a:off x="5355314" y="3709557"/>
            <a:ext cx="19784" cy="685212"/>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5899655" y="3766139"/>
            <a:ext cx="19784" cy="685212"/>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flipH="1">
            <a:off x="5345472" y="4158685"/>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flipH="1">
            <a:off x="5882739" y="4167180"/>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191" name="TextBox 190"/>
          <p:cNvSpPr txBox="1"/>
          <p:nvPr/>
        </p:nvSpPr>
        <p:spPr>
          <a:xfrm>
            <a:off x="4880642" y="4034977"/>
            <a:ext cx="382564" cy="253916"/>
          </a:xfrm>
          <a:prstGeom prst="rect">
            <a:avLst/>
          </a:prstGeom>
          <a:noFill/>
        </p:spPr>
        <p:txBody>
          <a:bodyPr wrap="square" rtlCol="0">
            <a:spAutoFit/>
          </a:bodyPr>
          <a:lstStyle/>
          <a:p>
            <a:pPr defTabSz="457200"/>
            <a:r>
              <a:rPr lang="en-US" sz="1050" dirty="0">
                <a:solidFill>
                  <a:srgbClr val="002060"/>
                </a:solidFill>
                <a:latin typeface="Segoe UI Black"/>
              </a:rPr>
              <a:t>1m</a:t>
            </a:r>
          </a:p>
        </p:txBody>
      </p:sp>
      <p:sp>
        <p:nvSpPr>
          <p:cNvPr id="192" name="TextBox 191"/>
          <p:cNvSpPr txBox="1"/>
          <p:nvPr/>
        </p:nvSpPr>
        <p:spPr>
          <a:xfrm>
            <a:off x="5496072" y="4041930"/>
            <a:ext cx="382564" cy="253916"/>
          </a:xfrm>
          <a:prstGeom prst="rect">
            <a:avLst/>
          </a:prstGeom>
          <a:noFill/>
        </p:spPr>
        <p:txBody>
          <a:bodyPr wrap="square" rtlCol="0">
            <a:spAutoFit/>
          </a:bodyPr>
          <a:lstStyle/>
          <a:p>
            <a:pPr defTabSz="457200"/>
            <a:r>
              <a:rPr lang="en-US" sz="1050" dirty="0">
                <a:solidFill>
                  <a:srgbClr val="002060"/>
                </a:solidFill>
                <a:latin typeface="Segoe UI Black"/>
              </a:rPr>
              <a:t>1m</a:t>
            </a:r>
          </a:p>
        </p:txBody>
      </p:sp>
      <p:cxnSp>
        <p:nvCxnSpPr>
          <p:cNvPr id="193" name="Straight Arrow Connector 192"/>
          <p:cNvCxnSpPr/>
          <p:nvPr/>
        </p:nvCxnSpPr>
        <p:spPr>
          <a:xfrm>
            <a:off x="4272622" y="3468815"/>
            <a:ext cx="8306" cy="47222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94" name="TextBox 193"/>
          <p:cNvSpPr txBox="1"/>
          <p:nvPr/>
        </p:nvSpPr>
        <p:spPr>
          <a:xfrm>
            <a:off x="3083604" y="3394423"/>
            <a:ext cx="535353" cy="246221"/>
          </a:xfrm>
          <a:prstGeom prst="rect">
            <a:avLst/>
          </a:prstGeom>
          <a:noFill/>
        </p:spPr>
        <p:txBody>
          <a:bodyPr wrap="square" rtlCol="0">
            <a:spAutoFit/>
          </a:bodyPr>
          <a:lstStyle/>
          <a:p>
            <a:pPr defTabSz="457200"/>
            <a:r>
              <a:rPr lang="en-US" sz="1000" dirty="0">
                <a:solidFill>
                  <a:srgbClr val="002060"/>
                </a:solidFill>
                <a:latin typeface="Segoe UI Black"/>
              </a:rPr>
              <a:t>1 </a:t>
            </a:r>
            <a:r>
              <a:rPr lang="en-US" sz="1000" dirty="0" err="1">
                <a:solidFill>
                  <a:srgbClr val="002060"/>
                </a:solidFill>
                <a:latin typeface="Segoe UI Black"/>
              </a:rPr>
              <a:t>kN</a:t>
            </a:r>
            <a:endParaRPr lang="en-US" sz="1000" dirty="0">
              <a:solidFill>
                <a:srgbClr val="002060"/>
              </a:solidFill>
              <a:latin typeface="Segoe UI Black"/>
            </a:endParaRPr>
          </a:p>
        </p:txBody>
      </p:sp>
      <p:cxnSp>
        <p:nvCxnSpPr>
          <p:cNvPr id="195" name="Straight Arrow Connector 194"/>
          <p:cNvCxnSpPr/>
          <p:nvPr/>
        </p:nvCxnSpPr>
        <p:spPr>
          <a:xfrm flipH="1">
            <a:off x="3182519" y="3611973"/>
            <a:ext cx="9513" cy="318083"/>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a:off x="3179360" y="3743267"/>
            <a:ext cx="7914" cy="651503"/>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a:xfrm flipH="1">
            <a:off x="3151079" y="4146935"/>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198" name="TextBox 197"/>
          <p:cNvSpPr txBox="1"/>
          <p:nvPr/>
        </p:nvSpPr>
        <p:spPr>
          <a:xfrm>
            <a:off x="3166558" y="4042415"/>
            <a:ext cx="618313" cy="253916"/>
          </a:xfrm>
          <a:prstGeom prst="rect">
            <a:avLst/>
          </a:prstGeom>
          <a:noFill/>
        </p:spPr>
        <p:txBody>
          <a:bodyPr wrap="square" rtlCol="0">
            <a:spAutoFit/>
          </a:bodyPr>
          <a:lstStyle/>
          <a:p>
            <a:pPr defTabSz="457200"/>
            <a:r>
              <a:rPr lang="en-US" sz="1050" dirty="0">
                <a:solidFill>
                  <a:srgbClr val="002060"/>
                </a:solidFill>
                <a:latin typeface="Segoe UI Black"/>
              </a:rPr>
              <a:t>0.67m</a:t>
            </a:r>
          </a:p>
        </p:txBody>
      </p:sp>
      <p:cxnSp>
        <p:nvCxnSpPr>
          <p:cNvPr id="199" name="Straight Connector 198"/>
          <p:cNvCxnSpPr/>
          <p:nvPr/>
        </p:nvCxnSpPr>
        <p:spPr>
          <a:xfrm>
            <a:off x="4262097" y="3859935"/>
            <a:ext cx="20277" cy="444002"/>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sp>
        <p:nvSpPr>
          <p:cNvPr id="200" name="TextBox 199"/>
          <p:cNvSpPr txBox="1"/>
          <p:nvPr/>
        </p:nvSpPr>
        <p:spPr>
          <a:xfrm>
            <a:off x="4343127" y="4049990"/>
            <a:ext cx="422880" cy="253916"/>
          </a:xfrm>
          <a:prstGeom prst="rect">
            <a:avLst/>
          </a:prstGeom>
          <a:noFill/>
          <a:ln>
            <a:noFill/>
          </a:ln>
        </p:spPr>
        <p:txBody>
          <a:bodyPr wrap="square" rtlCol="0">
            <a:spAutoFit/>
          </a:bodyPr>
          <a:lstStyle/>
          <a:p>
            <a:pPr defTabSz="457200"/>
            <a:r>
              <a:rPr lang="en-US" sz="1050" dirty="0">
                <a:solidFill>
                  <a:srgbClr val="002060"/>
                </a:solidFill>
                <a:latin typeface="Segoe UI Black"/>
              </a:rPr>
              <a:t>1m</a:t>
            </a:r>
          </a:p>
        </p:txBody>
      </p:sp>
      <p:cxnSp>
        <p:nvCxnSpPr>
          <p:cNvPr id="201" name="Straight Connector 200"/>
          <p:cNvCxnSpPr/>
          <p:nvPr/>
        </p:nvCxnSpPr>
        <p:spPr>
          <a:xfrm flipH="1">
            <a:off x="4243618" y="4124089"/>
            <a:ext cx="72390" cy="174283"/>
          </a:xfrm>
          <a:prstGeom prst="line">
            <a:avLst/>
          </a:prstGeom>
        </p:spPr>
        <p:style>
          <a:lnRef idx="1">
            <a:schemeClr val="accent1"/>
          </a:lnRef>
          <a:fillRef idx="0">
            <a:schemeClr val="accent1"/>
          </a:fillRef>
          <a:effectRef idx="0">
            <a:schemeClr val="accent1"/>
          </a:effectRef>
          <a:fontRef idx="minor">
            <a:schemeClr val="tx1"/>
          </a:fontRef>
        </p:style>
      </p:cxnSp>
      <p:sp>
        <p:nvSpPr>
          <p:cNvPr id="202" name="TextBox 201"/>
          <p:cNvSpPr txBox="1"/>
          <p:nvPr/>
        </p:nvSpPr>
        <p:spPr>
          <a:xfrm>
            <a:off x="1526910" y="4270272"/>
            <a:ext cx="723604" cy="276999"/>
          </a:xfrm>
          <a:prstGeom prst="rect">
            <a:avLst/>
          </a:prstGeom>
          <a:noFill/>
        </p:spPr>
        <p:txBody>
          <a:bodyPr wrap="square" rtlCol="0">
            <a:spAutoFit/>
          </a:bodyPr>
          <a:lstStyle/>
          <a:p>
            <a:pPr defTabSz="457200"/>
            <a:r>
              <a:rPr lang="en-US" sz="1200" dirty="0">
                <a:solidFill>
                  <a:srgbClr val="002060"/>
                </a:solidFill>
                <a:latin typeface="Segoe UI Black"/>
              </a:rPr>
              <a:t>2.33kN</a:t>
            </a:r>
            <a:endParaRPr lang="en-US" sz="1200" baseline="-25000" dirty="0">
              <a:solidFill>
                <a:srgbClr val="002060"/>
              </a:solidFill>
              <a:latin typeface="Segoe UI Black"/>
            </a:endParaRPr>
          </a:p>
        </p:txBody>
      </p:sp>
    </p:spTree>
    <p:extLst>
      <p:ext uri="{BB962C8B-B14F-4D97-AF65-F5344CB8AC3E}">
        <p14:creationId xmlns:p14="http://schemas.microsoft.com/office/powerpoint/2010/main" val="1104588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57"/>
                                        </p:tgtEl>
                                        <p:attrNameLst>
                                          <p:attrName>style.visibility</p:attrName>
                                        </p:attrNameLst>
                                      </p:cBhvr>
                                      <p:to>
                                        <p:strVal val="visible"/>
                                      </p:to>
                                    </p:set>
                                    <p:anim calcmode="lin" valueType="num">
                                      <p:cBhvr additive="base">
                                        <p:cTn id="11" dur="500" fill="hold"/>
                                        <p:tgtEl>
                                          <p:spTgt spid="257"/>
                                        </p:tgtEl>
                                        <p:attrNameLst>
                                          <p:attrName>ppt_x</p:attrName>
                                        </p:attrNameLst>
                                      </p:cBhvr>
                                      <p:tavLst>
                                        <p:tav tm="0">
                                          <p:val>
                                            <p:strVal val="#ppt_x"/>
                                          </p:val>
                                        </p:tav>
                                        <p:tav tm="100000">
                                          <p:val>
                                            <p:strVal val="#ppt_x"/>
                                          </p:val>
                                        </p:tav>
                                      </p:tavLst>
                                    </p:anim>
                                    <p:anim calcmode="lin" valueType="num">
                                      <p:cBhvr additive="base">
                                        <p:cTn id="12" dur="500" fill="hold"/>
                                        <p:tgtEl>
                                          <p:spTgt spid="25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3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3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3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6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4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366"/>
                                        </p:tgtEl>
                                        <p:attrNameLst>
                                          <p:attrName>style.visibility</p:attrName>
                                        </p:attrNameLst>
                                      </p:cBhvr>
                                      <p:to>
                                        <p:strVal val="visible"/>
                                      </p:to>
                                    </p:set>
                                    <p:anim calcmode="lin" valueType="num">
                                      <p:cBhvr additive="base">
                                        <p:cTn id="65" dur="500" fill="hold"/>
                                        <p:tgtEl>
                                          <p:spTgt spid="366"/>
                                        </p:tgtEl>
                                        <p:attrNameLst>
                                          <p:attrName>ppt_x</p:attrName>
                                        </p:attrNameLst>
                                      </p:cBhvr>
                                      <p:tavLst>
                                        <p:tav tm="0">
                                          <p:val>
                                            <p:strVal val="#ppt_x"/>
                                          </p:val>
                                        </p:tav>
                                        <p:tav tm="100000">
                                          <p:val>
                                            <p:strVal val="#ppt_x"/>
                                          </p:val>
                                        </p:tav>
                                      </p:tavLst>
                                    </p:anim>
                                    <p:anim calcmode="lin" valueType="num">
                                      <p:cBhvr additive="base">
                                        <p:cTn id="66" dur="500" fill="hold"/>
                                        <p:tgtEl>
                                          <p:spTgt spid="366"/>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nodeType="clickEffect">
                                  <p:stCondLst>
                                    <p:cond delay="0"/>
                                  </p:stCondLst>
                                  <p:childTnLst>
                                    <p:set>
                                      <p:cBhvr>
                                        <p:cTn id="70" dur="1" fill="hold">
                                          <p:stCondLst>
                                            <p:cond delay="0"/>
                                          </p:stCondLst>
                                        </p:cTn>
                                        <p:tgtEl>
                                          <p:spTgt spid="343"/>
                                        </p:tgtEl>
                                        <p:attrNameLst>
                                          <p:attrName>style.visibility</p:attrName>
                                        </p:attrNameLst>
                                      </p:cBhvr>
                                      <p:to>
                                        <p:strVal val="visible"/>
                                      </p:to>
                                    </p:set>
                                    <p:animEffect transition="in" filter="fade">
                                      <p:cBhvr>
                                        <p:cTn id="71" dur="1000"/>
                                        <p:tgtEl>
                                          <p:spTgt spid="343"/>
                                        </p:tgtEl>
                                      </p:cBhvr>
                                    </p:animEffect>
                                    <p:anim calcmode="lin" valueType="num">
                                      <p:cBhvr>
                                        <p:cTn id="72" dur="1000" fill="hold"/>
                                        <p:tgtEl>
                                          <p:spTgt spid="343"/>
                                        </p:tgtEl>
                                        <p:attrNameLst>
                                          <p:attrName>ppt_x</p:attrName>
                                        </p:attrNameLst>
                                      </p:cBhvr>
                                      <p:tavLst>
                                        <p:tav tm="0">
                                          <p:val>
                                            <p:strVal val="#ppt_x"/>
                                          </p:val>
                                        </p:tav>
                                        <p:tav tm="100000">
                                          <p:val>
                                            <p:strVal val="#ppt_x"/>
                                          </p:val>
                                        </p:tav>
                                      </p:tavLst>
                                    </p:anim>
                                    <p:anim calcmode="lin" valueType="num">
                                      <p:cBhvr>
                                        <p:cTn id="73" dur="1000" fill="hold"/>
                                        <p:tgtEl>
                                          <p:spTgt spid="343"/>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406"/>
                                        </p:tgtEl>
                                        <p:attrNameLst>
                                          <p:attrName>style.visibility</p:attrName>
                                        </p:attrNameLst>
                                      </p:cBhvr>
                                      <p:to>
                                        <p:strVal val="visible"/>
                                      </p:to>
                                    </p:set>
                                    <p:animEffect transition="in" filter="fade">
                                      <p:cBhvr>
                                        <p:cTn id="78" dur="1000"/>
                                        <p:tgtEl>
                                          <p:spTgt spid="406"/>
                                        </p:tgtEl>
                                      </p:cBhvr>
                                    </p:animEffect>
                                    <p:anim calcmode="lin" valueType="num">
                                      <p:cBhvr>
                                        <p:cTn id="79" dur="1000" fill="hold"/>
                                        <p:tgtEl>
                                          <p:spTgt spid="406"/>
                                        </p:tgtEl>
                                        <p:attrNameLst>
                                          <p:attrName>ppt_x</p:attrName>
                                        </p:attrNameLst>
                                      </p:cBhvr>
                                      <p:tavLst>
                                        <p:tav tm="0">
                                          <p:val>
                                            <p:strVal val="#ppt_x"/>
                                          </p:val>
                                        </p:tav>
                                        <p:tav tm="100000">
                                          <p:val>
                                            <p:strVal val="#ppt_x"/>
                                          </p:val>
                                        </p:tav>
                                      </p:tavLst>
                                    </p:anim>
                                    <p:anim calcmode="lin" valueType="num">
                                      <p:cBhvr>
                                        <p:cTn id="80" dur="1000" fill="hold"/>
                                        <p:tgtEl>
                                          <p:spTgt spid="406"/>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42"/>
                                        </p:tgtEl>
                                        <p:attrNameLst>
                                          <p:attrName>style.visibility</p:attrName>
                                        </p:attrNameLst>
                                      </p:cBhvr>
                                      <p:to>
                                        <p:strVal val="visible"/>
                                      </p:to>
                                    </p:set>
                                    <p:anim calcmode="lin" valueType="num">
                                      <p:cBhvr additive="base">
                                        <p:cTn id="85" dur="500" fill="hold"/>
                                        <p:tgtEl>
                                          <p:spTgt spid="342"/>
                                        </p:tgtEl>
                                        <p:attrNameLst>
                                          <p:attrName>ppt_x</p:attrName>
                                        </p:attrNameLst>
                                      </p:cBhvr>
                                      <p:tavLst>
                                        <p:tav tm="0">
                                          <p:val>
                                            <p:strVal val="#ppt_x"/>
                                          </p:val>
                                        </p:tav>
                                        <p:tav tm="100000">
                                          <p:val>
                                            <p:strVal val="#ppt_x"/>
                                          </p:val>
                                        </p:tav>
                                      </p:tavLst>
                                    </p:anim>
                                    <p:anim calcmode="lin" valueType="num">
                                      <p:cBhvr additive="base">
                                        <p:cTn id="86" dur="500" fill="hold"/>
                                        <p:tgtEl>
                                          <p:spTgt spid="342"/>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76"/>
                                        </p:tgtEl>
                                        <p:attrNameLst>
                                          <p:attrName>style.visibility</p:attrName>
                                        </p:attrNameLst>
                                      </p:cBhvr>
                                      <p:to>
                                        <p:strVal val="visible"/>
                                      </p:to>
                                    </p:set>
                                    <p:anim calcmode="lin" valueType="num">
                                      <p:cBhvr additive="base">
                                        <p:cTn id="89" dur="500" fill="hold"/>
                                        <p:tgtEl>
                                          <p:spTgt spid="76"/>
                                        </p:tgtEl>
                                        <p:attrNameLst>
                                          <p:attrName>ppt_x</p:attrName>
                                        </p:attrNameLst>
                                      </p:cBhvr>
                                      <p:tavLst>
                                        <p:tav tm="0">
                                          <p:val>
                                            <p:strVal val="#ppt_x"/>
                                          </p:val>
                                        </p:tav>
                                        <p:tav tm="100000">
                                          <p:val>
                                            <p:strVal val="#ppt_x"/>
                                          </p:val>
                                        </p:tav>
                                      </p:tavLst>
                                    </p:anim>
                                    <p:anim calcmode="lin" valueType="num">
                                      <p:cBhvr additive="base">
                                        <p:cTn id="90" dur="500" fill="hold"/>
                                        <p:tgtEl>
                                          <p:spTgt spid="76"/>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261"/>
                                        </p:tgtEl>
                                        <p:attrNameLst>
                                          <p:attrName>style.visibility</p:attrName>
                                        </p:attrNameLst>
                                      </p:cBhvr>
                                      <p:to>
                                        <p:strVal val="visible"/>
                                      </p:to>
                                    </p:set>
                                    <p:anim calcmode="lin" valueType="num">
                                      <p:cBhvr additive="base">
                                        <p:cTn id="93" dur="500" fill="hold"/>
                                        <p:tgtEl>
                                          <p:spTgt spid="261"/>
                                        </p:tgtEl>
                                        <p:attrNameLst>
                                          <p:attrName>ppt_x</p:attrName>
                                        </p:attrNameLst>
                                      </p:cBhvr>
                                      <p:tavLst>
                                        <p:tav tm="0">
                                          <p:val>
                                            <p:strVal val="#ppt_x"/>
                                          </p:val>
                                        </p:tav>
                                        <p:tav tm="100000">
                                          <p:val>
                                            <p:strVal val="#ppt_x"/>
                                          </p:val>
                                        </p:tav>
                                      </p:tavLst>
                                    </p:anim>
                                    <p:anim calcmode="lin" valueType="num">
                                      <p:cBhvr additive="base">
                                        <p:cTn id="94" dur="500" fill="hold"/>
                                        <p:tgtEl>
                                          <p:spTgt spid="261"/>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263"/>
                                        </p:tgtEl>
                                        <p:attrNameLst>
                                          <p:attrName>style.visibility</p:attrName>
                                        </p:attrNameLst>
                                      </p:cBhvr>
                                      <p:to>
                                        <p:strVal val="visible"/>
                                      </p:to>
                                    </p:set>
                                    <p:anim calcmode="lin" valueType="num">
                                      <p:cBhvr additive="base">
                                        <p:cTn id="97" dur="500" fill="hold"/>
                                        <p:tgtEl>
                                          <p:spTgt spid="263"/>
                                        </p:tgtEl>
                                        <p:attrNameLst>
                                          <p:attrName>ppt_x</p:attrName>
                                        </p:attrNameLst>
                                      </p:cBhvr>
                                      <p:tavLst>
                                        <p:tav tm="0">
                                          <p:val>
                                            <p:strVal val="#ppt_x"/>
                                          </p:val>
                                        </p:tav>
                                        <p:tav tm="100000">
                                          <p:val>
                                            <p:strVal val="#ppt_x"/>
                                          </p:val>
                                        </p:tav>
                                      </p:tavLst>
                                    </p:anim>
                                    <p:anim calcmode="lin" valueType="num">
                                      <p:cBhvr additive="base">
                                        <p:cTn id="98" dur="500" fill="hold"/>
                                        <p:tgtEl>
                                          <p:spTgt spid="263"/>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96"/>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98"/>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362"/>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36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63"/>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365"/>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99"/>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95"/>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94"/>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42" presetClass="entr" presetSubtype="0" fill="hold" grpId="0" nodeType="clickEffect">
                                  <p:stCondLst>
                                    <p:cond delay="0"/>
                                  </p:stCondLst>
                                  <p:childTnLst>
                                    <p:set>
                                      <p:cBhvr>
                                        <p:cTn id="126" dur="1" fill="hold">
                                          <p:stCondLst>
                                            <p:cond delay="0"/>
                                          </p:stCondLst>
                                        </p:cTn>
                                        <p:tgtEl>
                                          <p:spTgt spid="105"/>
                                        </p:tgtEl>
                                        <p:attrNameLst>
                                          <p:attrName>style.visibility</p:attrName>
                                        </p:attrNameLst>
                                      </p:cBhvr>
                                      <p:to>
                                        <p:strVal val="visible"/>
                                      </p:to>
                                    </p:set>
                                    <p:animEffect transition="in" filter="fade">
                                      <p:cBhvr>
                                        <p:cTn id="127" dur="1000"/>
                                        <p:tgtEl>
                                          <p:spTgt spid="105"/>
                                        </p:tgtEl>
                                      </p:cBhvr>
                                    </p:animEffect>
                                    <p:anim calcmode="lin" valueType="num">
                                      <p:cBhvr>
                                        <p:cTn id="128" dur="1000" fill="hold"/>
                                        <p:tgtEl>
                                          <p:spTgt spid="105"/>
                                        </p:tgtEl>
                                        <p:attrNameLst>
                                          <p:attrName>ppt_x</p:attrName>
                                        </p:attrNameLst>
                                      </p:cBhvr>
                                      <p:tavLst>
                                        <p:tav tm="0">
                                          <p:val>
                                            <p:strVal val="#ppt_x"/>
                                          </p:val>
                                        </p:tav>
                                        <p:tav tm="100000">
                                          <p:val>
                                            <p:strVal val="#ppt_x"/>
                                          </p:val>
                                        </p:tav>
                                      </p:tavLst>
                                    </p:anim>
                                    <p:anim calcmode="lin" valueType="num">
                                      <p:cBhvr>
                                        <p:cTn id="129" dur="1000" fill="hold"/>
                                        <p:tgtEl>
                                          <p:spTgt spid="105"/>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106"/>
                                        </p:tgtEl>
                                        <p:attrNameLst>
                                          <p:attrName>style.visibility</p:attrName>
                                        </p:attrNameLst>
                                      </p:cBhvr>
                                      <p:to>
                                        <p:strVal val="visible"/>
                                      </p:to>
                                    </p:set>
                                    <p:animEffect transition="in" filter="fade">
                                      <p:cBhvr>
                                        <p:cTn id="132" dur="1000"/>
                                        <p:tgtEl>
                                          <p:spTgt spid="106"/>
                                        </p:tgtEl>
                                      </p:cBhvr>
                                    </p:animEffect>
                                    <p:anim calcmode="lin" valueType="num">
                                      <p:cBhvr>
                                        <p:cTn id="133" dur="1000" fill="hold"/>
                                        <p:tgtEl>
                                          <p:spTgt spid="106"/>
                                        </p:tgtEl>
                                        <p:attrNameLst>
                                          <p:attrName>ppt_x</p:attrName>
                                        </p:attrNameLst>
                                      </p:cBhvr>
                                      <p:tavLst>
                                        <p:tav tm="0">
                                          <p:val>
                                            <p:strVal val="#ppt_x"/>
                                          </p:val>
                                        </p:tav>
                                        <p:tav tm="100000">
                                          <p:val>
                                            <p:strVal val="#ppt_x"/>
                                          </p:val>
                                        </p:tav>
                                      </p:tavLst>
                                    </p:anim>
                                    <p:anim calcmode="lin" valueType="num">
                                      <p:cBhvr>
                                        <p:cTn id="134" dur="1000" fill="hold"/>
                                        <p:tgtEl>
                                          <p:spTgt spid="106"/>
                                        </p:tgtEl>
                                        <p:attrNameLst>
                                          <p:attrName>ppt_y</p:attrName>
                                        </p:attrNameLst>
                                      </p:cBhvr>
                                      <p:tavLst>
                                        <p:tav tm="0">
                                          <p:val>
                                            <p:strVal val="#ppt_y+.1"/>
                                          </p:val>
                                        </p:tav>
                                        <p:tav tm="100000">
                                          <p:val>
                                            <p:strVal val="#ppt_y"/>
                                          </p:val>
                                        </p:tav>
                                      </p:tavLst>
                                    </p:anim>
                                  </p:childTnLst>
                                </p:cTn>
                              </p:par>
                              <p:par>
                                <p:cTn id="135" presetID="1" presetClass="entr" presetSubtype="0" fill="hold" nodeType="withEffect">
                                  <p:stCondLst>
                                    <p:cond delay="0"/>
                                  </p:stCondLst>
                                  <p:childTnLst>
                                    <p:set>
                                      <p:cBhvr>
                                        <p:cTn id="136" dur="1" fill="hold">
                                          <p:stCondLst>
                                            <p:cond delay="0"/>
                                          </p:stCondLst>
                                        </p:cTn>
                                        <p:tgtEl>
                                          <p:spTgt spid="107"/>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2" presetClass="entr" presetSubtype="4" fill="hold" grpId="0" nodeType="clickEffect">
                                  <p:stCondLst>
                                    <p:cond delay="0"/>
                                  </p:stCondLst>
                                  <p:childTnLst>
                                    <p:set>
                                      <p:cBhvr>
                                        <p:cTn id="140" dur="1" fill="hold">
                                          <p:stCondLst>
                                            <p:cond delay="0"/>
                                          </p:stCondLst>
                                        </p:cTn>
                                        <p:tgtEl>
                                          <p:spTgt spid="108"/>
                                        </p:tgtEl>
                                        <p:attrNameLst>
                                          <p:attrName>style.visibility</p:attrName>
                                        </p:attrNameLst>
                                      </p:cBhvr>
                                      <p:to>
                                        <p:strVal val="visible"/>
                                      </p:to>
                                    </p:set>
                                    <p:anim calcmode="lin" valueType="num">
                                      <p:cBhvr additive="base">
                                        <p:cTn id="141" dur="500" fill="hold"/>
                                        <p:tgtEl>
                                          <p:spTgt spid="108"/>
                                        </p:tgtEl>
                                        <p:attrNameLst>
                                          <p:attrName>ppt_x</p:attrName>
                                        </p:attrNameLst>
                                      </p:cBhvr>
                                      <p:tavLst>
                                        <p:tav tm="0">
                                          <p:val>
                                            <p:strVal val="#ppt_x"/>
                                          </p:val>
                                        </p:tav>
                                        <p:tav tm="100000">
                                          <p:val>
                                            <p:strVal val="#ppt_x"/>
                                          </p:val>
                                        </p:tav>
                                      </p:tavLst>
                                    </p:anim>
                                    <p:anim calcmode="lin" valueType="num">
                                      <p:cBhvr additive="base">
                                        <p:cTn id="142" dur="500" fill="hold"/>
                                        <p:tgtEl>
                                          <p:spTgt spid="108"/>
                                        </p:tgtEl>
                                        <p:attrNameLst>
                                          <p:attrName>ppt_y</p:attrName>
                                        </p:attrNameLst>
                                      </p:cBhvr>
                                      <p:tavLst>
                                        <p:tav tm="0">
                                          <p:val>
                                            <p:strVal val="1+#ppt_h/2"/>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97"/>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112"/>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109"/>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113"/>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11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14"/>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15"/>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111"/>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2" presetClass="entr" presetSubtype="4" fill="hold" grpId="0" nodeType="clickEffect">
                                  <p:stCondLst>
                                    <p:cond delay="0"/>
                                  </p:stCondLst>
                                  <p:childTnLst>
                                    <p:set>
                                      <p:cBhvr>
                                        <p:cTn id="166" dur="1" fill="hold">
                                          <p:stCondLst>
                                            <p:cond delay="0"/>
                                          </p:stCondLst>
                                        </p:cTn>
                                        <p:tgtEl>
                                          <p:spTgt spid="127"/>
                                        </p:tgtEl>
                                        <p:attrNameLst>
                                          <p:attrName>style.visibility</p:attrName>
                                        </p:attrNameLst>
                                      </p:cBhvr>
                                      <p:to>
                                        <p:strVal val="visible"/>
                                      </p:to>
                                    </p:set>
                                    <p:anim calcmode="lin" valueType="num">
                                      <p:cBhvr additive="base">
                                        <p:cTn id="167" dur="500" fill="hold"/>
                                        <p:tgtEl>
                                          <p:spTgt spid="127"/>
                                        </p:tgtEl>
                                        <p:attrNameLst>
                                          <p:attrName>ppt_x</p:attrName>
                                        </p:attrNameLst>
                                      </p:cBhvr>
                                      <p:tavLst>
                                        <p:tav tm="0">
                                          <p:val>
                                            <p:strVal val="#ppt_x"/>
                                          </p:val>
                                        </p:tav>
                                        <p:tav tm="100000">
                                          <p:val>
                                            <p:strVal val="#ppt_x"/>
                                          </p:val>
                                        </p:tav>
                                      </p:tavLst>
                                    </p:anim>
                                    <p:anim calcmode="lin" valueType="num">
                                      <p:cBhvr additive="base">
                                        <p:cTn id="168" dur="500" fill="hold"/>
                                        <p:tgtEl>
                                          <p:spTgt spid="127"/>
                                        </p:tgtEl>
                                        <p:attrNameLst>
                                          <p:attrName>ppt_y</p:attrName>
                                        </p:attrNameLst>
                                      </p:cBhvr>
                                      <p:tavLst>
                                        <p:tav tm="0">
                                          <p:val>
                                            <p:strVal val="1+#ppt_h/2"/>
                                          </p:val>
                                        </p:tav>
                                        <p:tav tm="100000">
                                          <p:val>
                                            <p:strVal val="#ppt_y"/>
                                          </p:val>
                                        </p:tav>
                                      </p:tavLst>
                                    </p:anim>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0"/>
                                          </p:stCondLst>
                                        </p:cTn>
                                        <p:tgtEl>
                                          <p:spTgt spid="130"/>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174"/>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0"/>
                                          </p:stCondLst>
                                        </p:cTn>
                                        <p:tgtEl>
                                          <p:spTgt spid="175"/>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42" presetClass="entr" presetSubtype="0" fill="hold" nodeType="clickEffect">
                                  <p:stCondLst>
                                    <p:cond delay="0"/>
                                  </p:stCondLst>
                                  <p:childTnLst>
                                    <p:set>
                                      <p:cBhvr>
                                        <p:cTn id="180" dur="1" fill="hold">
                                          <p:stCondLst>
                                            <p:cond delay="0"/>
                                          </p:stCondLst>
                                        </p:cTn>
                                        <p:tgtEl>
                                          <p:spTgt spid="158"/>
                                        </p:tgtEl>
                                        <p:attrNameLst>
                                          <p:attrName>style.visibility</p:attrName>
                                        </p:attrNameLst>
                                      </p:cBhvr>
                                      <p:to>
                                        <p:strVal val="visible"/>
                                      </p:to>
                                    </p:set>
                                    <p:animEffect transition="in" filter="fade">
                                      <p:cBhvr>
                                        <p:cTn id="181" dur="1000"/>
                                        <p:tgtEl>
                                          <p:spTgt spid="158"/>
                                        </p:tgtEl>
                                      </p:cBhvr>
                                    </p:animEffect>
                                    <p:anim calcmode="lin" valueType="num">
                                      <p:cBhvr>
                                        <p:cTn id="182" dur="1000" fill="hold"/>
                                        <p:tgtEl>
                                          <p:spTgt spid="158"/>
                                        </p:tgtEl>
                                        <p:attrNameLst>
                                          <p:attrName>ppt_x</p:attrName>
                                        </p:attrNameLst>
                                      </p:cBhvr>
                                      <p:tavLst>
                                        <p:tav tm="0">
                                          <p:val>
                                            <p:strVal val="#ppt_x"/>
                                          </p:val>
                                        </p:tav>
                                        <p:tav tm="100000">
                                          <p:val>
                                            <p:strVal val="#ppt_x"/>
                                          </p:val>
                                        </p:tav>
                                      </p:tavLst>
                                    </p:anim>
                                    <p:anim calcmode="lin" valueType="num">
                                      <p:cBhvr>
                                        <p:cTn id="183" dur="1000" fill="hold"/>
                                        <p:tgtEl>
                                          <p:spTgt spid="158"/>
                                        </p:tgtEl>
                                        <p:attrNameLst>
                                          <p:attrName>ppt_y</p:attrName>
                                        </p:attrNameLst>
                                      </p:cBhvr>
                                      <p:tavLst>
                                        <p:tav tm="0">
                                          <p:val>
                                            <p:strVal val="#ppt_y+.1"/>
                                          </p:val>
                                        </p:tav>
                                        <p:tav tm="100000">
                                          <p:val>
                                            <p:strVal val="#ppt_y"/>
                                          </p:val>
                                        </p:tav>
                                      </p:tavLst>
                                    </p:anim>
                                  </p:childTnLst>
                                </p:cTn>
                              </p:par>
                            </p:childTnLst>
                          </p:cTn>
                        </p:par>
                      </p:childTnLst>
                    </p:cTn>
                  </p:par>
                  <p:par>
                    <p:cTn id="184" fill="hold">
                      <p:stCondLst>
                        <p:cond delay="indefinite"/>
                      </p:stCondLst>
                      <p:childTnLst>
                        <p:par>
                          <p:cTn id="185" fill="hold">
                            <p:stCondLst>
                              <p:cond delay="0"/>
                            </p:stCondLst>
                            <p:childTnLst>
                              <p:par>
                                <p:cTn id="186" presetID="1" presetClass="entr" presetSubtype="0" fill="hold" nodeType="clickEffect">
                                  <p:stCondLst>
                                    <p:cond delay="0"/>
                                  </p:stCondLst>
                                  <p:childTnLst>
                                    <p:set>
                                      <p:cBhvr>
                                        <p:cTn id="187" dur="1" fill="hold">
                                          <p:stCondLst>
                                            <p:cond delay="0"/>
                                          </p:stCondLst>
                                        </p:cTn>
                                        <p:tgtEl>
                                          <p:spTgt spid="162"/>
                                        </p:tgtEl>
                                        <p:attrNameLst>
                                          <p:attrName>style.visibility</p:attrName>
                                        </p:attrNameLst>
                                      </p:cBhvr>
                                      <p:to>
                                        <p:strVal val="visible"/>
                                      </p:to>
                                    </p:set>
                                  </p:childTnLst>
                                </p:cTn>
                              </p:par>
                              <p:par>
                                <p:cTn id="188" presetID="1" presetClass="entr" presetSubtype="0" fill="hold" grpId="0" nodeType="withEffect">
                                  <p:stCondLst>
                                    <p:cond delay="0"/>
                                  </p:stCondLst>
                                  <p:childTnLst>
                                    <p:set>
                                      <p:cBhvr>
                                        <p:cTn id="189" dur="1" fill="hold">
                                          <p:stCondLst>
                                            <p:cond delay="0"/>
                                          </p:stCondLst>
                                        </p:cTn>
                                        <p:tgtEl>
                                          <p:spTgt spid="164"/>
                                        </p:tgtEl>
                                        <p:attrNameLst>
                                          <p:attrName>style.visibility</p:attrName>
                                        </p:attrNameLst>
                                      </p:cBhvr>
                                      <p:to>
                                        <p:strVal val="visible"/>
                                      </p:to>
                                    </p:set>
                                  </p:childTnLst>
                                </p:cTn>
                              </p:par>
                            </p:childTnLst>
                          </p:cTn>
                        </p:par>
                      </p:childTnLst>
                    </p:cTn>
                  </p:par>
                  <p:par>
                    <p:cTn id="190" fill="hold">
                      <p:stCondLst>
                        <p:cond delay="indefinite"/>
                      </p:stCondLst>
                      <p:childTnLst>
                        <p:par>
                          <p:cTn id="191" fill="hold">
                            <p:stCondLst>
                              <p:cond delay="0"/>
                            </p:stCondLst>
                            <p:childTnLst>
                              <p:par>
                                <p:cTn id="192" presetID="1" presetClass="entr" presetSubtype="0" fill="hold" grpId="0" nodeType="clickEffect">
                                  <p:stCondLst>
                                    <p:cond delay="0"/>
                                  </p:stCondLst>
                                  <p:childTnLst>
                                    <p:set>
                                      <p:cBhvr>
                                        <p:cTn id="193" dur="1" fill="hold">
                                          <p:stCondLst>
                                            <p:cond delay="0"/>
                                          </p:stCondLst>
                                        </p:cTn>
                                        <p:tgtEl>
                                          <p:spTgt spid="163"/>
                                        </p:tgtEl>
                                        <p:attrNameLst>
                                          <p:attrName>style.visibility</p:attrName>
                                        </p:attrNameLst>
                                      </p:cBhvr>
                                      <p:to>
                                        <p:strVal val="visible"/>
                                      </p:to>
                                    </p:set>
                                  </p:childTnLst>
                                </p:cTn>
                              </p:par>
                              <p:par>
                                <p:cTn id="194" presetID="1" presetClass="entr" presetSubtype="0" fill="hold" grpId="0" nodeType="withEffect">
                                  <p:stCondLst>
                                    <p:cond delay="0"/>
                                  </p:stCondLst>
                                  <p:childTnLst>
                                    <p:set>
                                      <p:cBhvr>
                                        <p:cTn id="195" dur="1" fill="hold">
                                          <p:stCondLst>
                                            <p:cond delay="0"/>
                                          </p:stCondLst>
                                        </p:cTn>
                                        <p:tgtEl>
                                          <p:spTgt spid="165"/>
                                        </p:tgtEl>
                                        <p:attrNameLst>
                                          <p:attrName>style.visibility</p:attrName>
                                        </p:attrNameLst>
                                      </p:cBhvr>
                                      <p:to>
                                        <p:strVal val="visible"/>
                                      </p:to>
                                    </p:set>
                                  </p:childTnLst>
                                </p:cTn>
                              </p:par>
                            </p:childTnLst>
                          </p:cTn>
                        </p:par>
                      </p:childTnLst>
                    </p:cTn>
                  </p:par>
                  <p:par>
                    <p:cTn id="196" fill="hold">
                      <p:stCondLst>
                        <p:cond delay="indefinite"/>
                      </p:stCondLst>
                      <p:childTnLst>
                        <p:par>
                          <p:cTn id="197" fill="hold">
                            <p:stCondLst>
                              <p:cond delay="0"/>
                            </p:stCondLst>
                            <p:childTnLst>
                              <p:par>
                                <p:cTn id="198" presetID="2" presetClass="entr" presetSubtype="4" fill="hold" grpId="0" nodeType="clickEffect">
                                  <p:stCondLst>
                                    <p:cond delay="0"/>
                                  </p:stCondLst>
                                  <p:childTnLst>
                                    <p:set>
                                      <p:cBhvr>
                                        <p:cTn id="199" dur="1" fill="hold">
                                          <p:stCondLst>
                                            <p:cond delay="0"/>
                                          </p:stCondLst>
                                        </p:cTn>
                                        <p:tgtEl>
                                          <p:spTgt spid="155"/>
                                        </p:tgtEl>
                                        <p:attrNameLst>
                                          <p:attrName>style.visibility</p:attrName>
                                        </p:attrNameLst>
                                      </p:cBhvr>
                                      <p:to>
                                        <p:strVal val="visible"/>
                                      </p:to>
                                    </p:set>
                                    <p:anim calcmode="lin" valueType="num">
                                      <p:cBhvr additive="base">
                                        <p:cTn id="200" dur="500" fill="hold"/>
                                        <p:tgtEl>
                                          <p:spTgt spid="155"/>
                                        </p:tgtEl>
                                        <p:attrNameLst>
                                          <p:attrName>ppt_x</p:attrName>
                                        </p:attrNameLst>
                                      </p:cBhvr>
                                      <p:tavLst>
                                        <p:tav tm="0">
                                          <p:val>
                                            <p:strVal val="#ppt_x"/>
                                          </p:val>
                                        </p:tav>
                                        <p:tav tm="100000">
                                          <p:val>
                                            <p:strVal val="#ppt_x"/>
                                          </p:val>
                                        </p:tav>
                                      </p:tavLst>
                                    </p:anim>
                                    <p:anim calcmode="lin" valueType="num">
                                      <p:cBhvr additive="base">
                                        <p:cTn id="201" dur="500" fill="hold"/>
                                        <p:tgtEl>
                                          <p:spTgt spid="155"/>
                                        </p:tgtEl>
                                        <p:attrNameLst>
                                          <p:attrName>ppt_y</p:attrName>
                                        </p:attrNameLst>
                                      </p:cBhvr>
                                      <p:tavLst>
                                        <p:tav tm="0">
                                          <p:val>
                                            <p:strVal val="1+#ppt_h/2"/>
                                          </p:val>
                                        </p:tav>
                                        <p:tav tm="100000">
                                          <p:val>
                                            <p:strVal val="#ppt_y"/>
                                          </p:val>
                                        </p:tav>
                                      </p:tavLst>
                                    </p:anim>
                                  </p:childTnLst>
                                </p:cTn>
                              </p:par>
                              <p:par>
                                <p:cTn id="202" presetID="2" presetClass="entr" presetSubtype="4" fill="hold" nodeType="withEffect">
                                  <p:stCondLst>
                                    <p:cond delay="0"/>
                                  </p:stCondLst>
                                  <p:childTnLst>
                                    <p:set>
                                      <p:cBhvr>
                                        <p:cTn id="203" dur="1" fill="hold">
                                          <p:stCondLst>
                                            <p:cond delay="0"/>
                                          </p:stCondLst>
                                        </p:cTn>
                                        <p:tgtEl>
                                          <p:spTgt spid="167"/>
                                        </p:tgtEl>
                                        <p:attrNameLst>
                                          <p:attrName>style.visibility</p:attrName>
                                        </p:attrNameLst>
                                      </p:cBhvr>
                                      <p:to>
                                        <p:strVal val="visible"/>
                                      </p:to>
                                    </p:set>
                                    <p:anim calcmode="lin" valueType="num">
                                      <p:cBhvr additive="base">
                                        <p:cTn id="204" dur="500" fill="hold"/>
                                        <p:tgtEl>
                                          <p:spTgt spid="167"/>
                                        </p:tgtEl>
                                        <p:attrNameLst>
                                          <p:attrName>ppt_x</p:attrName>
                                        </p:attrNameLst>
                                      </p:cBhvr>
                                      <p:tavLst>
                                        <p:tav tm="0">
                                          <p:val>
                                            <p:strVal val="#ppt_x"/>
                                          </p:val>
                                        </p:tav>
                                        <p:tav tm="100000">
                                          <p:val>
                                            <p:strVal val="#ppt_x"/>
                                          </p:val>
                                        </p:tav>
                                      </p:tavLst>
                                    </p:anim>
                                    <p:anim calcmode="lin" valueType="num">
                                      <p:cBhvr additive="base">
                                        <p:cTn id="205" dur="500" fill="hold"/>
                                        <p:tgtEl>
                                          <p:spTgt spid="167"/>
                                        </p:tgtEl>
                                        <p:attrNameLst>
                                          <p:attrName>ppt_y</p:attrName>
                                        </p:attrNameLst>
                                      </p:cBhvr>
                                      <p:tavLst>
                                        <p:tav tm="0">
                                          <p:val>
                                            <p:strVal val="1+#ppt_h/2"/>
                                          </p:val>
                                        </p:tav>
                                        <p:tav tm="100000">
                                          <p:val>
                                            <p:strVal val="#ppt_y"/>
                                          </p:val>
                                        </p:tav>
                                      </p:tavLst>
                                    </p:anim>
                                  </p:childTnLst>
                                </p:cTn>
                              </p:par>
                              <p:par>
                                <p:cTn id="206" presetID="2" presetClass="entr" presetSubtype="4" fill="hold" nodeType="withEffect">
                                  <p:stCondLst>
                                    <p:cond delay="0"/>
                                  </p:stCondLst>
                                  <p:childTnLst>
                                    <p:set>
                                      <p:cBhvr>
                                        <p:cTn id="207" dur="1" fill="hold">
                                          <p:stCondLst>
                                            <p:cond delay="0"/>
                                          </p:stCondLst>
                                        </p:cTn>
                                        <p:tgtEl>
                                          <p:spTgt spid="128"/>
                                        </p:tgtEl>
                                        <p:attrNameLst>
                                          <p:attrName>style.visibility</p:attrName>
                                        </p:attrNameLst>
                                      </p:cBhvr>
                                      <p:to>
                                        <p:strVal val="visible"/>
                                      </p:to>
                                    </p:set>
                                    <p:anim calcmode="lin" valueType="num">
                                      <p:cBhvr additive="base">
                                        <p:cTn id="208" dur="500" fill="hold"/>
                                        <p:tgtEl>
                                          <p:spTgt spid="128"/>
                                        </p:tgtEl>
                                        <p:attrNameLst>
                                          <p:attrName>ppt_x</p:attrName>
                                        </p:attrNameLst>
                                      </p:cBhvr>
                                      <p:tavLst>
                                        <p:tav tm="0">
                                          <p:val>
                                            <p:strVal val="#ppt_x"/>
                                          </p:val>
                                        </p:tav>
                                        <p:tav tm="100000">
                                          <p:val>
                                            <p:strVal val="#ppt_x"/>
                                          </p:val>
                                        </p:tav>
                                      </p:tavLst>
                                    </p:anim>
                                    <p:anim calcmode="lin" valueType="num">
                                      <p:cBhvr additive="base">
                                        <p:cTn id="209" dur="500" fill="hold"/>
                                        <p:tgtEl>
                                          <p:spTgt spid="128"/>
                                        </p:tgtEl>
                                        <p:attrNameLst>
                                          <p:attrName>ppt_y</p:attrName>
                                        </p:attrNameLst>
                                      </p:cBhvr>
                                      <p:tavLst>
                                        <p:tav tm="0">
                                          <p:val>
                                            <p:strVal val="1+#ppt_h/2"/>
                                          </p:val>
                                        </p:tav>
                                        <p:tav tm="100000">
                                          <p:val>
                                            <p:strVal val="#ppt_y"/>
                                          </p:val>
                                        </p:tav>
                                      </p:tavLst>
                                    </p:anim>
                                  </p:childTnLst>
                                </p:cTn>
                              </p:par>
                            </p:childTnLst>
                          </p:cTn>
                        </p:par>
                      </p:childTnLst>
                    </p:cTn>
                  </p:par>
                  <p:par>
                    <p:cTn id="210" fill="hold">
                      <p:stCondLst>
                        <p:cond delay="indefinite"/>
                      </p:stCondLst>
                      <p:childTnLst>
                        <p:par>
                          <p:cTn id="211" fill="hold">
                            <p:stCondLst>
                              <p:cond delay="0"/>
                            </p:stCondLst>
                            <p:childTnLst>
                              <p:par>
                                <p:cTn id="212" presetID="42" presetClass="entr" presetSubtype="0" fill="hold" grpId="0" nodeType="clickEffect">
                                  <p:stCondLst>
                                    <p:cond delay="0"/>
                                  </p:stCondLst>
                                  <p:childTnLst>
                                    <p:set>
                                      <p:cBhvr>
                                        <p:cTn id="213" dur="1" fill="hold">
                                          <p:stCondLst>
                                            <p:cond delay="0"/>
                                          </p:stCondLst>
                                        </p:cTn>
                                        <p:tgtEl>
                                          <p:spTgt spid="202"/>
                                        </p:tgtEl>
                                        <p:attrNameLst>
                                          <p:attrName>style.visibility</p:attrName>
                                        </p:attrNameLst>
                                      </p:cBhvr>
                                      <p:to>
                                        <p:strVal val="visible"/>
                                      </p:to>
                                    </p:set>
                                    <p:animEffect transition="in" filter="fade">
                                      <p:cBhvr>
                                        <p:cTn id="214" dur="1000"/>
                                        <p:tgtEl>
                                          <p:spTgt spid="202"/>
                                        </p:tgtEl>
                                      </p:cBhvr>
                                    </p:animEffect>
                                    <p:anim calcmode="lin" valueType="num">
                                      <p:cBhvr>
                                        <p:cTn id="215" dur="1000" fill="hold"/>
                                        <p:tgtEl>
                                          <p:spTgt spid="202"/>
                                        </p:tgtEl>
                                        <p:attrNameLst>
                                          <p:attrName>ppt_x</p:attrName>
                                        </p:attrNameLst>
                                      </p:cBhvr>
                                      <p:tavLst>
                                        <p:tav tm="0">
                                          <p:val>
                                            <p:strVal val="#ppt_x"/>
                                          </p:val>
                                        </p:tav>
                                        <p:tav tm="100000">
                                          <p:val>
                                            <p:strVal val="#ppt_x"/>
                                          </p:val>
                                        </p:tav>
                                      </p:tavLst>
                                    </p:anim>
                                    <p:anim calcmode="lin" valueType="num">
                                      <p:cBhvr>
                                        <p:cTn id="216" dur="1000" fill="hold"/>
                                        <p:tgtEl>
                                          <p:spTgt spid="202"/>
                                        </p:tgtEl>
                                        <p:attrNameLst>
                                          <p:attrName>ppt_y</p:attrName>
                                        </p:attrNameLst>
                                      </p:cBhvr>
                                      <p:tavLst>
                                        <p:tav tm="0">
                                          <p:val>
                                            <p:strVal val="#ppt_y+.1"/>
                                          </p:val>
                                        </p:tav>
                                        <p:tav tm="100000">
                                          <p:val>
                                            <p:strVal val="#ppt_y"/>
                                          </p:val>
                                        </p:tav>
                                      </p:tavLst>
                                    </p:anim>
                                  </p:childTnLst>
                                </p:cTn>
                              </p:par>
                              <p:par>
                                <p:cTn id="217" presetID="2" presetClass="entr" presetSubtype="4" fill="hold" nodeType="withEffect">
                                  <p:stCondLst>
                                    <p:cond delay="0"/>
                                  </p:stCondLst>
                                  <p:childTnLst>
                                    <p:set>
                                      <p:cBhvr>
                                        <p:cTn id="218" dur="1" fill="hold">
                                          <p:stCondLst>
                                            <p:cond delay="0"/>
                                          </p:stCondLst>
                                        </p:cTn>
                                        <p:tgtEl>
                                          <p:spTgt spid="129"/>
                                        </p:tgtEl>
                                        <p:attrNameLst>
                                          <p:attrName>style.visibility</p:attrName>
                                        </p:attrNameLst>
                                      </p:cBhvr>
                                      <p:to>
                                        <p:strVal val="visible"/>
                                      </p:to>
                                    </p:set>
                                    <p:anim calcmode="lin" valueType="num">
                                      <p:cBhvr additive="base">
                                        <p:cTn id="219" dur="500" fill="hold"/>
                                        <p:tgtEl>
                                          <p:spTgt spid="129"/>
                                        </p:tgtEl>
                                        <p:attrNameLst>
                                          <p:attrName>ppt_x</p:attrName>
                                        </p:attrNameLst>
                                      </p:cBhvr>
                                      <p:tavLst>
                                        <p:tav tm="0">
                                          <p:val>
                                            <p:strVal val="#ppt_x"/>
                                          </p:val>
                                        </p:tav>
                                        <p:tav tm="100000">
                                          <p:val>
                                            <p:strVal val="#ppt_x"/>
                                          </p:val>
                                        </p:tav>
                                      </p:tavLst>
                                    </p:anim>
                                    <p:anim calcmode="lin" valueType="num">
                                      <p:cBhvr additive="base">
                                        <p:cTn id="220" dur="500" fill="hold"/>
                                        <p:tgtEl>
                                          <p:spTgt spid="129"/>
                                        </p:tgtEl>
                                        <p:attrNameLst>
                                          <p:attrName>ppt_y</p:attrName>
                                        </p:attrNameLst>
                                      </p:cBhvr>
                                      <p:tavLst>
                                        <p:tav tm="0">
                                          <p:val>
                                            <p:strVal val="1+#ppt_h/2"/>
                                          </p:val>
                                        </p:tav>
                                        <p:tav tm="100000">
                                          <p:val>
                                            <p:strVal val="#ppt_y"/>
                                          </p:val>
                                        </p:tav>
                                      </p:tavLst>
                                    </p:anim>
                                  </p:childTnLst>
                                </p:cTn>
                              </p:par>
                              <p:par>
                                <p:cTn id="221" presetID="1" presetClass="entr" presetSubtype="0" fill="hold" grpId="0" nodeType="withEffect">
                                  <p:stCondLst>
                                    <p:cond delay="0"/>
                                  </p:stCondLst>
                                  <p:childTnLst>
                                    <p:set>
                                      <p:cBhvr>
                                        <p:cTn id="222" dur="1" fill="hold">
                                          <p:stCondLst>
                                            <p:cond delay="0"/>
                                          </p:stCondLst>
                                        </p:cTn>
                                        <p:tgtEl>
                                          <p:spTgt spid="180"/>
                                        </p:tgtEl>
                                        <p:attrNameLst>
                                          <p:attrName>style.visibility</p:attrName>
                                        </p:attrNameLst>
                                      </p:cBhvr>
                                      <p:to>
                                        <p:strVal val="visible"/>
                                      </p:to>
                                    </p:set>
                                  </p:childTnLst>
                                </p:cTn>
                              </p:par>
                              <p:par>
                                <p:cTn id="223" presetID="1" presetClass="entr" presetSubtype="0" fill="hold" nodeType="withEffect">
                                  <p:stCondLst>
                                    <p:cond delay="0"/>
                                  </p:stCondLst>
                                  <p:childTnLst>
                                    <p:set>
                                      <p:cBhvr>
                                        <p:cTn id="224" dur="1" fill="hold">
                                          <p:stCondLst>
                                            <p:cond delay="0"/>
                                          </p:stCondLst>
                                        </p:cTn>
                                        <p:tgtEl>
                                          <p:spTgt spid="181"/>
                                        </p:tgtEl>
                                        <p:attrNameLst>
                                          <p:attrName>style.visibility</p:attrName>
                                        </p:attrNameLst>
                                      </p:cBhvr>
                                      <p:to>
                                        <p:strVal val="visible"/>
                                      </p:to>
                                    </p:set>
                                  </p:childTnLst>
                                </p:cTn>
                              </p:par>
                              <p:par>
                                <p:cTn id="225" presetID="1" presetClass="entr" presetSubtype="0" fill="hold" nodeType="withEffect">
                                  <p:stCondLst>
                                    <p:cond delay="0"/>
                                  </p:stCondLst>
                                  <p:childTnLst>
                                    <p:set>
                                      <p:cBhvr>
                                        <p:cTn id="226" dur="1" fill="hold">
                                          <p:stCondLst>
                                            <p:cond delay="0"/>
                                          </p:stCondLst>
                                        </p:cTn>
                                        <p:tgtEl>
                                          <p:spTgt spid="177"/>
                                        </p:tgtEl>
                                        <p:attrNameLst>
                                          <p:attrName>style.visibility</p:attrName>
                                        </p:attrNameLst>
                                      </p:cBhvr>
                                      <p:to>
                                        <p:strVal val="visible"/>
                                      </p:to>
                                    </p:set>
                                  </p:childTnLst>
                                </p:cTn>
                              </p:par>
                              <p:par>
                                <p:cTn id="227" presetID="1" presetClass="entr" presetSubtype="0" fill="hold" nodeType="withEffect">
                                  <p:stCondLst>
                                    <p:cond delay="0"/>
                                  </p:stCondLst>
                                  <p:childTnLst>
                                    <p:set>
                                      <p:cBhvr>
                                        <p:cTn id="228" dur="1" fill="hold">
                                          <p:stCondLst>
                                            <p:cond delay="0"/>
                                          </p:stCondLst>
                                        </p:cTn>
                                        <p:tgtEl>
                                          <p:spTgt spid="176"/>
                                        </p:tgtEl>
                                        <p:attrNameLst>
                                          <p:attrName>style.visibility</p:attrName>
                                        </p:attrNameLst>
                                      </p:cBhvr>
                                      <p:to>
                                        <p:strVal val="visible"/>
                                      </p:to>
                                    </p:set>
                                  </p:childTnLst>
                                </p:cTn>
                              </p:par>
                            </p:childTnLst>
                          </p:cTn>
                        </p:par>
                      </p:childTnLst>
                    </p:cTn>
                  </p:par>
                  <p:par>
                    <p:cTn id="229" fill="hold">
                      <p:stCondLst>
                        <p:cond delay="indefinite"/>
                      </p:stCondLst>
                      <p:childTnLst>
                        <p:par>
                          <p:cTn id="230" fill="hold">
                            <p:stCondLst>
                              <p:cond delay="0"/>
                            </p:stCondLst>
                            <p:childTnLst>
                              <p:par>
                                <p:cTn id="231" presetID="42" presetClass="entr" presetSubtype="0" fill="hold" grpId="0" nodeType="clickEffect">
                                  <p:stCondLst>
                                    <p:cond delay="0"/>
                                  </p:stCondLst>
                                  <p:childTnLst>
                                    <p:set>
                                      <p:cBhvr>
                                        <p:cTn id="232" dur="1" fill="hold">
                                          <p:stCondLst>
                                            <p:cond delay="0"/>
                                          </p:stCondLst>
                                        </p:cTn>
                                        <p:tgtEl>
                                          <p:spTgt spid="183"/>
                                        </p:tgtEl>
                                        <p:attrNameLst>
                                          <p:attrName>style.visibility</p:attrName>
                                        </p:attrNameLst>
                                      </p:cBhvr>
                                      <p:to>
                                        <p:strVal val="visible"/>
                                      </p:to>
                                    </p:set>
                                    <p:animEffect transition="in" filter="fade">
                                      <p:cBhvr>
                                        <p:cTn id="233" dur="1000"/>
                                        <p:tgtEl>
                                          <p:spTgt spid="183"/>
                                        </p:tgtEl>
                                      </p:cBhvr>
                                    </p:animEffect>
                                    <p:anim calcmode="lin" valueType="num">
                                      <p:cBhvr>
                                        <p:cTn id="234" dur="1000" fill="hold"/>
                                        <p:tgtEl>
                                          <p:spTgt spid="183"/>
                                        </p:tgtEl>
                                        <p:attrNameLst>
                                          <p:attrName>ppt_x</p:attrName>
                                        </p:attrNameLst>
                                      </p:cBhvr>
                                      <p:tavLst>
                                        <p:tav tm="0">
                                          <p:val>
                                            <p:strVal val="#ppt_x"/>
                                          </p:val>
                                        </p:tav>
                                        <p:tav tm="100000">
                                          <p:val>
                                            <p:strVal val="#ppt_x"/>
                                          </p:val>
                                        </p:tav>
                                      </p:tavLst>
                                    </p:anim>
                                    <p:anim calcmode="lin" valueType="num">
                                      <p:cBhvr>
                                        <p:cTn id="235" dur="1000" fill="hold"/>
                                        <p:tgtEl>
                                          <p:spTgt spid="183"/>
                                        </p:tgtEl>
                                        <p:attrNameLst>
                                          <p:attrName>ppt_y</p:attrName>
                                        </p:attrNameLst>
                                      </p:cBhvr>
                                      <p:tavLst>
                                        <p:tav tm="0">
                                          <p:val>
                                            <p:strVal val="#ppt_y+.1"/>
                                          </p:val>
                                        </p:tav>
                                        <p:tav tm="100000">
                                          <p:val>
                                            <p:strVal val="#ppt_y"/>
                                          </p:val>
                                        </p:tav>
                                      </p:tavLst>
                                    </p:anim>
                                  </p:childTnLst>
                                </p:cTn>
                              </p:par>
                              <p:par>
                                <p:cTn id="236" presetID="42" presetClass="entr" presetSubtype="0" fill="hold" grpId="0" nodeType="withEffect">
                                  <p:stCondLst>
                                    <p:cond delay="0"/>
                                  </p:stCondLst>
                                  <p:childTnLst>
                                    <p:set>
                                      <p:cBhvr>
                                        <p:cTn id="237" dur="1" fill="hold">
                                          <p:stCondLst>
                                            <p:cond delay="0"/>
                                          </p:stCondLst>
                                        </p:cTn>
                                        <p:tgtEl>
                                          <p:spTgt spid="184"/>
                                        </p:tgtEl>
                                        <p:attrNameLst>
                                          <p:attrName>style.visibility</p:attrName>
                                        </p:attrNameLst>
                                      </p:cBhvr>
                                      <p:to>
                                        <p:strVal val="visible"/>
                                      </p:to>
                                    </p:set>
                                    <p:animEffect transition="in" filter="fade">
                                      <p:cBhvr>
                                        <p:cTn id="238" dur="1000"/>
                                        <p:tgtEl>
                                          <p:spTgt spid="184"/>
                                        </p:tgtEl>
                                      </p:cBhvr>
                                    </p:animEffect>
                                    <p:anim calcmode="lin" valueType="num">
                                      <p:cBhvr>
                                        <p:cTn id="239" dur="1000" fill="hold"/>
                                        <p:tgtEl>
                                          <p:spTgt spid="184"/>
                                        </p:tgtEl>
                                        <p:attrNameLst>
                                          <p:attrName>ppt_x</p:attrName>
                                        </p:attrNameLst>
                                      </p:cBhvr>
                                      <p:tavLst>
                                        <p:tav tm="0">
                                          <p:val>
                                            <p:strVal val="#ppt_x"/>
                                          </p:val>
                                        </p:tav>
                                        <p:tav tm="100000">
                                          <p:val>
                                            <p:strVal val="#ppt_x"/>
                                          </p:val>
                                        </p:tav>
                                      </p:tavLst>
                                    </p:anim>
                                    <p:anim calcmode="lin" valueType="num">
                                      <p:cBhvr>
                                        <p:cTn id="240" dur="1000" fill="hold"/>
                                        <p:tgtEl>
                                          <p:spTgt spid="184"/>
                                        </p:tgtEl>
                                        <p:attrNameLst>
                                          <p:attrName>ppt_y</p:attrName>
                                        </p:attrNameLst>
                                      </p:cBhvr>
                                      <p:tavLst>
                                        <p:tav tm="0">
                                          <p:val>
                                            <p:strVal val="#ppt_y+.1"/>
                                          </p:val>
                                        </p:tav>
                                        <p:tav tm="100000">
                                          <p:val>
                                            <p:strVal val="#ppt_y"/>
                                          </p:val>
                                        </p:tav>
                                      </p:tavLst>
                                    </p:anim>
                                  </p:childTnLst>
                                </p:cTn>
                              </p:par>
                              <p:par>
                                <p:cTn id="241" presetID="1" presetClass="entr" presetSubtype="0" fill="hold" nodeType="withEffect">
                                  <p:stCondLst>
                                    <p:cond delay="0"/>
                                  </p:stCondLst>
                                  <p:childTnLst>
                                    <p:set>
                                      <p:cBhvr>
                                        <p:cTn id="242" dur="1" fill="hold">
                                          <p:stCondLst>
                                            <p:cond delay="0"/>
                                          </p:stCondLst>
                                        </p:cTn>
                                        <p:tgtEl>
                                          <p:spTgt spid="185"/>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2" presetClass="entr" presetSubtype="4" fill="hold" grpId="0" nodeType="clickEffect">
                                  <p:stCondLst>
                                    <p:cond delay="0"/>
                                  </p:stCondLst>
                                  <p:childTnLst>
                                    <p:set>
                                      <p:cBhvr>
                                        <p:cTn id="246" dur="1" fill="hold">
                                          <p:stCondLst>
                                            <p:cond delay="0"/>
                                          </p:stCondLst>
                                        </p:cTn>
                                        <p:tgtEl>
                                          <p:spTgt spid="186"/>
                                        </p:tgtEl>
                                        <p:attrNameLst>
                                          <p:attrName>style.visibility</p:attrName>
                                        </p:attrNameLst>
                                      </p:cBhvr>
                                      <p:to>
                                        <p:strVal val="visible"/>
                                      </p:to>
                                    </p:set>
                                    <p:anim calcmode="lin" valueType="num">
                                      <p:cBhvr additive="base">
                                        <p:cTn id="247" dur="500" fill="hold"/>
                                        <p:tgtEl>
                                          <p:spTgt spid="186"/>
                                        </p:tgtEl>
                                        <p:attrNameLst>
                                          <p:attrName>ppt_x</p:attrName>
                                        </p:attrNameLst>
                                      </p:cBhvr>
                                      <p:tavLst>
                                        <p:tav tm="0">
                                          <p:val>
                                            <p:strVal val="#ppt_x"/>
                                          </p:val>
                                        </p:tav>
                                        <p:tav tm="100000">
                                          <p:val>
                                            <p:strVal val="#ppt_x"/>
                                          </p:val>
                                        </p:tav>
                                      </p:tavLst>
                                    </p:anim>
                                    <p:anim calcmode="lin" valueType="num">
                                      <p:cBhvr additive="base">
                                        <p:cTn id="248" dur="500" fill="hold"/>
                                        <p:tgtEl>
                                          <p:spTgt spid="186"/>
                                        </p:tgtEl>
                                        <p:attrNameLst>
                                          <p:attrName>ppt_y</p:attrName>
                                        </p:attrNameLst>
                                      </p:cBhvr>
                                      <p:tavLst>
                                        <p:tav tm="0">
                                          <p:val>
                                            <p:strVal val="1+#ppt_h/2"/>
                                          </p:val>
                                        </p:tav>
                                        <p:tav tm="100000">
                                          <p:val>
                                            <p:strVal val="#ppt_y"/>
                                          </p:val>
                                        </p:tav>
                                      </p:tavLst>
                                    </p:anim>
                                  </p:childTnLst>
                                </p:cTn>
                              </p:par>
                            </p:childTnLst>
                          </p:cTn>
                        </p:par>
                      </p:childTnLst>
                    </p:cTn>
                  </p:par>
                  <p:par>
                    <p:cTn id="249" fill="hold">
                      <p:stCondLst>
                        <p:cond delay="indefinite"/>
                      </p:stCondLst>
                      <p:childTnLst>
                        <p:par>
                          <p:cTn id="250" fill="hold">
                            <p:stCondLst>
                              <p:cond delay="0"/>
                            </p:stCondLst>
                            <p:childTnLst>
                              <p:par>
                                <p:cTn id="251" presetID="1" presetClass="entr" presetSubtype="0" fill="hold" nodeType="clickEffect">
                                  <p:stCondLst>
                                    <p:cond delay="0"/>
                                  </p:stCondLst>
                                  <p:childTnLst>
                                    <p:set>
                                      <p:cBhvr>
                                        <p:cTn id="252" dur="1" fill="hold">
                                          <p:stCondLst>
                                            <p:cond delay="0"/>
                                          </p:stCondLst>
                                        </p:cTn>
                                        <p:tgtEl>
                                          <p:spTgt spid="179"/>
                                        </p:tgtEl>
                                        <p:attrNameLst>
                                          <p:attrName>style.visibility</p:attrName>
                                        </p:attrNameLst>
                                      </p:cBhvr>
                                      <p:to>
                                        <p:strVal val="visible"/>
                                      </p:to>
                                    </p:set>
                                  </p:childTnLst>
                                </p:cTn>
                              </p:par>
                              <p:par>
                                <p:cTn id="253" presetID="1" presetClass="entr" presetSubtype="0" fill="hold" nodeType="withEffect">
                                  <p:stCondLst>
                                    <p:cond delay="0"/>
                                  </p:stCondLst>
                                  <p:childTnLst>
                                    <p:set>
                                      <p:cBhvr>
                                        <p:cTn id="254" dur="1" fill="hold">
                                          <p:stCondLst>
                                            <p:cond delay="0"/>
                                          </p:stCondLst>
                                        </p:cTn>
                                        <p:tgtEl>
                                          <p:spTgt spid="189"/>
                                        </p:tgtEl>
                                        <p:attrNameLst>
                                          <p:attrName>style.visibility</p:attrName>
                                        </p:attrNameLst>
                                      </p:cBhvr>
                                      <p:to>
                                        <p:strVal val="visible"/>
                                      </p:to>
                                    </p:set>
                                  </p:childTnLst>
                                </p:cTn>
                              </p:par>
                              <p:par>
                                <p:cTn id="255" presetID="1" presetClass="entr" presetSubtype="0" fill="hold" nodeType="withEffect">
                                  <p:stCondLst>
                                    <p:cond delay="0"/>
                                  </p:stCondLst>
                                  <p:childTnLst>
                                    <p:set>
                                      <p:cBhvr>
                                        <p:cTn id="256" dur="1" fill="hold">
                                          <p:stCondLst>
                                            <p:cond delay="0"/>
                                          </p:stCondLst>
                                        </p:cTn>
                                        <p:tgtEl>
                                          <p:spTgt spid="187"/>
                                        </p:tgtEl>
                                        <p:attrNameLst>
                                          <p:attrName>style.visibility</p:attrName>
                                        </p:attrNameLst>
                                      </p:cBhvr>
                                      <p:to>
                                        <p:strVal val="visible"/>
                                      </p:to>
                                    </p:set>
                                  </p:childTnLst>
                                </p:cTn>
                              </p:par>
                              <p:par>
                                <p:cTn id="257" presetID="1" presetClass="entr" presetSubtype="0" fill="hold" nodeType="withEffect">
                                  <p:stCondLst>
                                    <p:cond delay="0"/>
                                  </p:stCondLst>
                                  <p:childTnLst>
                                    <p:set>
                                      <p:cBhvr>
                                        <p:cTn id="258" dur="1" fill="hold">
                                          <p:stCondLst>
                                            <p:cond delay="0"/>
                                          </p:stCondLst>
                                        </p:cTn>
                                        <p:tgtEl>
                                          <p:spTgt spid="190"/>
                                        </p:tgtEl>
                                        <p:attrNameLst>
                                          <p:attrName>style.visibility</p:attrName>
                                        </p:attrNameLst>
                                      </p:cBhvr>
                                      <p:to>
                                        <p:strVal val="visible"/>
                                      </p:to>
                                    </p:set>
                                  </p:childTnLst>
                                </p:cTn>
                              </p:par>
                              <p:par>
                                <p:cTn id="259" presetID="1" presetClass="entr" presetSubtype="0" fill="hold" nodeType="withEffect">
                                  <p:stCondLst>
                                    <p:cond delay="0"/>
                                  </p:stCondLst>
                                  <p:childTnLst>
                                    <p:set>
                                      <p:cBhvr>
                                        <p:cTn id="260" dur="1" fill="hold">
                                          <p:stCondLst>
                                            <p:cond delay="0"/>
                                          </p:stCondLst>
                                        </p:cTn>
                                        <p:tgtEl>
                                          <p:spTgt spid="188"/>
                                        </p:tgtEl>
                                        <p:attrNameLst>
                                          <p:attrName>style.visibility</p:attrName>
                                        </p:attrNameLst>
                                      </p:cBhvr>
                                      <p:to>
                                        <p:strVal val="visible"/>
                                      </p:to>
                                    </p:set>
                                  </p:childTnLst>
                                </p:cTn>
                              </p:par>
                              <p:par>
                                <p:cTn id="261" presetID="1" presetClass="entr" presetSubtype="0" fill="hold" grpId="0" nodeType="withEffect">
                                  <p:stCondLst>
                                    <p:cond delay="0"/>
                                  </p:stCondLst>
                                  <p:childTnLst>
                                    <p:set>
                                      <p:cBhvr>
                                        <p:cTn id="262" dur="1" fill="hold">
                                          <p:stCondLst>
                                            <p:cond delay="0"/>
                                          </p:stCondLst>
                                        </p:cTn>
                                        <p:tgtEl>
                                          <p:spTgt spid="191"/>
                                        </p:tgtEl>
                                        <p:attrNameLst>
                                          <p:attrName>style.visibility</p:attrName>
                                        </p:attrNameLst>
                                      </p:cBhvr>
                                      <p:to>
                                        <p:strVal val="visible"/>
                                      </p:to>
                                    </p:set>
                                  </p:childTnLst>
                                </p:cTn>
                              </p:par>
                              <p:par>
                                <p:cTn id="263" presetID="1" presetClass="entr" presetSubtype="0" fill="hold" grpId="0" nodeType="withEffect">
                                  <p:stCondLst>
                                    <p:cond delay="0"/>
                                  </p:stCondLst>
                                  <p:childTnLst>
                                    <p:set>
                                      <p:cBhvr>
                                        <p:cTn id="264" dur="1" fill="hold">
                                          <p:stCondLst>
                                            <p:cond delay="0"/>
                                          </p:stCondLst>
                                        </p:cTn>
                                        <p:tgtEl>
                                          <p:spTgt spid="192"/>
                                        </p:tgtEl>
                                        <p:attrNameLst>
                                          <p:attrName>style.visibility</p:attrName>
                                        </p:attrNameLst>
                                      </p:cBhvr>
                                      <p:to>
                                        <p:strVal val="visible"/>
                                      </p:to>
                                    </p:set>
                                  </p:childTnLst>
                                </p:cTn>
                              </p:par>
                            </p:childTnLst>
                          </p:cTn>
                        </p:par>
                      </p:childTnLst>
                    </p:cTn>
                  </p:par>
                  <p:par>
                    <p:cTn id="265" fill="hold">
                      <p:stCondLst>
                        <p:cond delay="indefinite"/>
                      </p:stCondLst>
                      <p:childTnLst>
                        <p:par>
                          <p:cTn id="266" fill="hold">
                            <p:stCondLst>
                              <p:cond delay="0"/>
                            </p:stCondLst>
                            <p:childTnLst>
                              <p:par>
                                <p:cTn id="267" presetID="1" presetClass="entr" presetSubtype="0" fill="hold" nodeType="clickEffect">
                                  <p:stCondLst>
                                    <p:cond delay="0"/>
                                  </p:stCondLst>
                                  <p:childTnLst>
                                    <p:set>
                                      <p:cBhvr>
                                        <p:cTn id="268" dur="1" fill="hold">
                                          <p:stCondLst>
                                            <p:cond delay="0"/>
                                          </p:stCondLst>
                                        </p:cTn>
                                        <p:tgtEl>
                                          <p:spTgt spid="196"/>
                                        </p:tgtEl>
                                        <p:attrNameLst>
                                          <p:attrName>style.visibility</p:attrName>
                                        </p:attrNameLst>
                                      </p:cBhvr>
                                      <p:to>
                                        <p:strVal val="visible"/>
                                      </p:to>
                                    </p:set>
                                  </p:childTnLst>
                                </p:cTn>
                              </p:par>
                              <p:par>
                                <p:cTn id="269" presetID="1" presetClass="entr" presetSubtype="0" fill="hold" nodeType="withEffect">
                                  <p:stCondLst>
                                    <p:cond delay="0"/>
                                  </p:stCondLst>
                                  <p:childTnLst>
                                    <p:set>
                                      <p:cBhvr>
                                        <p:cTn id="270" dur="1" fill="hold">
                                          <p:stCondLst>
                                            <p:cond delay="0"/>
                                          </p:stCondLst>
                                        </p:cTn>
                                        <p:tgtEl>
                                          <p:spTgt spid="182"/>
                                        </p:tgtEl>
                                        <p:attrNameLst>
                                          <p:attrName>style.visibility</p:attrName>
                                        </p:attrNameLst>
                                      </p:cBhvr>
                                      <p:to>
                                        <p:strVal val="visible"/>
                                      </p:to>
                                    </p:set>
                                  </p:childTnLst>
                                </p:cTn>
                              </p:par>
                              <p:par>
                                <p:cTn id="271" presetID="1" presetClass="entr" presetSubtype="0" fill="hold" nodeType="withEffect">
                                  <p:stCondLst>
                                    <p:cond delay="0"/>
                                  </p:stCondLst>
                                  <p:childTnLst>
                                    <p:set>
                                      <p:cBhvr>
                                        <p:cTn id="272" dur="1" fill="hold">
                                          <p:stCondLst>
                                            <p:cond delay="0"/>
                                          </p:stCondLst>
                                        </p:cTn>
                                        <p:tgtEl>
                                          <p:spTgt spid="199"/>
                                        </p:tgtEl>
                                        <p:attrNameLst>
                                          <p:attrName>style.visibility</p:attrName>
                                        </p:attrNameLst>
                                      </p:cBhvr>
                                      <p:to>
                                        <p:strVal val="visible"/>
                                      </p:to>
                                    </p:set>
                                  </p:childTnLst>
                                </p:cTn>
                              </p:par>
                              <p:par>
                                <p:cTn id="273" presetID="1" presetClass="entr" presetSubtype="0" fill="hold" nodeType="withEffect">
                                  <p:stCondLst>
                                    <p:cond delay="0"/>
                                  </p:stCondLst>
                                  <p:childTnLst>
                                    <p:set>
                                      <p:cBhvr>
                                        <p:cTn id="274" dur="1" fill="hold">
                                          <p:stCondLst>
                                            <p:cond delay="0"/>
                                          </p:stCondLst>
                                        </p:cTn>
                                        <p:tgtEl>
                                          <p:spTgt spid="193"/>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42" presetClass="entr" presetSubtype="0" fill="hold" grpId="0" nodeType="clickEffect">
                                  <p:stCondLst>
                                    <p:cond delay="0"/>
                                  </p:stCondLst>
                                  <p:childTnLst>
                                    <p:set>
                                      <p:cBhvr>
                                        <p:cTn id="278" dur="1" fill="hold">
                                          <p:stCondLst>
                                            <p:cond delay="0"/>
                                          </p:stCondLst>
                                        </p:cTn>
                                        <p:tgtEl>
                                          <p:spTgt spid="178"/>
                                        </p:tgtEl>
                                        <p:attrNameLst>
                                          <p:attrName>style.visibility</p:attrName>
                                        </p:attrNameLst>
                                      </p:cBhvr>
                                      <p:to>
                                        <p:strVal val="visible"/>
                                      </p:to>
                                    </p:set>
                                    <p:animEffect transition="in" filter="fade">
                                      <p:cBhvr>
                                        <p:cTn id="279" dur="1000"/>
                                        <p:tgtEl>
                                          <p:spTgt spid="178"/>
                                        </p:tgtEl>
                                      </p:cBhvr>
                                    </p:animEffect>
                                    <p:anim calcmode="lin" valueType="num">
                                      <p:cBhvr>
                                        <p:cTn id="280" dur="1000" fill="hold"/>
                                        <p:tgtEl>
                                          <p:spTgt spid="178"/>
                                        </p:tgtEl>
                                        <p:attrNameLst>
                                          <p:attrName>ppt_x</p:attrName>
                                        </p:attrNameLst>
                                      </p:cBhvr>
                                      <p:tavLst>
                                        <p:tav tm="0">
                                          <p:val>
                                            <p:strVal val="#ppt_x"/>
                                          </p:val>
                                        </p:tav>
                                        <p:tav tm="100000">
                                          <p:val>
                                            <p:strVal val="#ppt_x"/>
                                          </p:val>
                                        </p:tav>
                                      </p:tavLst>
                                    </p:anim>
                                    <p:anim calcmode="lin" valueType="num">
                                      <p:cBhvr>
                                        <p:cTn id="281" dur="1000" fill="hold"/>
                                        <p:tgtEl>
                                          <p:spTgt spid="178"/>
                                        </p:tgtEl>
                                        <p:attrNameLst>
                                          <p:attrName>ppt_y</p:attrName>
                                        </p:attrNameLst>
                                      </p:cBhvr>
                                      <p:tavLst>
                                        <p:tav tm="0">
                                          <p:val>
                                            <p:strVal val="#ppt_y+.1"/>
                                          </p:val>
                                        </p:tav>
                                        <p:tav tm="100000">
                                          <p:val>
                                            <p:strVal val="#ppt_y"/>
                                          </p:val>
                                        </p:tav>
                                      </p:tavLst>
                                    </p:anim>
                                  </p:childTnLst>
                                </p:cTn>
                              </p:par>
                            </p:childTnLst>
                          </p:cTn>
                        </p:par>
                      </p:childTnLst>
                    </p:cTn>
                  </p:par>
                  <p:par>
                    <p:cTn id="282" fill="hold">
                      <p:stCondLst>
                        <p:cond delay="indefinite"/>
                      </p:stCondLst>
                      <p:childTnLst>
                        <p:par>
                          <p:cTn id="283" fill="hold">
                            <p:stCondLst>
                              <p:cond delay="0"/>
                            </p:stCondLst>
                            <p:childTnLst>
                              <p:par>
                                <p:cTn id="284" presetID="2" presetClass="entr" presetSubtype="4" fill="hold" grpId="0" nodeType="clickEffect">
                                  <p:stCondLst>
                                    <p:cond delay="0"/>
                                  </p:stCondLst>
                                  <p:childTnLst>
                                    <p:set>
                                      <p:cBhvr>
                                        <p:cTn id="285" dur="1" fill="hold">
                                          <p:stCondLst>
                                            <p:cond delay="0"/>
                                          </p:stCondLst>
                                        </p:cTn>
                                        <p:tgtEl>
                                          <p:spTgt spid="194"/>
                                        </p:tgtEl>
                                        <p:attrNameLst>
                                          <p:attrName>style.visibility</p:attrName>
                                        </p:attrNameLst>
                                      </p:cBhvr>
                                      <p:to>
                                        <p:strVal val="visible"/>
                                      </p:to>
                                    </p:set>
                                    <p:anim calcmode="lin" valueType="num">
                                      <p:cBhvr additive="base">
                                        <p:cTn id="286" dur="500" fill="hold"/>
                                        <p:tgtEl>
                                          <p:spTgt spid="194"/>
                                        </p:tgtEl>
                                        <p:attrNameLst>
                                          <p:attrName>ppt_x</p:attrName>
                                        </p:attrNameLst>
                                      </p:cBhvr>
                                      <p:tavLst>
                                        <p:tav tm="0">
                                          <p:val>
                                            <p:strVal val="#ppt_x"/>
                                          </p:val>
                                        </p:tav>
                                        <p:tav tm="100000">
                                          <p:val>
                                            <p:strVal val="#ppt_x"/>
                                          </p:val>
                                        </p:tav>
                                      </p:tavLst>
                                    </p:anim>
                                    <p:anim calcmode="lin" valueType="num">
                                      <p:cBhvr additive="base">
                                        <p:cTn id="287" dur="500" fill="hold"/>
                                        <p:tgtEl>
                                          <p:spTgt spid="194"/>
                                        </p:tgtEl>
                                        <p:attrNameLst>
                                          <p:attrName>ppt_y</p:attrName>
                                        </p:attrNameLst>
                                      </p:cBhvr>
                                      <p:tavLst>
                                        <p:tav tm="0">
                                          <p:val>
                                            <p:strVal val="1+#ppt_h/2"/>
                                          </p:val>
                                        </p:tav>
                                        <p:tav tm="100000">
                                          <p:val>
                                            <p:strVal val="#ppt_y"/>
                                          </p:val>
                                        </p:tav>
                                      </p:tavLst>
                                    </p:anim>
                                  </p:childTnLst>
                                </p:cTn>
                              </p:par>
                              <p:par>
                                <p:cTn id="288" presetID="42" presetClass="entr" presetSubtype="0" fill="hold" grpId="0" nodeType="withEffect">
                                  <p:stCondLst>
                                    <p:cond delay="0"/>
                                  </p:stCondLst>
                                  <p:childTnLst>
                                    <p:set>
                                      <p:cBhvr>
                                        <p:cTn id="289" dur="1" fill="hold">
                                          <p:stCondLst>
                                            <p:cond delay="0"/>
                                          </p:stCondLst>
                                        </p:cTn>
                                        <p:tgtEl>
                                          <p:spTgt spid="198"/>
                                        </p:tgtEl>
                                        <p:attrNameLst>
                                          <p:attrName>style.visibility</p:attrName>
                                        </p:attrNameLst>
                                      </p:cBhvr>
                                      <p:to>
                                        <p:strVal val="visible"/>
                                      </p:to>
                                    </p:set>
                                    <p:animEffect transition="in" filter="fade">
                                      <p:cBhvr>
                                        <p:cTn id="290" dur="1000"/>
                                        <p:tgtEl>
                                          <p:spTgt spid="198"/>
                                        </p:tgtEl>
                                      </p:cBhvr>
                                    </p:animEffect>
                                    <p:anim calcmode="lin" valueType="num">
                                      <p:cBhvr>
                                        <p:cTn id="291" dur="1000" fill="hold"/>
                                        <p:tgtEl>
                                          <p:spTgt spid="198"/>
                                        </p:tgtEl>
                                        <p:attrNameLst>
                                          <p:attrName>ppt_x</p:attrName>
                                        </p:attrNameLst>
                                      </p:cBhvr>
                                      <p:tavLst>
                                        <p:tav tm="0">
                                          <p:val>
                                            <p:strVal val="#ppt_x"/>
                                          </p:val>
                                        </p:tav>
                                        <p:tav tm="100000">
                                          <p:val>
                                            <p:strVal val="#ppt_x"/>
                                          </p:val>
                                        </p:tav>
                                      </p:tavLst>
                                    </p:anim>
                                    <p:anim calcmode="lin" valueType="num">
                                      <p:cBhvr>
                                        <p:cTn id="292" dur="1000" fill="hold"/>
                                        <p:tgtEl>
                                          <p:spTgt spid="198"/>
                                        </p:tgtEl>
                                        <p:attrNameLst>
                                          <p:attrName>ppt_y</p:attrName>
                                        </p:attrNameLst>
                                      </p:cBhvr>
                                      <p:tavLst>
                                        <p:tav tm="0">
                                          <p:val>
                                            <p:strVal val="#ppt_y+.1"/>
                                          </p:val>
                                        </p:tav>
                                        <p:tav tm="100000">
                                          <p:val>
                                            <p:strVal val="#ppt_y"/>
                                          </p:val>
                                        </p:tav>
                                      </p:tavLst>
                                    </p:anim>
                                  </p:childTnLst>
                                </p:cTn>
                              </p:par>
                              <p:par>
                                <p:cTn id="293" presetID="1" presetClass="entr" presetSubtype="0" fill="hold" nodeType="withEffect">
                                  <p:stCondLst>
                                    <p:cond delay="0"/>
                                  </p:stCondLst>
                                  <p:childTnLst>
                                    <p:set>
                                      <p:cBhvr>
                                        <p:cTn id="294" dur="1" fill="hold">
                                          <p:stCondLst>
                                            <p:cond delay="0"/>
                                          </p:stCondLst>
                                        </p:cTn>
                                        <p:tgtEl>
                                          <p:spTgt spid="195"/>
                                        </p:tgtEl>
                                        <p:attrNameLst>
                                          <p:attrName>style.visibility</p:attrName>
                                        </p:attrNameLst>
                                      </p:cBhvr>
                                      <p:to>
                                        <p:strVal val="visible"/>
                                      </p:to>
                                    </p:set>
                                  </p:childTnLst>
                                </p:cTn>
                              </p:par>
                              <p:par>
                                <p:cTn id="295" presetID="2" presetClass="entr" presetSubtype="4" fill="hold" nodeType="withEffect">
                                  <p:stCondLst>
                                    <p:cond delay="0"/>
                                  </p:stCondLst>
                                  <p:childTnLst>
                                    <p:set>
                                      <p:cBhvr>
                                        <p:cTn id="296" dur="1" fill="hold">
                                          <p:stCondLst>
                                            <p:cond delay="0"/>
                                          </p:stCondLst>
                                        </p:cTn>
                                        <p:tgtEl>
                                          <p:spTgt spid="197"/>
                                        </p:tgtEl>
                                        <p:attrNameLst>
                                          <p:attrName>style.visibility</p:attrName>
                                        </p:attrNameLst>
                                      </p:cBhvr>
                                      <p:to>
                                        <p:strVal val="visible"/>
                                      </p:to>
                                    </p:set>
                                    <p:anim calcmode="lin" valueType="num">
                                      <p:cBhvr additive="base">
                                        <p:cTn id="297" dur="500" fill="hold"/>
                                        <p:tgtEl>
                                          <p:spTgt spid="197"/>
                                        </p:tgtEl>
                                        <p:attrNameLst>
                                          <p:attrName>ppt_x</p:attrName>
                                        </p:attrNameLst>
                                      </p:cBhvr>
                                      <p:tavLst>
                                        <p:tav tm="0">
                                          <p:val>
                                            <p:strVal val="#ppt_x"/>
                                          </p:val>
                                        </p:tav>
                                        <p:tav tm="100000">
                                          <p:val>
                                            <p:strVal val="#ppt_x"/>
                                          </p:val>
                                        </p:tav>
                                      </p:tavLst>
                                    </p:anim>
                                    <p:anim calcmode="lin" valueType="num">
                                      <p:cBhvr additive="base">
                                        <p:cTn id="298" dur="500" fill="hold"/>
                                        <p:tgtEl>
                                          <p:spTgt spid="197"/>
                                        </p:tgtEl>
                                        <p:attrNameLst>
                                          <p:attrName>ppt_y</p:attrName>
                                        </p:attrNameLst>
                                      </p:cBhvr>
                                      <p:tavLst>
                                        <p:tav tm="0">
                                          <p:val>
                                            <p:strVal val="1+#ppt_h/2"/>
                                          </p:val>
                                        </p:tav>
                                        <p:tav tm="100000">
                                          <p:val>
                                            <p:strVal val="#ppt_y"/>
                                          </p:val>
                                        </p:tav>
                                      </p:tavLst>
                                    </p:anim>
                                  </p:childTnLst>
                                </p:cTn>
                              </p:par>
                              <p:par>
                                <p:cTn id="299" presetID="1" presetClass="entr" presetSubtype="0" fill="hold" grpId="0" nodeType="withEffect">
                                  <p:stCondLst>
                                    <p:cond delay="0"/>
                                  </p:stCondLst>
                                  <p:childTnLst>
                                    <p:set>
                                      <p:cBhvr>
                                        <p:cTn id="300" dur="1" fill="hold">
                                          <p:stCondLst>
                                            <p:cond delay="0"/>
                                          </p:stCondLst>
                                        </p:cTn>
                                        <p:tgtEl>
                                          <p:spTgt spid="200"/>
                                        </p:tgtEl>
                                        <p:attrNameLst>
                                          <p:attrName>style.visibility</p:attrName>
                                        </p:attrNameLst>
                                      </p:cBhvr>
                                      <p:to>
                                        <p:strVal val="visible"/>
                                      </p:to>
                                    </p:set>
                                  </p:childTnLst>
                                </p:cTn>
                              </p:par>
                            </p:childTnLst>
                          </p:cTn>
                        </p:par>
                      </p:childTnLst>
                    </p:cTn>
                  </p:par>
                  <p:par>
                    <p:cTn id="301" fill="hold">
                      <p:stCondLst>
                        <p:cond delay="indefinite"/>
                      </p:stCondLst>
                      <p:childTnLst>
                        <p:par>
                          <p:cTn id="302" fill="hold">
                            <p:stCondLst>
                              <p:cond delay="0"/>
                            </p:stCondLst>
                            <p:childTnLst>
                              <p:par>
                                <p:cTn id="303" presetID="1" presetClass="entr" presetSubtype="0" fill="hold" nodeType="clickEffect">
                                  <p:stCondLst>
                                    <p:cond delay="0"/>
                                  </p:stCondLst>
                                  <p:childTnLst>
                                    <p:set>
                                      <p:cBhvr>
                                        <p:cTn id="304" dur="1" fill="hold">
                                          <p:stCondLst>
                                            <p:cond delay="0"/>
                                          </p:stCondLst>
                                        </p:cTn>
                                        <p:tgtEl>
                                          <p:spTgt spid="201"/>
                                        </p:tgtEl>
                                        <p:attrNameLst>
                                          <p:attrName>style.visibility</p:attrName>
                                        </p:attrNameLst>
                                      </p:cBhvr>
                                      <p:to>
                                        <p:strVal val="visible"/>
                                      </p:to>
                                    </p:set>
                                  </p:childTnLst>
                                </p:cTn>
                              </p:par>
                            </p:childTnLst>
                          </p:cTn>
                        </p:par>
                      </p:childTnLst>
                    </p:cTn>
                  </p:par>
                  <p:par>
                    <p:cTn id="305" fill="hold">
                      <p:stCondLst>
                        <p:cond delay="indefinite"/>
                      </p:stCondLst>
                      <p:childTnLst>
                        <p:par>
                          <p:cTn id="306" fill="hold">
                            <p:stCondLst>
                              <p:cond delay="0"/>
                            </p:stCondLst>
                            <p:childTnLst>
                              <p:par>
                                <p:cTn id="307" presetID="2" presetClass="entr" presetSubtype="4" fill="hold" grpId="0" nodeType="clickEffect">
                                  <p:stCondLst>
                                    <p:cond delay="0"/>
                                  </p:stCondLst>
                                  <p:childTnLst>
                                    <p:set>
                                      <p:cBhvr>
                                        <p:cTn id="308" dur="1" fill="hold">
                                          <p:stCondLst>
                                            <p:cond delay="0"/>
                                          </p:stCondLst>
                                        </p:cTn>
                                        <p:tgtEl>
                                          <p:spTgt spid="166"/>
                                        </p:tgtEl>
                                        <p:attrNameLst>
                                          <p:attrName>style.visibility</p:attrName>
                                        </p:attrNameLst>
                                      </p:cBhvr>
                                      <p:to>
                                        <p:strVal val="visible"/>
                                      </p:to>
                                    </p:set>
                                    <p:anim calcmode="lin" valueType="num">
                                      <p:cBhvr additive="base">
                                        <p:cTn id="309" dur="500" fill="hold"/>
                                        <p:tgtEl>
                                          <p:spTgt spid="166"/>
                                        </p:tgtEl>
                                        <p:attrNameLst>
                                          <p:attrName>ppt_x</p:attrName>
                                        </p:attrNameLst>
                                      </p:cBhvr>
                                      <p:tavLst>
                                        <p:tav tm="0">
                                          <p:val>
                                            <p:strVal val="#ppt_x"/>
                                          </p:val>
                                        </p:tav>
                                        <p:tav tm="100000">
                                          <p:val>
                                            <p:strVal val="#ppt_x"/>
                                          </p:val>
                                        </p:tav>
                                      </p:tavLst>
                                    </p:anim>
                                    <p:anim calcmode="lin" valueType="num">
                                      <p:cBhvr additive="base">
                                        <p:cTn id="310" dur="500" fill="hold"/>
                                        <p:tgtEl>
                                          <p:spTgt spid="166"/>
                                        </p:tgtEl>
                                        <p:attrNameLst>
                                          <p:attrName>ppt_y</p:attrName>
                                        </p:attrNameLst>
                                      </p:cBhvr>
                                      <p:tavLst>
                                        <p:tav tm="0">
                                          <p:val>
                                            <p:strVal val="1+#ppt_h/2"/>
                                          </p:val>
                                        </p:tav>
                                        <p:tav tm="100000">
                                          <p:val>
                                            <p:strVal val="#ppt_y"/>
                                          </p:val>
                                        </p:tav>
                                      </p:tavLst>
                                    </p:anim>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nodeType="clickEffect">
                                  <p:stCondLst>
                                    <p:cond delay="0"/>
                                  </p:stCondLst>
                                  <p:childTnLst>
                                    <p:set>
                                      <p:cBhvr>
                                        <p:cTn id="314" dur="1" fill="hold">
                                          <p:stCondLst>
                                            <p:cond delay="0"/>
                                          </p:stCondLst>
                                        </p:cTn>
                                        <p:tgtEl>
                                          <p:spTgt spid="414">
                                            <p:txEl>
                                              <p:pRg st="0" end="0"/>
                                            </p:txEl>
                                          </p:spTgt>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42" presetClass="entr" presetSubtype="0" fill="hold" nodeType="clickEffect">
                                  <p:stCondLst>
                                    <p:cond delay="0"/>
                                  </p:stCondLst>
                                  <p:childTnLst>
                                    <p:set>
                                      <p:cBhvr>
                                        <p:cTn id="318" dur="1" fill="hold">
                                          <p:stCondLst>
                                            <p:cond delay="0"/>
                                          </p:stCondLst>
                                        </p:cTn>
                                        <p:tgtEl>
                                          <p:spTgt spid="414">
                                            <p:txEl>
                                              <p:pRg st="1" end="1"/>
                                            </p:txEl>
                                          </p:spTgt>
                                        </p:tgtEl>
                                        <p:attrNameLst>
                                          <p:attrName>style.visibility</p:attrName>
                                        </p:attrNameLst>
                                      </p:cBhvr>
                                      <p:to>
                                        <p:strVal val="visible"/>
                                      </p:to>
                                    </p:set>
                                    <p:animEffect transition="in" filter="fade">
                                      <p:cBhvr>
                                        <p:cTn id="319" dur="1000"/>
                                        <p:tgtEl>
                                          <p:spTgt spid="414">
                                            <p:txEl>
                                              <p:pRg st="1" end="1"/>
                                            </p:txEl>
                                          </p:spTgt>
                                        </p:tgtEl>
                                      </p:cBhvr>
                                    </p:animEffect>
                                    <p:anim calcmode="lin" valueType="num">
                                      <p:cBhvr>
                                        <p:cTn id="320" dur="1000" fill="hold"/>
                                        <p:tgtEl>
                                          <p:spTgt spid="414">
                                            <p:txEl>
                                              <p:pRg st="1" end="1"/>
                                            </p:txEl>
                                          </p:spTgt>
                                        </p:tgtEl>
                                        <p:attrNameLst>
                                          <p:attrName>ppt_x</p:attrName>
                                        </p:attrNameLst>
                                      </p:cBhvr>
                                      <p:tavLst>
                                        <p:tav tm="0">
                                          <p:val>
                                            <p:strVal val="#ppt_x"/>
                                          </p:val>
                                        </p:tav>
                                        <p:tav tm="100000">
                                          <p:val>
                                            <p:strVal val="#ppt_x"/>
                                          </p:val>
                                        </p:tav>
                                      </p:tavLst>
                                    </p:anim>
                                    <p:anim calcmode="lin" valueType="num">
                                      <p:cBhvr>
                                        <p:cTn id="321" dur="1000" fill="hold"/>
                                        <p:tgtEl>
                                          <p:spTgt spid="4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22" fill="hold">
                      <p:stCondLst>
                        <p:cond delay="indefinite"/>
                      </p:stCondLst>
                      <p:childTnLst>
                        <p:par>
                          <p:cTn id="323" fill="hold">
                            <p:stCondLst>
                              <p:cond delay="0"/>
                            </p:stCondLst>
                            <p:childTnLst>
                              <p:par>
                                <p:cTn id="324" presetID="1" presetClass="entr" presetSubtype="0" fill="hold" nodeType="clickEffect">
                                  <p:stCondLst>
                                    <p:cond delay="0"/>
                                  </p:stCondLst>
                                  <p:childTnLst>
                                    <p:set>
                                      <p:cBhvr>
                                        <p:cTn id="325" dur="1" fill="hold">
                                          <p:stCondLst>
                                            <p:cond delay="0"/>
                                          </p:stCondLst>
                                        </p:cTn>
                                        <p:tgtEl>
                                          <p:spTgt spid="416"/>
                                        </p:tgtEl>
                                        <p:attrNameLst>
                                          <p:attrName>style.visibility</p:attrName>
                                        </p:attrNameLst>
                                      </p:cBhvr>
                                      <p:to>
                                        <p:strVal val="visible"/>
                                      </p:to>
                                    </p:set>
                                  </p:childTnLst>
                                </p:cTn>
                              </p:par>
                            </p:childTnLst>
                          </p:cTn>
                        </p:par>
                      </p:childTnLst>
                    </p:cTn>
                  </p:par>
                  <p:par>
                    <p:cTn id="326" fill="hold">
                      <p:stCondLst>
                        <p:cond delay="indefinite"/>
                      </p:stCondLst>
                      <p:childTnLst>
                        <p:par>
                          <p:cTn id="327" fill="hold">
                            <p:stCondLst>
                              <p:cond delay="0"/>
                            </p:stCondLst>
                            <p:childTnLst>
                              <p:par>
                                <p:cTn id="328" presetID="1" presetClass="entr" presetSubtype="0" fill="hold" nodeType="clickEffect">
                                  <p:stCondLst>
                                    <p:cond delay="0"/>
                                  </p:stCondLst>
                                  <p:childTnLst>
                                    <p:set>
                                      <p:cBhvr>
                                        <p:cTn id="329" dur="1" fill="hold">
                                          <p:stCondLst>
                                            <p:cond delay="0"/>
                                          </p:stCondLst>
                                        </p:cTn>
                                        <p:tgtEl>
                                          <p:spTgt spid="414">
                                            <p:txEl>
                                              <p:pRg st="2" end="2"/>
                                            </p:txEl>
                                          </p:spTgt>
                                        </p:tgtEl>
                                        <p:attrNameLst>
                                          <p:attrName>style.visibility</p:attrName>
                                        </p:attrNameLst>
                                      </p:cBhvr>
                                      <p:to>
                                        <p:strVal val="visible"/>
                                      </p:to>
                                    </p:set>
                                  </p:childTnLst>
                                </p:cTn>
                              </p:par>
                            </p:childTnLst>
                          </p:cTn>
                        </p:par>
                      </p:childTnLst>
                    </p:cTn>
                  </p:par>
                  <p:par>
                    <p:cTn id="330" fill="hold">
                      <p:stCondLst>
                        <p:cond delay="indefinite"/>
                      </p:stCondLst>
                      <p:childTnLst>
                        <p:par>
                          <p:cTn id="331" fill="hold">
                            <p:stCondLst>
                              <p:cond delay="0"/>
                            </p:stCondLst>
                            <p:childTnLst>
                              <p:par>
                                <p:cTn id="332" presetID="42" presetClass="entr" presetSubtype="0" fill="hold" grpId="0" nodeType="clickEffect">
                                  <p:stCondLst>
                                    <p:cond delay="0"/>
                                  </p:stCondLst>
                                  <p:childTnLst>
                                    <p:set>
                                      <p:cBhvr>
                                        <p:cTn id="333" dur="1" fill="hold">
                                          <p:stCondLst>
                                            <p:cond delay="0"/>
                                          </p:stCondLst>
                                        </p:cTn>
                                        <p:tgtEl>
                                          <p:spTgt spid="126"/>
                                        </p:tgtEl>
                                        <p:attrNameLst>
                                          <p:attrName>style.visibility</p:attrName>
                                        </p:attrNameLst>
                                      </p:cBhvr>
                                      <p:to>
                                        <p:strVal val="visible"/>
                                      </p:to>
                                    </p:set>
                                    <p:animEffect transition="in" filter="fade">
                                      <p:cBhvr>
                                        <p:cTn id="334" dur="1000"/>
                                        <p:tgtEl>
                                          <p:spTgt spid="126"/>
                                        </p:tgtEl>
                                      </p:cBhvr>
                                    </p:animEffect>
                                    <p:anim calcmode="lin" valueType="num">
                                      <p:cBhvr>
                                        <p:cTn id="335" dur="1000" fill="hold"/>
                                        <p:tgtEl>
                                          <p:spTgt spid="126"/>
                                        </p:tgtEl>
                                        <p:attrNameLst>
                                          <p:attrName>ppt_x</p:attrName>
                                        </p:attrNameLst>
                                      </p:cBhvr>
                                      <p:tavLst>
                                        <p:tav tm="0">
                                          <p:val>
                                            <p:strVal val="#ppt_x"/>
                                          </p:val>
                                        </p:tav>
                                        <p:tav tm="100000">
                                          <p:val>
                                            <p:strVal val="#ppt_x"/>
                                          </p:val>
                                        </p:tav>
                                      </p:tavLst>
                                    </p:anim>
                                    <p:anim calcmode="lin" valueType="num">
                                      <p:cBhvr>
                                        <p:cTn id="336" dur="1000" fill="hold"/>
                                        <p:tgtEl>
                                          <p:spTgt spid="126"/>
                                        </p:tgtEl>
                                        <p:attrNameLst>
                                          <p:attrName>ppt_y</p:attrName>
                                        </p:attrNameLst>
                                      </p:cBhvr>
                                      <p:tavLst>
                                        <p:tav tm="0">
                                          <p:val>
                                            <p:strVal val="#ppt_y+.1"/>
                                          </p:val>
                                        </p:tav>
                                        <p:tav tm="100000">
                                          <p:val>
                                            <p:strVal val="#ppt_y"/>
                                          </p:val>
                                        </p:tav>
                                      </p:tavLst>
                                    </p:anim>
                                  </p:childTnLst>
                                </p:cTn>
                              </p:par>
                            </p:childTnLst>
                          </p:cTn>
                        </p:par>
                      </p:childTnLst>
                    </p:cTn>
                  </p:par>
                  <p:par>
                    <p:cTn id="337" fill="hold">
                      <p:stCondLst>
                        <p:cond delay="indefinite"/>
                      </p:stCondLst>
                      <p:childTnLst>
                        <p:par>
                          <p:cTn id="338" fill="hold">
                            <p:stCondLst>
                              <p:cond delay="0"/>
                            </p:stCondLst>
                            <p:childTnLst>
                              <p:par>
                                <p:cTn id="339" presetID="42" presetClass="entr" presetSubtype="0" fill="hold" nodeType="clickEffect">
                                  <p:stCondLst>
                                    <p:cond delay="0"/>
                                  </p:stCondLst>
                                  <p:childTnLst>
                                    <p:set>
                                      <p:cBhvr>
                                        <p:cTn id="340" dur="1" fill="hold">
                                          <p:stCondLst>
                                            <p:cond delay="0"/>
                                          </p:stCondLst>
                                        </p:cTn>
                                        <p:tgtEl>
                                          <p:spTgt spid="414">
                                            <p:txEl>
                                              <p:pRg st="5" end="5"/>
                                            </p:txEl>
                                          </p:spTgt>
                                        </p:tgtEl>
                                        <p:attrNameLst>
                                          <p:attrName>style.visibility</p:attrName>
                                        </p:attrNameLst>
                                      </p:cBhvr>
                                      <p:to>
                                        <p:strVal val="visible"/>
                                      </p:to>
                                    </p:set>
                                    <p:animEffect transition="in" filter="fade">
                                      <p:cBhvr>
                                        <p:cTn id="341" dur="1000"/>
                                        <p:tgtEl>
                                          <p:spTgt spid="414">
                                            <p:txEl>
                                              <p:pRg st="5" end="5"/>
                                            </p:txEl>
                                          </p:spTgt>
                                        </p:tgtEl>
                                      </p:cBhvr>
                                    </p:animEffect>
                                    <p:anim calcmode="lin" valueType="num">
                                      <p:cBhvr>
                                        <p:cTn id="342" dur="1000" fill="hold"/>
                                        <p:tgtEl>
                                          <p:spTgt spid="414">
                                            <p:txEl>
                                              <p:pRg st="5" end="5"/>
                                            </p:txEl>
                                          </p:spTgt>
                                        </p:tgtEl>
                                        <p:attrNameLst>
                                          <p:attrName>ppt_x</p:attrName>
                                        </p:attrNameLst>
                                      </p:cBhvr>
                                      <p:tavLst>
                                        <p:tav tm="0">
                                          <p:val>
                                            <p:strVal val="#ppt_x"/>
                                          </p:val>
                                        </p:tav>
                                        <p:tav tm="100000">
                                          <p:val>
                                            <p:strVal val="#ppt_x"/>
                                          </p:val>
                                        </p:tav>
                                      </p:tavLst>
                                    </p:anim>
                                    <p:anim calcmode="lin" valueType="num">
                                      <p:cBhvr>
                                        <p:cTn id="343" dur="1000" fill="hold"/>
                                        <p:tgtEl>
                                          <p:spTgt spid="4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4" fill="hold">
                      <p:stCondLst>
                        <p:cond delay="indefinite"/>
                      </p:stCondLst>
                      <p:childTnLst>
                        <p:par>
                          <p:cTn id="345" fill="hold">
                            <p:stCondLst>
                              <p:cond delay="0"/>
                            </p:stCondLst>
                            <p:childTnLst>
                              <p:par>
                                <p:cTn id="346" presetID="1" presetClass="entr" presetSubtype="0" fill="hold" grpId="0" nodeType="clickEffect">
                                  <p:stCondLst>
                                    <p:cond delay="0"/>
                                  </p:stCondLst>
                                  <p:childTnLst>
                                    <p:set>
                                      <p:cBhvr>
                                        <p:cTn id="347" dur="1" fill="hold">
                                          <p:stCondLst>
                                            <p:cond delay="0"/>
                                          </p:stCondLst>
                                        </p:cTn>
                                        <p:tgtEl>
                                          <p:spTgt spid="415"/>
                                        </p:tgtEl>
                                        <p:attrNameLst>
                                          <p:attrName>style.visibility</p:attrName>
                                        </p:attrNameLst>
                                      </p:cBhvr>
                                      <p:to>
                                        <p:strVal val="visible"/>
                                      </p:to>
                                    </p:set>
                                  </p:childTnLst>
                                </p:cTn>
                              </p:par>
                            </p:childTnLst>
                          </p:cTn>
                        </p:par>
                      </p:childTnLst>
                    </p:cTn>
                  </p:par>
                  <p:par>
                    <p:cTn id="348" fill="hold">
                      <p:stCondLst>
                        <p:cond delay="indefinite"/>
                      </p:stCondLst>
                      <p:childTnLst>
                        <p:par>
                          <p:cTn id="349" fill="hold">
                            <p:stCondLst>
                              <p:cond delay="0"/>
                            </p:stCondLst>
                            <p:childTnLst>
                              <p:par>
                                <p:cTn id="350" presetID="42" presetClass="entr" presetSubtype="0" fill="hold" nodeType="clickEffect">
                                  <p:stCondLst>
                                    <p:cond delay="0"/>
                                  </p:stCondLst>
                                  <p:childTnLst>
                                    <p:set>
                                      <p:cBhvr>
                                        <p:cTn id="351" dur="1" fill="hold">
                                          <p:stCondLst>
                                            <p:cond delay="0"/>
                                          </p:stCondLst>
                                        </p:cTn>
                                        <p:tgtEl>
                                          <p:spTgt spid="414">
                                            <p:txEl>
                                              <p:pRg st="6" end="6"/>
                                            </p:txEl>
                                          </p:spTgt>
                                        </p:tgtEl>
                                        <p:attrNameLst>
                                          <p:attrName>style.visibility</p:attrName>
                                        </p:attrNameLst>
                                      </p:cBhvr>
                                      <p:to>
                                        <p:strVal val="visible"/>
                                      </p:to>
                                    </p:set>
                                    <p:animEffect transition="in" filter="fade">
                                      <p:cBhvr>
                                        <p:cTn id="352" dur="1000"/>
                                        <p:tgtEl>
                                          <p:spTgt spid="414">
                                            <p:txEl>
                                              <p:pRg st="6" end="6"/>
                                            </p:txEl>
                                          </p:spTgt>
                                        </p:tgtEl>
                                      </p:cBhvr>
                                    </p:animEffect>
                                    <p:anim calcmode="lin" valueType="num">
                                      <p:cBhvr>
                                        <p:cTn id="353" dur="1000" fill="hold"/>
                                        <p:tgtEl>
                                          <p:spTgt spid="414">
                                            <p:txEl>
                                              <p:pRg st="6" end="6"/>
                                            </p:txEl>
                                          </p:spTgt>
                                        </p:tgtEl>
                                        <p:attrNameLst>
                                          <p:attrName>ppt_x</p:attrName>
                                        </p:attrNameLst>
                                      </p:cBhvr>
                                      <p:tavLst>
                                        <p:tav tm="0">
                                          <p:val>
                                            <p:strVal val="#ppt_x"/>
                                          </p:val>
                                        </p:tav>
                                        <p:tav tm="100000">
                                          <p:val>
                                            <p:strVal val="#ppt_x"/>
                                          </p:val>
                                        </p:tav>
                                      </p:tavLst>
                                    </p:anim>
                                    <p:anim calcmode="lin" valueType="num">
                                      <p:cBhvr>
                                        <p:cTn id="354" dur="1000" fill="hold"/>
                                        <p:tgtEl>
                                          <p:spTgt spid="4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55" fill="hold">
                      <p:stCondLst>
                        <p:cond delay="indefinite"/>
                      </p:stCondLst>
                      <p:childTnLst>
                        <p:par>
                          <p:cTn id="356" fill="hold">
                            <p:stCondLst>
                              <p:cond delay="0"/>
                            </p:stCondLst>
                            <p:childTnLst>
                              <p:par>
                                <p:cTn id="357" presetID="42" presetClass="entr" presetSubtype="0" fill="hold" nodeType="clickEffect">
                                  <p:stCondLst>
                                    <p:cond delay="0"/>
                                  </p:stCondLst>
                                  <p:childTnLst>
                                    <p:set>
                                      <p:cBhvr>
                                        <p:cTn id="358" dur="1" fill="hold">
                                          <p:stCondLst>
                                            <p:cond delay="0"/>
                                          </p:stCondLst>
                                        </p:cTn>
                                        <p:tgtEl>
                                          <p:spTgt spid="414">
                                            <p:txEl>
                                              <p:pRg st="7" end="7"/>
                                            </p:txEl>
                                          </p:spTgt>
                                        </p:tgtEl>
                                        <p:attrNameLst>
                                          <p:attrName>style.visibility</p:attrName>
                                        </p:attrNameLst>
                                      </p:cBhvr>
                                      <p:to>
                                        <p:strVal val="visible"/>
                                      </p:to>
                                    </p:set>
                                    <p:animEffect transition="in" filter="fade">
                                      <p:cBhvr>
                                        <p:cTn id="359" dur="1000"/>
                                        <p:tgtEl>
                                          <p:spTgt spid="414">
                                            <p:txEl>
                                              <p:pRg st="7" end="7"/>
                                            </p:txEl>
                                          </p:spTgt>
                                        </p:tgtEl>
                                      </p:cBhvr>
                                    </p:animEffect>
                                    <p:anim calcmode="lin" valueType="num">
                                      <p:cBhvr>
                                        <p:cTn id="360" dur="1000" fill="hold"/>
                                        <p:tgtEl>
                                          <p:spTgt spid="414">
                                            <p:txEl>
                                              <p:pRg st="7" end="7"/>
                                            </p:txEl>
                                          </p:spTgt>
                                        </p:tgtEl>
                                        <p:attrNameLst>
                                          <p:attrName>ppt_x</p:attrName>
                                        </p:attrNameLst>
                                      </p:cBhvr>
                                      <p:tavLst>
                                        <p:tav tm="0">
                                          <p:val>
                                            <p:strVal val="#ppt_x"/>
                                          </p:val>
                                        </p:tav>
                                        <p:tav tm="100000">
                                          <p:val>
                                            <p:strVal val="#ppt_x"/>
                                          </p:val>
                                        </p:tav>
                                      </p:tavLst>
                                    </p:anim>
                                    <p:anim calcmode="lin" valueType="num">
                                      <p:cBhvr>
                                        <p:cTn id="361" dur="1000" fill="hold"/>
                                        <p:tgtEl>
                                          <p:spTgt spid="4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62" fill="hold">
                      <p:stCondLst>
                        <p:cond delay="indefinite"/>
                      </p:stCondLst>
                      <p:childTnLst>
                        <p:par>
                          <p:cTn id="363" fill="hold">
                            <p:stCondLst>
                              <p:cond delay="0"/>
                            </p:stCondLst>
                            <p:childTnLst>
                              <p:par>
                                <p:cTn id="364" presetID="42" presetClass="entr" presetSubtype="0" fill="hold" grpId="0" nodeType="clickEffect">
                                  <p:stCondLst>
                                    <p:cond delay="0"/>
                                  </p:stCondLst>
                                  <p:childTnLst>
                                    <p:set>
                                      <p:cBhvr>
                                        <p:cTn id="365" dur="1" fill="hold">
                                          <p:stCondLst>
                                            <p:cond delay="0"/>
                                          </p:stCondLst>
                                        </p:cTn>
                                        <p:tgtEl>
                                          <p:spTgt spid="417"/>
                                        </p:tgtEl>
                                        <p:attrNameLst>
                                          <p:attrName>style.visibility</p:attrName>
                                        </p:attrNameLst>
                                      </p:cBhvr>
                                      <p:to>
                                        <p:strVal val="visible"/>
                                      </p:to>
                                    </p:set>
                                    <p:animEffect transition="in" filter="fade">
                                      <p:cBhvr>
                                        <p:cTn id="366" dur="1000"/>
                                        <p:tgtEl>
                                          <p:spTgt spid="417"/>
                                        </p:tgtEl>
                                      </p:cBhvr>
                                    </p:animEffect>
                                    <p:anim calcmode="lin" valueType="num">
                                      <p:cBhvr>
                                        <p:cTn id="367" dur="1000" fill="hold"/>
                                        <p:tgtEl>
                                          <p:spTgt spid="417"/>
                                        </p:tgtEl>
                                        <p:attrNameLst>
                                          <p:attrName>ppt_x</p:attrName>
                                        </p:attrNameLst>
                                      </p:cBhvr>
                                      <p:tavLst>
                                        <p:tav tm="0">
                                          <p:val>
                                            <p:strVal val="#ppt_x"/>
                                          </p:val>
                                        </p:tav>
                                        <p:tav tm="100000">
                                          <p:val>
                                            <p:strVal val="#ppt_x"/>
                                          </p:val>
                                        </p:tav>
                                      </p:tavLst>
                                    </p:anim>
                                    <p:anim calcmode="lin" valueType="num">
                                      <p:cBhvr>
                                        <p:cTn id="368" dur="1000" fill="hold"/>
                                        <p:tgtEl>
                                          <p:spTgt spid="4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57" grpId="0" animBg="1"/>
      <p:bldP spid="342" grpId="0" animBg="1"/>
      <p:bldP spid="363" grpId="0" animBg="1"/>
      <p:bldP spid="364" grpId="0"/>
      <p:bldP spid="365" grpId="0"/>
      <p:bldP spid="366" grpId="0"/>
      <p:bldP spid="406" grpId="0"/>
      <p:bldP spid="415" grpId="0" animBg="1"/>
      <p:bldP spid="126" grpId="0"/>
      <p:bldP spid="417" grpId="0"/>
      <p:bldP spid="96" grpId="0" animBg="1"/>
      <p:bldP spid="98" grpId="0" animBg="1"/>
      <p:bldP spid="105" grpId="0" animBg="1"/>
      <p:bldP spid="106" grpId="0"/>
      <p:bldP spid="108" grpId="0"/>
      <p:bldP spid="114" grpId="0" animBg="1"/>
      <p:bldP spid="115" grpId="0" animBg="1"/>
      <p:bldP spid="127" grpId="0" animBg="1"/>
      <p:bldP spid="155" grpId="0" animBg="1"/>
      <p:bldP spid="163" grpId="0" animBg="1"/>
      <p:bldP spid="164" grpId="0"/>
      <p:bldP spid="165" grpId="0"/>
      <p:bldP spid="166" grpId="0"/>
      <p:bldP spid="178" grpId="0"/>
      <p:bldP spid="180" grpId="0"/>
      <p:bldP spid="183" grpId="0" animBg="1"/>
      <p:bldP spid="184" grpId="0"/>
      <p:bldP spid="186" grpId="0"/>
      <p:bldP spid="191" grpId="0"/>
      <p:bldP spid="192" grpId="0"/>
      <p:bldP spid="194" grpId="0"/>
      <p:bldP spid="198" grpId="0"/>
      <p:bldP spid="200" grpId="0"/>
      <p:bldP spid="20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6735"/>
            <a:ext cx="9144000" cy="464790"/>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7" name="Rectangle 6"/>
          <p:cNvSpPr/>
          <p:nvPr/>
        </p:nvSpPr>
        <p:spPr>
          <a:xfrm>
            <a:off x="4143198" y="509452"/>
            <a:ext cx="4826962" cy="461665"/>
          </a:xfrm>
          <a:prstGeom prst="rect">
            <a:avLst/>
          </a:prstGeom>
        </p:spPr>
        <p:txBody>
          <a:bodyPr wrap="none">
            <a:spAutoFit/>
          </a:bodyPr>
          <a:lstStyle/>
          <a:p>
            <a:pPr defTabSz="457200"/>
            <a:r>
              <a:rPr lang="en-US" sz="2400" b="1" dirty="0">
                <a:solidFill>
                  <a:srgbClr val="931909"/>
                </a:solidFill>
                <a:latin typeface="Segoe UI Black"/>
              </a:rPr>
              <a:t>Shear and moment diagrams…</a:t>
            </a:r>
          </a:p>
        </p:txBody>
      </p:sp>
      <p:sp>
        <p:nvSpPr>
          <p:cNvPr id="15" name="Rectangle 14"/>
          <p:cNvSpPr/>
          <p:nvPr/>
        </p:nvSpPr>
        <p:spPr>
          <a:xfrm>
            <a:off x="1558536" y="925745"/>
            <a:ext cx="8692378" cy="338554"/>
          </a:xfrm>
          <a:prstGeom prst="rect">
            <a:avLst/>
          </a:prstGeom>
          <a:solidFill>
            <a:schemeClr val="accent1">
              <a:lumMod val="75000"/>
            </a:schemeClr>
          </a:solidFill>
        </p:spPr>
        <p:txBody>
          <a:bodyPr wrap="square">
            <a:spAutoFit/>
          </a:bodyPr>
          <a:lstStyle/>
          <a:p>
            <a:pPr defTabSz="457200">
              <a:buClr>
                <a:srgbClr val="00B050"/>
              </a:buClr>
              <a:buSzPct val="115000"/>
            </a:pPr>
            <a:r>
              <a:rPr lang="en-US" sz="1600" b="1" dirty="0">
                <a:solidFill>
                  <a:srgbClr val="FFFFFF"/>
                </a:solidFill>
                <a:latin typeface="Segoe UI Black"/>
              </a:rPr>
              <a:t>Example 2: solution …</a:t>
            </a: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19</a:t>
            </a:fld>
            <a:endParaRPr lang="en-US" sz="2000" dirty="0">
              <a:solidFill>
                <a:srgbClr val="931909">
                  <a:lumMod val="50000"/>
                </a:srgbClr>
              </a:solidFill>
              <a:latin typeface="Segoe UI Black"/>
            </a:endParaRPr>
          </a:p>
        </p:txBody>
      </p:sp>
      <p:sp>
        <p:nvSpPr>
          <p:cNvPr id="236" name="Rectangle 235"/>
          <p:cNvSpPr/>
          <p:nvPr/>
        </p:nvSpPr>
        <p:spPr>
          <a:xfrm>
            <a:off x="1573208" y="1390308"/>
            <a:ext cx="8692378" cy="307777"/>
          </a:xfrm>
          <a:prstGeom prst="rect">
            <a:avLst/>
          </a:prstGeom>
          <a:solidFill>
            <a:schemeClr val="accent1">
              <a:lumMod val="75000"/>
            </a:schemeClr>
          </a:solidFill>
        </p:spPr>
        <p:txBody>
          <a:bodyPr wrap="square">
            <a:spAutoFit/>
          </a:bodyPr>
          <a:lstStyle/>
          <a:p>
            <a:pPr defTabSz="457200">
              <a:buClr>
                <a:srgbClr val="00B050"/>
              </a:buClr>
              <a:buSzPct val="115000"/>
            </a:pPr>
            <a:r>
              <a:rPr lang="en-US" sz="1400" b="1" dirty="0">
                <a:solidFill>
                  <a:srgbClr val="FFFFFF"/>
                </a:solidFill>
                <a:latin typeface="Segoe UI Black"/>
              </a:rPr>
              <a:t>iii) Draw diagrams</a:t>
            </a:r>
          </a:p>
        </p:txBody>
      </p:sp>
      <p:sp>
        <p:nvSpPr>
          <p:cNvPr id="116" name="Rectangle 115"/>
          <p:cNvSpPr/>
          <p:nvPr/>
        </p:nvSpPr>
        <p:spPr>
          <a:xfrm>
            <a:off x="2891622" y="2370215"/>
            <a:ext cx="7333841" cy="147452"/>
          </a:xfrm>
          <a:prstGeom prst="rect">
            <a:avLst/>
          </a:prstGeom>
          <a:solidFill>
            <a:schemeClr val="bg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cxnSp>
        <p:nvCxnSpPr>
          <p:cNvPr id="117" name="Straight Connector 116"/>
          <p:cNvCxnSpPr/>
          <p:nvPr/>
        </p:nvCxnSpPr>
        <p:spPr>
          <a:xfrm flipV="1">
            <a:off x="8356419" y="2812990"/>
            <a:ext cx="1822854" cy="9552"/>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flipV="1">
            <a:off x="6459960" y="2822543"/>
            <a:ext cx="1873535" cy="6009"/>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a:xfrm flipV="1">
            <a:off x="4682287" y="2828715"/>
            <a:ext cx="1790665" cy="9552"/>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flipV="1">
            <a:off x="2891622" y="2838267"/>
            <a:ext cx="1790665" cy="9552"/>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4652386" y="2741411"/>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2881008" y="2782169"/>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6387569" y="2755902"/>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flipH="1">
            <a:off x="10129808" y="2727722"/>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H="1">
            <a:off x="8305734" y="2744953"/>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7367027" y="2735401"/>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8329180" y="2033227"/>
            <a:ext cx="109657" cy="4580225"/>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p:nvPr/>
        </p:nvCxnSpPr>
        <p:spPr>
          <a:xfrm>
            <a:off x="8328599" y="2033227"/>
            <a:ext cx="13331" cy="33698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6404582" y="2215853"/>
            <a:ext cx="115352" cy="4397599"/>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7388268" y="2254929"/>
            <a:ext cx="91385" cy="4358522"/>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4683049" y="2293285"/>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V="1">
            <a:off x="2908949" y="2133223"/>
            <a:ext cx="1776516" cy="229195"/>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38" name="Straight Arrow Connector 137"/>
          <p:cNvCxnSpPr/>
          <p:nvPr/>
        </p:nvCxnSpPr>
        <p:spPr>
          <a:xfrm>
            <a:off x="4675000" y="2123773"/>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p:cNvCxnSpPr/>
          <p:nvPr/>
        </p:nvCxnSpPr>
        <p:spPr>
          <a:xfrm>
            <a:off x="4755078" y="2127639"/>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p:cNvCxnSpPr/>
          <p:nvPr/>
        </p:nvCxnSpPr>
        <p:spPr>
          <a:xfrm>
            <a:off x="4846585" y="2131085"/>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p:nvPr/>
        </p:nvCxnSpPr>
        <p:spPr>
          <a:xfrm>
            <a:off x="4938092" y="2126806"/>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p:cNvCxnSpPr/>
          <p:nvPr/>
        </p:nvCxnSpPr>
        <p:spPr>
          <a:xfrm>
            <a:off x="5029599" y="2134077"/>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p:cNvCxnSpPr/>
          <p:nvPr/>
        </p:nvCxnSpPr>
        <p:spPr>
          <a:xfrm>
            <a:off x="5129434" y="2134077"/>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p:nvPr/>
        </p:nvCxnSpPr>
        <p:spPr>
          <a:xfrm>
            <a:off x="5229269" y="2138285"/>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p:cNvCxnSpPr/>
          <p:nvPr/>
        </p:nvCxnSpPr>
        <p:spPr>
          <a:xfrm>
            <a:off x="5317767" y="2128418"/>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p:cNvCxnSpPr/>
          <p:nvPr/>
        </p:nvCxnSpPr>
        <p:spPr>
          <a:xfrm>
            <a:off x="5397845" y="2132284"/>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p:cNvCxnSpPr/>
          <p:nvPr/>
        </p:nvCxnSpPr>
        <p:spPr>
          <a:xfrm>
            <a:off x="5489352" y="2135730"/>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p:cNvCxnSpPr/>
          <p:nvPr/>
        </p:nvCxnSpPr>
        <p:spPr>
          <a:xfrm>
            <a:off x="5580859" y="2131451"/>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Straight Arrow Connector 149"/>
          <p:cNvCxnSpPr/>
          <p:nvPr/>
        </p:nvCxnSpPr>
        <p:spPr>
          <a:xfrm>
            <a:off x="5672366" y="2123773"/>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p:cNvCxnSpPr/>
          <p:nvPr/>
        </p:nvCxnSpPr>
        <p:spPr>
          <a:xfrm>
            <a:off x="5772117" y="2123773"/>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Straight Arrow Connector 151"/>
          <p:cNvCxnSpPr/>
          <p:nvPr/>
        </p:nvCxnSpPr>
        <p:spPr>
          <a:xfrm>
            <a:off x="5856383" y="2131085"/>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Straight Arrow Connector 152"/>
          <p:cNvCxnSpPr/>
          <p:nvPr/>
        </p:nvCxnSpPr>
        <p:spPr>
          <a:xfrm>
            <a:off x="5939048" y="2128418"/>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p:cNvCxnSpPr/>
          <p:nvPr/>
        </p:nvCxnSpPr>
        <p:spPr>
          <a:xfrm>
            <a:off x="6019126" y="2132284"/>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Straight Arrow Connector 155"/>
          <p:cNvCxnSpPr/>
          <p:nvPr/>
        </p:nvCxnSpPr>
        <p:spPr>
          <a:xfrm>
            <a:off x="6110633" y="2135730"/>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p:cNvCxnSpPr/>
          <p:nvPr/>
        </p:nvCxnSpPr>
        <p:spPr>
          <a:xfrm>
            <a:off x="6202140" y="2131451"/>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p:cNvCxnSpPr/>
          <p:nvPr/>
        </p:nvCxnSpPr>
        <p:spPr>
          <a:xfrm>
            <a:off x="6292071" y="2126806"/>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60" name="Straight Arrow Connector 159"/>
          <p:cNvCxnSpPr/>
          <p:nvPr/>
        </p:nvCxnSpPr>
        <p:spPr>
          <a:xfrm>
            <a:off x="6394646" y="2122527"/>
            <a:ext cx="6665" cy="24768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p:cNvCxnSpPr/>
          <p:nvPr/>
        </p:nvCxnSpPr>
        <p:spPr>
          <a:xfrm>
            <a:off x="4589830" y="2146472"/>
            <a:ext cx="7569" cy="226396"/>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p:cNvCxnSpPr/>
          <p:nvPr/>
        </p:nvCxnSpPr>
        <p:spPr>
          <a:xfrm>
            <a:off x="4509452" y="2152482"/>
            <a:ext cx="2776" cy="225956"/>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p:cNvCxnSpPr/>
          <p:nvPr/>
        </p:nvCxnSpPr>
        <p:spPr>
          <a:xfrm>
            <a:off x="4405152" y="2163372"/>
            <a:ext cx="3010" cy="19904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Straight Arrow Connector 169"/>
          <p:cNvCxnSpPr/>
          <p:nvPr/>
        </p:nvCxnSpPr>
        <p:spPr>
          <a:xfrm>
            <a:off x="4293259" y="2187857"/>
            <a:ext cx="7244" cy="182358"/>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p:nvPr/>
        </p:nvCxnSpPr>
        <p:spPr>
          <a:xfrm>
            <a:off x="4184786" y="2204030"/>
            <a:ext cx="0" cy="15838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72" name="Straight Arrow Connector 171"/>
          <p:cNvCxnSpPr/>
          <p:nvPr/>
        </p:nvCxnSpPr>
        <p:spPr>
          <a:xfrm flipH="1">
            <a:off x="4088507" y="2215853"/>
            <a:ext cx="779" cy="154363"/>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p:nvPr/>
        </p:nvCxnSpPr>
        <p:spPr>
          <a:xfrm>
            <a:off x="3976429" y="2227093"/>
            <a:ext cx="3451" cy="143122"/>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Straight Arrow Connector 202"/>
          <p:cNvCxnSpPr/>
          <p:nvPr/>
        </p:nvCxnSpPr>
        <p:spPr>
          <a:xfrm>
            <a:off x="3862312" y="2247618"/>
            <a:ext cx="4049" cy="130821"/>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Straight Arrow Connector 203"/>
          <p:cNvCxnSpPr/>
          <p:nvPr/>
        </p:nvCxnSpPr>
        <p:spPr>
          <a:xfrm>
            <a:off x="3748393" y="2261584"/>
            <a:ext cx="5483" cy="116855"/>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Straight Arrow Connector 204"/>
          <p:cNvCxnSpPr/>
          <p:nvPr/>
        </p:nvCxnSpPr>
        <p:spPr>
          <a:xfrm>
            <a:off x="3653709" y="2271101"/>
            <a:ext cx="114" cy="101777"/>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Straight Arrow Connector 205"/>
          <p:cNvCxnSpPr/>
          <p:nvPr/>
        </p:nvCxnSpPr>
        <p:spPr>
          <a:xfrm>
            <a:off x="3557952" y="2286149"/>
            <a:ext cx="2374" cy="91039"/>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p:cNvCxnSpPr/>
          <p:nvPr/>
        </p:nvCxnSpPr>
        <p:spPr>
          <a:xfrm>
            <a:off x="3443094" y="2286147"/>
            <a:ext cx="5124" cy="99826"/>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p:cNvCxnSpPr/>
          <p:nvPr/>
        </p:nvCxnSpPr>
        <p:spPr>
          <a:xfrm flipH="1">
            <a:off x="3316329" y="2297925"/>
            <a:ext cx="2803" cy="88048"/>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flipV="1">
            <a:off x="4682229" y="2126179"/>
            <a:ext cx="1729924" cy="9607"/>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210" name="Curved Down Arrow 209"/>
          <p:cNvSpPr/>
          <p:nvPr/>
        </p:nvSpPr>
        <p:spPr>
          <a:xfrm>
            <a:off x="7282926" y="2307180"/>
            <a:ext cx="262597" cy="180321"/>
          </a:xfrm>
          <a:prstGeom prst="curvedDownArrow">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931909"/>
              </a:solidFill>
              <a:latin typeface="Segoe UI Black"/>
            </a:endParaRPr>
          </a:p>
        </p:txBody>
      </p:sp>
      <p:sp>
        <p:nvSpPr>
          <p:cNvPr id="211" name="TextBox 210"/>
          <p:cNvSpPr txBox="1"/>
          <p:nvPr/>
        </p:nvSpPr>
        <p:spPr>
          <a:xfrm>
            <a:off x="6338827" y="1993674"/>
            <a:ext cx="686216" cy="253916"/>
          </a:xfrm>
          <a:prstGeom prst="rect">
            <a:avLst/>
          </a:prstGeom>
          <a:noFill/>
        </p:spPr>
        <p:txBody>
          <a:bodyPr wrap="square" rtlCol="0">
            <a:spAutoFit/>
          </a:bodyPr>
          <a:lstStyle/>
          <a:p>
            <a:pPr defTabSz="457200"/>
            <a:r>
              <a:rPr lang="en-US" sz="1050" dirty="0">
                <a:solidFill>
                  <a:srgbClr val="002060"/>
                </a:solidFill>
                <a:latin typeface="Segoe UI Black"/>
              </a:rPr>
              <a:t>1 kN/m</a:t>
            </a:r>
          </a:p>
        </p:txBody>
      </p:sp>
      <p:sp>
        <p:nvSpPr>
          <p:cNvPr id="212" name="TextBox 211"/>
          <p:cNvSpPr txBox="1"/>
          <p:nvPr/>
        </p:nvSpPr>
        <p:spPr>
          <a:xfrm>
            <a:off x="7218369" y="2100135"/>
            <a:ext cx="686216" cy="253916"/>
          </a:xfrm>
          <a:prstGeom prst="rect">
            <a:avLst/>
          </a:prstGeom>
          <a:noFill/>
        </p:spPr>
        <p:txBody>
          <a:bodyPr wrap="square" rtlCol="0">
            <a:spAutoFit/>
          </a:bodyPr>
          <a:lstStyle/>
          <a:p>
            <a:pPr defTabSz="457200"/>
            <a:r>
              <a:rPr lang="en-US" sz="1050" dirty="0">
                <a:solidFill>
                  <a:srgbClr val="002060"/>
                </a:solidFill>
                <a:latin typeface="Segoe UI Black"/>
              </a:rPr>
              <a:t>2 </a:t>
            </a:r>
            <a:r>
              <a:rPr lang="en-US" sz="1050" dirty="0" err="1">
                <a:solidFill>
                  <a:srgbClr val="002060"/>
                </a:solidFill>
                <a:latin typeface="Segoe UI Black"/>
              </a:rPr>
              <a:t>kNm</a:t>
            </a:r>
            <a:endParaRPr lang="en-US" sz="1050" dirty="0">
              <a:solidFill>
                <a:srgbClr val="002060"/>
              </a:solidFill>
              <a:latin typeface="Segoe UI Black"/>
            </a:endParaRPr>
          </a:p>
        </p:txBody>
      </p:sp>
      <p:sp>
        <p:nvSpPr>
          <p:cNvPr id="213" name="TextBox 212"/>
          <p:cNvSpPr txBox="1"/>
          <p:nvPr/>
        </p:nvSpPr>
        <p:spPr>
          <a:xfrm>
            <a:off x="8156053" y="1824092"/>
            <a:ext cx="526122" cy="253916"/>
          </a:xfrm>
          <a:prstGeom prst="rect">
            <a:avLst/>
          </a:prstGeom>
          <a:noFill/>
        </p:spPr>
        <p:txBody>
          <a:bodyPr wrap="square" rtlCol="0">
            <a:spAutoFit/>
          </a:bodyPr>
          <a:lstStyle/>
          <a:p>
            <a:pPr defTabSz="457200"/>
            <a:r>
              <a:rPr lang="en-US" sz="1050" dirty="0">
                <a:solidFill>
                  <a:srgbClr val="002060"/>
                </a:solidFill>
                <a:latin typeface="Segoe UI Black"/>
              </a:rPr>
              <a:t>2 kN</a:t>
            </a:r>
          </a:p>
        </p:txBody>
      </p:sp>
      <p:sp>
        <p:nvSpPr>
          <p:cNvPr id="214" name="TextBox 213"/>
          <p:cNvSpPr txBox="1"/>
          <p:nvPr/>
        </p:nvSpPr>
        <p:spPr>
          <a:xfrm>
            <a:off x="9893074" y="2877735"/>
            <a:ext cx="745025" cy="276999"/>
          </a:xfrm>
          <a:prstGeom prst="rect">
            <a:avLst/>
          </a:prstGeom>
          <a:noFill/>
        </p:spPr>
        <p:txBody>
          <a:bodyPr wrap="square" rtlCol="0">
            <a:spAutoFit/>
          </a:bodyPr>
          <a:lstStyle/>
          <a:p>
            <a:pPr defTabSz="457200"/>
            <a:r>
              <a:rPr lang="en-US" sz="1200" dirty="0">
                <a:solidFill>
                  <a:srgbClr val="002060"/>
                </a:solidFill>
                <a:latin typeface="Segoe UI Black"/>
              </a:rPr>
              <a:t>2.67kN</a:t>
            </a:r>
            <a:endParaRPr lang="en-US" sz="1200" baseline="-25000" dirty="0">
              <a:solidFill>
                <a:srgbClr val="002060"/>
              </a:solidFill>
              <a:latin typeface="Segoe UI Black"/>
            </a:endParaRPr>
          </a:p>
        </p:txBody>
      </p:sp>
      <p:sp>
        <p:nvSpPr>
          <p:cNvPr id="215" name="TextBox 214"/>
          <p:cNvSpPr txBox="1"/>
          <p:nvPr/>
        </p:nvSpPr>
        <p:spPr>
          <a:xfrm>
            <a:off x="6637335" y="2679582"/>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1 m</a:t>
            </a:r>
          </a:p>
        </p:txBody>
      </p:sp>
      <p:sp>
        <p:nvSpPr>
          <p:cNvPr id="216" name="TextBox 215"/>
          <p:cNvSpPr txBox="1"/>
          <p:nvPr/>
        </p:nvSpPr>
        <p:spPr>
          <a:xfrm>
            <a:off x="7648003" y="2705135"/>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1 m</a:t>
            </a:r>
          </a:p>
        </p:txBody>
      </p:sp>
      <p:sp>
        <p:nvSpPr>
          <p:cNvPr id="217" name="TextBox 216"/>
          <p:cNvSpPr txBox="1"/>
          <p:nvPr/>
        </p:nvSpPr>
        <p:spPr>
          <a:xfrm>
            <a:off x="5447305" y="2711087"/>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 m</a:t>
            </a:r>
          </a:p>
        </p:txBody>
      </p:sp>
      <p:sp>
        <p:nvSpPr>
          <p:cNvPr id="218" name="TextBox 217"/>
          <p:cNvSpPr txBox="1"/>
          <p:nvPr/>
        </p:nvSpPr>
        <p:spPr>
          <a:xfrm>
            <a:off x="8939967" y="2707392"/>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 m</a:t>
            </a:r>
          </a:p>
        </p:txBody>
      </p:sp>
      <p:sp>
        <p:nvSpPr>
          <p:cNvPr id="219" name="TextBox 218"/>
          <p:cNvSpPr txBox="1"/>
          <p:nvPr/>
        </p:nvSpPr>
        <p:spPr>
          <a:xfrm>
            <a:off x="3660114" y="2693154"/>
            <a:ext cx="446121" cy="253916"/>
          </a:xfrm>
          <a:prstGeom prst="rect">
            <a:avLst/>
          </a:prstGeom>
          <a:solidFill>
            <a:schemeClr val="bg1"/>
          </a:solidFill>
        </p:spPr>
        <p:txBody>
          <a:bodyPr wrap="square" rtlCol="0">
            <a:spAutoFit/>
          </a:bodyPr>
          <a:lstStyle/>
          <a:p>
            <a:pPr defTabSz="457200"/>
            <a:r>
              <a:rPr lang="en-US" sz="1050" dirty="0">
                <a:solidFill>
                  <a:srgbClr val="002060"/>
                </a:solidFill>
                <a:latin typeface="Segoe UI Black"/>
              </a:rPr>
              <a:t>2 m</a:t>
            </a:r>
          </a:p>
        </p:txBody>
      </p:sp>
      <p:cxnSp>
        <p:nvCxnSpPr>
          <p:cNvPr id="220" name="Straight Arrow Connector 219"/>
          <p:cNvCxnSpPr/>
          <p:nvPr/>
        </p:nvCxnSpPr>
        <p:spPr>
          <a:xfrm flipH="1" flipV="1">
            <a:off x="2924747" y="2539595"/>
            <a:ext cx="141" cy="410715"/>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Straight Arrow Connector 220"/>
          <p:cNvCxnSpPr/>
          <p:nvPr/>
        </p:nvCxnSpPr>
        <p:spPr>
          <a:xfrm flipH="1" flipV="1">
            <a:off x="10218282" y="2498969"/>
            <a:ext cx="141" cy="410715"/>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1567491" y="1848342"/>
            <a:ext cx="1919115" cy="338554"/>
          </a:xfrm>
          <a:prstGeom prst="rect">
            <a:avLst/>
          </a:prstGeom>
          <a:noFill/>
        </p:spPr>
        <p:txBody>
          <a:bodyPr wrap="none" rtlCol="0">
            <a:spAutoFit/>
          </a:bodyPr>
          <a:lstStyle/>
          <a:p>
            <a:pPr marL="285750" indent="-285750" defTabSz="457200">
              <a:buFont typeface="Wingdings" panose="05000000000000000000" pitchFamily="2" charset="2"/>
              <a:buChar char="Ø"/>
            </a:pPr>
            <a:r>
              <a:rPr lang="en-US" sz="1600" dirty="0">
                <a:solidFill>
                  <a:srgbClr val="931909"/>
                </a:solidFill>
                <a:latin typeface="Segoe UI Black"/>
              </a:rPr>
              <a:t>Force diagram</a:t>
            </a:r>
          </a:p>
        </p:txBody>
      </p:sp>
      <p:sp>
        <p:nvSpPr>
          <p:cNvPr id="239" name="TextBox 238"/>
          <p:cNvSpPr txBox="1"/>
          <p:nvPr/>
        </p:nvSpPr>
        <p:spPr>
          <a:xfrm>
            <a:off x="1569868" y="2989719"/>
            <a:ext cx="2518638" cy="338554"/>
          </a:xfrm>
          <a:prstGeom prst="rect">
            <a:avLst/>
          </a:prstGeom>
          <a:noFill/>
        </p:spPr>
        <p:txBody>
          <a:bodyPr wrap="none" rtlCol="0">
            <a:spAutoFit/>
          </a:bodyPr>
          <a:lstStyle/>
          <a:p>
            <a:pPr marL="285750" indent="-285750" defTabSz="457200">
              <a:buFont typeface="Wingdings" panose="05000000000000000000" pitchFamily="2" charset="2"/>
              <a:buChar char="Ø"/>
            </a:pPr>
            <a:r>
              <a:rPr lang="en-US" sz="1600" dirty="0">
                <a:solidFill>
                  <a:srgbClr val="931909"/>
                </a:solidFill>
                <a:latin typeface="Segoe UI Black"/>
              </a:rPr>
              <a:t>Shear force diagram</a:t>
            </a:r>
          </a:p>
        </p:txBody>
      </p:sp>
      <p:sp>
        <p:nvSpPr>
          <p:cNvPr id="240" name="TextBox 239"/>
          <p:cNvSpPr txBox="1"/>
          <p:nvPr/>
        </p:nvSpPr>
        <p:spPr>
          <a:xfrm>
            <a:off x="1610261" y="4520294"/>
            <a:ext cx="3118161" cy="338554"/>
          </a:xfrm>
          <a:prstGeom prst="rect">
            <a:avLst/>
          </a:prstGeom>
          <a:noFill/>
        </p:spPr>
        <p:txBody>
          <a:bodyPr wrap="none" rtlCol="0">
            <a:spAutoFit/>
          </a:bodyPr>
          <a:lstStyle/>
          <a:p>
            <a:pPr marL="285750" indent="-285750" defTabSz="457200">
              <a:buFont typeface="Wingdings" panose="05000000000000000000" pitchFamily="2" charset="2"/>
              <a:buChar char="Ø"/>
            </a:pPr>
            <a:r>
              <a:rPr lang="en-US" sz="1600" dirty="0">
                <a:solidFill>
                  <a:srgbClr val="931909"/>
                </a:solidFill>
                <a:latin typeface="Segoe UI Black"/>
              </a:rPr>
              <a:t>Bending moment diagram</a:t>
            </a:r>
          </a:p>
        </p:txBody>
      </p:sp>
      <p:cxnSp>
        <p:nvCxnSpPr>
          <p:cNvPr id="246" name="Straight Connector 245"/>
          <p:cNvCxnSpPr/>
          <p:nvPr/>
        </p:nvCxnSpPr>
        <p:spPr>
          <a:xfrm flipH="1">
            <a:off x="4693506" y="4040753"/>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flipH="1">
            <a:off x="2922128" y="4081511"/>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H="1">
            <a:off x="6428689" y="4055244"/>
            <a:ext cx="72390" cy="174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a:off x="6445702" y="3515194"/>
            <a:ext cx="15142" cy="785470"/>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4704551" y="3139437"/>
            <a:ext cx="84270" cy="3474015"/>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305" name="Straight Arrow Connector 304"/>
          <p:cNvCxnSpPr/>
          <p:nvPr/>
        </p:nvCxnSpPr>
        <p:spPr>
          <a:xfrm flipH="1" flipV="1">
            <a:off x="2947192" y="3510706"/>
            <a:ext cx="6349" cy="643913"/>
          </a:xfrm>
          <a:prstGeom prst="straightConnector1">
            <a:avLst/>
          </a:prstGeom>
          <a:ln w="19050">
            <a:solidFill>
              <a:schemeClr val="tx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6" name="Straight Arrow Connector 305"/>
          <p:cNvCxnSpPr/>
          <p:nvPr/>
        </p:nvCxnSpPr>
        <p:spPr>
          <a:xfrm flipH="1" flipV="1">
            <a:off x="10265586" y="4095641"/>
            <a:ext cx="142" cy="527876"/>
          </a:xfrm>
          <a:prstGeom prst="straightConnector1">
            <a:avLst/>
          </a:prstGeom>
          <a:ln w="19050">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7" name="Straight Connector 306"/>
          <p:cNvCxnSpPr/>
          <p:nvPr/>
        </p:nvCxnSpPr>
        <p:spPr>
          <a:xfrm>
            <a:off x="10244469" y="2869309"/>
            <a:ext cx="97506" cy="3744142"/>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p:nvCxnSpPr>
        <p:spPr>
          <a:xfrm>
            <a:off x="2989267" y="2872056"/>
            <a:ext cx="97506" cy="3744142"/>
          </a:xfrm>
          <a:prstGeom prst="line">
            <a:avLst/>
          </a:prstGeom>
          <a:ln>
            <a:solidFill>
              <a:srgbClr val="2BED3D"/>
            </a:solidFill>
            <a:prstDash val="dashDot"/>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2943046" y="4100978"/>
            <a:ext cx="7388577" cy="48305"/>
          </a:xfrm>
          <a:prstGeom prst="line">
            <a:avLst/>
          </a:prstGeom>
          <a:ln>
            <a:solidFill>
              <a:srgbClr val="2BED3D"/>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rot="16200000">
            <a:off x="2833923" y="3606973"/>
            <a:ext cx="484428" cy="261610"/>
          </a:xfrm>
          <a:prstGeom prst="rect">
            <a:avLst/>
          </a:prstGeom>
          <a:noFill/>
        </p:spPr>
        <p:txBody>
          <a:bodyPr wrap="none" rtlCol="0">
            <a:spAutoFit/>
          </a:bodyPr>
          <a:lstStyle/>
          <a:p>
            <a:pPr defTabSz="457200"/>
            <a:r>
              <a:rPr lang="en-US" sz="1100" dirty="0">
                <a:solidFill>
                  <a:srgbClr val="931909"/>
                </a:solidFill>
                <a:latin typeface="Segoe UI Black"/>
              </a:rPr>
              <a:t>2.33</a:t>
            </a:r>
          </a:p>
        </p:txBody>
      </p:sp>
      <p:cxnSp>
        <p:nvCxnSpPr>
          <p:cNvPr id="310" name="Straight Arrow Connector 309"/>
          <p:cNvCxnSpPr/>
          <p:nvPr/>
        </p:nvCxnSpPr>
        <p:spPr>
          <a:xfrm flipV="1">
            <a:off x="8419114" y="4658064"/>
            <a:ext cx="1874108" cy="4627"/>
          </a:xfrm>
          <a:prstGeom prst="straightConnector1">
            <a:avLst/>
          </a:prstGeom>
          <a:ln w="19050">
            <a:solidFill>
              <a:schemeClr val="tx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2" name="TextBox 311"/>
          <p:cNvSpPr txBox="1"/>
          <p:nvPr/>
        </p:nvSpPr>
        <p:spPr>
          <a:xfrm rot="16200000">
            <a:off x="2654874" y="4011579"/>
            <a:ext cx="269626" cy="261610"/>
          </a:xfrm>
          <a:prstGeom prst="rect">
            <a:avLst/>
          </a:prstGeom>
          <a:noFill/>
        </p:spPr>
        <p:txBody>
          <a:bodyPr wrap="none" rtlCol="0">
            <a:spAutoFit/>
          </a:bodyPr>
          <a:lstStyle/>
          <a:p>
            <a:pPr defTabSz="457200"/>
            <a:r>
              <a:rPr lang="en-US" sz="1100" dirty="0">
                <a:solidFill>
                  <a:srgbClr val="931909"/>
                </a:solidFill>
                <a:latin typeface="Segoe UI Black"/>
              </a:rPr>
              <a:t>0</a:t>
            </a:r>
          </a:p>
        </p:txBody>
      </p:sp>
      <p:sp>
        <p:nvSpPr>
          <p:cNvPr id="313" name="TextBox 312"/>
          <p:cNvSpPr txBox="1"/>
          <p:nvPr/>
        </p:nvSpPr>
        <p:spPr>
          <a:xfrm>
            <a:off x="9274678" y="4628751"/>
            <a:ext cx="542136" cy="261610"/>
          </a:xfrm>
          <a:prstGeom prst="rect">
            <a:avLst/>
          </a:prstGeom>
          <a:noFill/>
        </p:spPr>
        <p:txBody>
          <a:bodyPr wrap="none" rtlCol="0">
            <a:spAutoFit/>
          </a:bodyPr>
          <a:lstStyle/>
          <a:p>
            <a:pPr defTabSz="457200"/>
            <a:r>
              <a:rPr lang="en-US" sz="1100" dirty="0">
                <a:solidFill>
                  <a:srgbClr val="931909"/>
                </a:solidFill>
                <a:latin typeface="Segoe UI Black"/>
              </a:rPr>
              <a:t>-2.67</a:t>
            </a:r>
          </a:p>
        </p:txBody>
      </p:sp>
      <p:cxnSp>
        <p:nvCxnSpPr>
          <p:cNvPr id="314" name="Straight Arrow Connector 313"/>
          <p:cNvCxnSpPr/>
          <p:nvPr/>
        </p:nvCxnSpPr>
        <p:spPr>
          <a:xfrm flipH="1" flipV="1">
            <a:off x="8409414" y="4263895"/>
            <a:ext cx="9700" cy="394169"/>
          </a:xfrm>
          <a:prstGeom prst="straightConnector1">
            <a:avLst/>
          </a:prstGeom>
          <a:ln w="19050">
            <a:solidFill>
              <a:schemeClr val="tx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5" name="Straight Arrow Connector 314"/>
          <p:cNvCxnSpPr/>
          <p:nvPr/>
        </p:nvCxnSpPr>
        <p:spPr>
          <a:xfrm flipH="1" flipV="1">
            <a:off x="4724778" y="3920567"/>
            <a:ext cx="1744295" cy="331423"/>
          </a:xfrm>
          <a:prstGeom prst="straightConnector1">
            <a:avLst/>
          </a:prstGeom>
          <a:ln w="19050">
            <a:solidFill>
              <a:schemeClr val="tx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6" name="Straight Arrow Connector 315"/>
          <p:cNvCxnSpPr/>
          <p:nvPr/>
        </p:nvCxnSpPr>
        <p:spPr>
          <a:xfrm flipH="1" flipV="1">
            <a:off x="6459959" y="4247251"/>
            <a:ext cx="1959948" cy="9787"/>
          </a:xfrm>
          <a:prstGeom prst="straightConnector1">
            <a:avLst/>
          </a:prstGeom>
          <a:ln w="19050">
            <a:solidFill>
              <a:schemeClr val="tx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Freeform 35"/>
          <p:cNvSpPr/>
          <p:nvPr/>
        </p:nvSpPr>
        <p:spPr>
          <a:xfrm>
            <a:off x="2946400" y="3508189"/>
            <a:ext cx="1780988" cy="412377"/>
          </a:xfrm>
          <a:custGeom>
            <a:avLst/>
            <a:gdLst>
              <a:gd name="connsiteX0" fmla="*/ 0 w 1780988"/>
              <a:gd name="connsiteY0" fmla="*/ 0 h 412377"/>
              <a:gd name="connsiteX1" fmla="*/ 221129 w 1780988"/>
              <a:gd name="connsiteY1" fmla="*/ 5977 h 412377"/>
              <a:gd name="connsiteX2" fmla="*/ 221129 w 1780988"/>
              <a:gd name="connsiteY2" fmla="*/ 5977 h 412377"/>
              <a:gd name="connsiteX3" fmla="*/ 472141 w 1780988"/>
              <a:gd name="connsiteY3" fmla="*/ 47812 h 412377"/>
              <a:gd name="connsiteX4" fmla="*/ 759012 w 1780988"/>
              <a:gd name="connsiteY4" fmla="*/ 107577 h 412377"/>
              <a:gd name="connsiteX5" fmla="*/ 992094 w 1780988"/>
              <a:gd name="connsiteY5" fmla="*/ 185271 h 412377"/>
              <a:gd name="connsiteX6" fmla="*/ 1249082 w 1780988"/>
              <a:gd name="connsiteY6" fmla="*/ 256988 h 412377"/>
              <a:gd name="connsiteX7" fmla="*/ 1500094 w 1780988"/>
              <a:gd name="connsiteY7" fmla="*/ 340659 h 412377"/>
              <a:gd name="connsiteX8" fmla="*/ 1691341 w 1780988"/>
              <a:gd name="connsiteY8" fmla="*/ 382494 h 412377"/>
              <a:gd name="connsiteX9" fmla="*/ 1780988 w 1780988"/>
              <a:gd name="connsiteY9" fmla="*/ 412377 h 412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0988" h="412377">
                <a:moveTo>
                  <a:pt x="0" y="0"/>
                </a:moveTo>
                <a:lnTo>
                  <a:pt x="221129" y="5977"/>
                </a:lnTo>
                <a:lnTo>
                  <a:pt x="221129" y="5977"/>
                </a:lnTo>
                <a:cubicBezTo>
                  <a:pt x="262964" y="12950"/>
                  <a:pt x="382494" y="30879"/>
                  <a:pt x="472141" y="47812"/>
                </a:cubicBezTo>
                <a:cubicBezTo>
                  <a:pt x="561788" y="64745"/>
                  <a:pt x="672353" y="84667"/>
                  <a:pt x="759012" y="107577"/>
                </a:cubicBezTo>
                <a:cubicBezTo>
                  <a:pt x="845671" y="130487"/>
                  <a:pt x="910416" y="160369"/>
                  <a:pt x="992094" y="185271"/>
                </a:cubicBezTo>
                <a:cubicBezTo>
                  <a:pt x="1073772" y="210173"/>
                  <a:pt x="1164415" y="231090"/>
                  <a:pt x="1249082" y="256988"/>
                </a:cubicBezTo>
                <a:cubicBezTo>
                  <a:pt x="1333749" y="282886"/>
                  <a:pt x="1426384" y="319741"/>
                  <a:pt x="1500094" y="340659"/>
                </a:cubicBezTo>
                <a:cubicBezTo>
                  <a:pt x="1573804" y="361577"/>
                  <a:pt x="1644525" y="370541"/>
                  <a:pt x="1691341" y="382494"/>
                </a:cubicBezTo>
                <a:cubicBezTo>
                  <a:pt x="1738157" y="394447"/>
                  <a:pt x="1759572" y="403412"/>
                  <a:pt x="1780988" y="41237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sp>
        <p:nvSpPr>
          <p:cNvPr id="317" name="TextBox 316"/>
          <p:cNvSpPr txBox="1"/>
          <p:nvPr/>
        </p:nvSpPr>
        <p:spPr>
          <a:xfrm rot="16200000">
            <a:off x="4489320" y="3614469"/>
            <a:ext cx="484428" cy="261610"/>
          </a:xfrm>
          <a:prstGeom prst="rect">
            <a:avLst/>
          </a:prstGeom>
          <a:noFill/>
        </p:spPr>
        <p:txBody>
          <a:bodyPr wrap="none" rtlCol="0">
            <a:spAutoFit/>
          </a:bodyPr>
          <a:lstStyle/>
          <a:p>
            <a:pPr defTabSz="457200"/>
            <a:r>
              <a:rPr lang="en-US" sz="1100" dirty="0">
                <a:solidFill>
                  <a:srgbClr val="931909"/>
                </a:solidFill>
                <a:latin typeface="Segoe UI Black"/>
              </a:rPr>
              <a:t>1.33</a:t>
            </a:r>
          </a:p>
        </p:txBody>
      </p:sp>
      <p:sp>
        <p:nvSpPr>
          <p:cNvPr id="318" name="TextBox 317"/>
          <p:cNvSpPr txBox="1"/>
          <p:nvPr/>
        </p:nvSpPr>
        <p:spPr>
          <a:xfrm>
            <a:off x="7119733" y="4208206"/>
            <a:ext cx="542136" cy="261610"/>
          </a:xfrm>
          <a:prstGeom prst="rect">
            <a:avLst/>
          </a:prstGeom>
          <a:noFill/>
        </p:spPr>
        <p:txBody>
          <a:bodyPr wrap="none" rtlCol="0">
            <a:spAutoFit/>
          </a:bodyPr>
          <a:lstStyle/>
          <a:p>
            <a:pPr defTabSz="457200"/>
            <a:r>
              <a:rPr lang="en-US" sz="1100" dirty="0">
                <a:solidFill>
                  <a:srgbClr val="931909"/>
                </a:solidFill>
                <a:latin typeface="Segoe UI Black"/>
              </a:rPr>
              <a:t>-0.67</a:t>
            </a:r>
          </a:p>
        </p:txBody>
      </p:sp>
      <p:sp>
        <p:nvSpPr>
          <p:cNvPr id="319" name="TextBox 318"/>
          <p:cNvSpPr txBox="1"/>
          <p:nvPr/>
        </p:nvSpPr>
        <p:spPr>
          <a:xfrm>
            <a:off x="2387591" y="2806541"/>
            <a:ext cx="745025" cy="276999"/>
          </a:xfrm>
          <a:prstGeom prst="rect">
            <a:avLst/>
          </a:prstGeom>
          <a:noFill/>
        </p:spPr>
        <p:txBody>
          <a:bodyPr wrap="square" rtlCol="0">
            <a:spAutoFit/>
          </a:bodyPr>
          <a:lstStyle/>
          <a:p>
            <a:pPr defTabSz="457200"/>
            <a:r>
              <a:rPr lang="en-US" sz="1200" dirty="0">
                <a:solidFill>
                  <a:srgbClr val="002060"/>
                </a:solidFill>
                <a:latin typeface="Segoe UI Black"/>
              </a:rPr>
              <a:t>2.33kN</a:t>
            </a:r>
            <a:endParaRPr lang="en-US" sz="1200" baseline="-25000" dirty="0">
              <a:solidFill>
                <a:srgbClr val="002060"/>
              </a:solidFill>
              <a:latin typeface="Segoe UI Black"/>
            </a:endParaRPr>
          </a:p>
        </p:txBody>
      </p:sp>
      <p:cxnSp>
        <p:nvCxnSpPr>
          <p:cNvPr id="320" name="Straight Connector 319"/>
          <p:cNvCxnSpPr/>
          <p:nvPr/>
        </p:nvCxnSpPr>
        <p:spPr>
          <a:xfrm flipV="1">
            <a:off x="2989268" y="6154165"/>
            <a:ext cx="7388577" cy="48305"/>
          </a:xfrm>
          <a:prstGeom prst="line">
            <a:avLst/>
          </a:prstGeom>
          <a:ln>
            <a:solidFill>
              <a:srgbClr val="2BED3D"/>
            </a:solidFill>
          </a:ln>
        </p:spPr>
        <p:style>
          <a:lnRef idx="1">
            <a:schemeClr val="accent1"/>
          </a:lnRef>
          <a:fillRef idx="0">
            <a:schemeClr val="accent1"/>
          </a:fillRef>
          <a:effectRef idx="0">
            <a:schemeClr val="accent1"/>
          </a:effectRef>
          <a:fontRef idx="minor">
            <a:schemeClr val="tx1"/>
          </a:fontRef>
        </p:style>
      </p:cxnSp>
      <p:sp>
        <p:nvSpPr>
          <p:cNvPr id="41" name="Freeform 40"/>
          <p:cNvSpPr/>
          <p:nvPr/>
        </p:nvSpPr>
        <p:spPr>
          <a:xfrm>
            <a:off x="3052550" y="5081026"/>
            <a:ext cx="4435523" cy="1101410"/>
          </a:xfrm>
          <a:custGeom>
            <a:avLst/>
            <a:gdLst>
              <a:gd name="connsiteX0" fmla="*/ 0 w 4435523"/>
              <a:gd name="connsiteY0" fmla="*/ 1114324 h 1114324"/>
              <a:gd name="connsiteX1" fmla="*/ 696036 w 4435523"/>
              <a:gd name="connsiteY1" fmla="*/ 582061 h 1114324"/>
              <a:gd name="connsiteX2" fmla="*/ 1719618 w 4435523"/>
              <a:gd name="connsiteY2" fmla="*/ 254515 h 1114324"/>
              <a:gd name="connsiteX3" fmla="*/ 2770496 w 4435523"/>
              <a:gd name="connsiteY3" fmla="*/ 8855 h 1114324"/>
              <a:gd name="connsiteX4" fmla="*/ 3452884 w 4435523"/>
              <a:gd name="connsiteY4" fmla="*/ 77094 h 1114324"/>
              <a:gd name="connsiteX5" fmla="*/ 4435523 w 4435523"/>
              <a:gd name="connsiteY5" fmla="*/ 295458 h 1114324"/>
              <a:gd name="connsiteX6" fmla="*/ 4435523 w 4435523"/>
              <a:gd name="connsiteY6" fmla="*/ 295458 h 1114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5523" h="1114324">
                <a:moveTo>
                  <a:pt x="0" y="1114324"/>
                </a:moveTo>
                <a:cubicBezTo>
                  <a:pt x="204716" y="919843"/>
                  <a:pt x="409433" y="725362"/>
                  <a:pt x="696036" y="582061"/>
                </a:cubicBezTo>
                <a:cubicBezTo>
                  <a:pt x="982639" y="438759"/>
                  <a:pt x="1373875" y="350049"/>
                  <a:pt x="1719618" y="254515"/>
                </a:cubicBezTo>
                <a:cubicBezTo>
                  <a:pt x="2065361" y="158981"/>
                  <a:pt x="2481618" y="38425"/>
                  <a:pt x="2770496" y="8855"/>
                </a:cubicBezTo>
                <a:cubicBezTo>
                  <a:pt x="3059374" y="-20715"/>
                  <a:pt x="3175380" y="29327"/>
                  <a:pt x="3452884" y="77094"/>
                </a:cubicBezTo>
                <a:cubicBezTo>
                  <a:pt x="3730389" y="124861"/>
                  <a:pt x="4435523" y="295458"/>
                  <a:pt x="4435523" y="295458"/>
                </a:cubicBezTo>
                <a:lnTo>
                  <a:pt x="4435523" y="295458"/>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sp>
        <p:nvSpPr>
          <p:cNvPr id="42" name="Freeform 41"/>
          <p:cNvSpPr/>
          <p:nvPr/>
        </p:nvSpPr>
        <p:spPr>
          <a:xfrm>
            <a:off x="7447129" y="4790365"/>
            <a:ext cx="991708" cy="268725"/>
          </a:xfrm>
          <a:custGeom>
            <a:avLst/>
            <a:gdLst>
              <a:gd name="connsiteX0" fmla="*/ 0 w 1057885"/>
              <a:gd name="connsiteY0" fmla="*/ 0 h 289170"/>
              <a:gd name="connsiteX1" fmla="*/ 968991 w 1057885"/>
              <a:gd name="connsiteY1" fmla="*/ 259308 h 289170"/>
              <a:gd name="connsiteX2" fmla="*/ 955344 w 1057885"/>
              <a:gd name="connsiteY2" fmla="*/ 272955 h 289170"/>
            </a:gdLst>
            <a:ahLst/>
            <a:cxnLst>
              <a:cxn ang="0">
                <a:pos x="connsiteX0" y="connsiteY0"/>
              </a:cxn>
              <a:cxn ang="0">
                <a:pos x="connsiteX1" y="connsiteY1"/>
              </a:cxn>
              <a:cxn ang="0">
                <a:pos x="connsiteX2" y="connsiteY2"/>
              </a:cxn>
            </a:cxnLst>
            <a:rect l="l" t="t" r="r" b="b"/>
            <a:pathLst>
              <a:path w="1057885" h="289170">
                <a:moveTo>
                  <a:pt x="0" y="0"/>
                </a:moveTo>
                <a:lnTo>
                  <a:pt x="968991" y="259308"/>
                </a:lnTo>
                <a:cubicBezTo>
                  <a:pt x="1128215" y="304801"/>
                  <a:pt x="1041779" y="288878"/>
                  <a:pt x="955344" y="27295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srgbClr val="FFFFFF"/>
              </a:solidFill>
              <a:latin typeface="Segoe UI Black"/>
            </a:endParaRPr>
          </a:p>
        </p:txBody>
      </p:sp>
      <p:cxnSp>
        <p:nvCxnSpPr>
          <p:cNvPr id="44" name="Straight Connector 43"/>
          <p:cNvCxnSpPr>
            <a:stCxn id="42" idx="1"/>
          </p:cNvCxnSpPr>
          <p:nvPr/>
        </p:nvCxnSpPr>
        <p:spPr>
          <a:xfrm>
            <a:off x="8355505" y="5031339"/>
            <a:ext cx="1986471" cy="1127453"/>
          </a:xfrm>
          <a:prstGeom prst="line">
            <a:avLst/>
          </a:prstGeom>
        </p:spPr>
        <p:style>
          <a:lnRef idx="1">
            <a:schemeClr val="accent1"/>
          </a:lnRef>
          <a:fillRef idx="0">
            <a:schemeClr val="accent1"/>
          </a:fillRef>
          <a:effectRef idx="0">
            <a:schemeClr val="accent1"/>
          </a:effectRef>
          <a:fontRef idx="minor">
            <a:schemeClr val="tx1"/>
          </a:fontRef>
        </p:style>
      </p:cxnSp>
      <p:cxnSp>
        <p:nvCxnSpPr>
          <p:cNvPr id="321" name="Straight Connector 320"/>
          <p:cNvCxnSpPr>
            <a:endCxn id="42" idx="0"/>
          </p:cNvCxnSpPr>
          <p:nvPr/>
        </p:nvCxnSpPr>
        <p:spPr>
          <a:xfrm flipH="1" flipV="1">
            <a:off x="7447130" y="4790365"/>
            <a:ext cx="9709" cy="585607"/>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322" name="TextBox 321"/>
          <p:cNvSpPr txBox="1"/>
          <p:nvPr/>
        </p:nvSpPr>
        <p:spPr>
          <a:xfrm rot="16200000">
            <a:off x="4595118" y="5022356"/>
            <a:ext cx="272832" cy="261610"/>
          </a:xfrm>
          <a:prstGeom prst="rect">
            <a:avLst/>
          </a:prstGeom>
          <a:noFill/>
        </p:spPr>
        <p:txBody>
          <a:bodyPr wrap="none" rtlCol="0">
            <a:spAutoFit/>
          </a:bodyPr>
          <a:lstStyle/>
          <a:p>
            <a:pPr defTabSz="457200"/>
            <a:r>
              <a:rPr lang="en-US" sz="1100" dirty="0">
                <a:solidFill>
                  <a:srgbClr val="931909"/>
                </a:solidFill>
                <a:latin typeface="Segoe UI Black"/>
              </a:rPr>
              <a:t>4</a:t>
            </a:r>
          </a:p>
        </p:txBody>
      </p:sp>
      <p:sp>
        <p:nvSpPr>
          <p:cNvPr id="334" name="TextBox 333"/>
          <p:cNvSpPr txBox="1"/>
          <p:nvPr/>
        </p:nvSpPr>
        <p:spPr>
          <a:xfrm rot="16200000">
            <a:off x="7357198" y="5121207"/>
            <a:ext cx="484428" cy="261610"/>
          </a:xfrm>
          <a:prstGeom prst="rect">
            <a:avLst/>
          </a:prstGeom>
          <a:noFill/>
        </p:spPr>
        <p:txBody>
          <a:bodyPr wrap="none" rtlCol="0">
            <a:spAutoFit/>
          </a:bodyPr>
          <a:lstStyle/>
          <a:p>
            <a:pPr defTabSz="457200"/>
            <a:r>
              <a:rPr lang="en-US" sz="1100" dirty="0">
                <a:solidFill>
                  <a:srgbClr val="931909"/>
                </a:solidFill>
                <a:latin typeface="Segoe UI Black"/>
              </a:rPr>
              <a:t>3.98</a:t>
            </a:r>
          </a:p>
        </p:txBody>
      </p:sp>
      <p:sp>
        <p:nvSpPr>
          <p:cNvPr id="335" name="TextBox 334"/>
          <p:cNvSpPr txBox="1"/>
          <p:nvPr/>
        </p:nvSpPr>
        <p:spPr>
          <a:xfrm rot="16200000">
            <a:off x="7124813" y="4560040"/>
            <a:ext cx="484428" cy="261610"/>
          </a:xfrm>
          <a:prstGeom prst="rect">
            <a:avLst/>
          </a:prstGeom>
          <a:noFill/>
        </p:spPr>
        <p:txBody>
          <a:bodyPr wrap="none" rtlCol="0">
            <a:spAutoFit/>
          </a:bodyPr>
          <a:lstStyle/>
          <a:p>
            <a:pPr defTabSz="457200"/>
            <a:r>
              <a:rPr lang="en-US" sz="1100" dirty="0">
                <a:solidFill>
                  <a:srgbClr val="931909"/>
                </a:solidFill>
                <a:latin typeface="Segoe UI Black"/>
              </a:rPr>
              <a:t>5.98</a:t>
            </a:r>
          </a:p>
        </p:txBody>
      </p:sp>
      <p:sp>
        <p:nvSpPr>
          <p:cNvPr id="336" name="TextBox 335"/>
          <p:cNvSpPr txBox="1"/>
          <p:nvPr/>
        </p:nvSpPr>
        <p:spPr>
          <a:xfrm rot="16200000">
            <a:off x="8201737" y="5121207"/>
            <a:ext cx="468398" cy="261610"/>
          </a:xfrm>
          <a:prstGeom prst="rect">
            <a:avLst/>
          </a:prstGeom>
          <a:noFill/>
        </p:spPr>
        <p:txBody>
          <a:bodyPr wrap="none" rtlCol="0">
            <a:spAutoFit/>
          </a:bodyPr>
          <a:lstStyle/>
          <a:p>
            <a:pPr defTabSz="457200"/>
            <a:r>
              <a:rPr lang="en-US" sz="1100" dirty="0">
                <a:solidFill>
                  <a:srgbClr val="931909"/>
                </a:solidFill>
                <a:latin typeface="Segoe UI Black"/>
              </a:rPr>
              <a:t>5.31</a:t>
            </a:r>
          </a:p>
        </p:txBody>
      </p:sp>
      <p:sp>
        <p:nvSpPr>
          <p:cNvPr id="337" name="TextBox 336"/>
          <p:cNvSpPr txBox="1"/>
          <p:nvPr/>
        </p:nvSpPr>
        <p:spPr>
          <a:xfrm rot="16200000">
            <a:off x="6332690" y="4832930"/>
            <a:ext cx="487634" cy="261610"/>
          </a:xfrm>
          <a:prstGeom prst="rect">
            <a:avLst/>
          </a:prstGeom>
          <a:noFill/>
        </p:spPr>
        <p:txBody>
          <a:bodyPr wrap="none" rtlCol="0">
            <a:spAutoFit/>
          </a:bodyPr>
          <a:lstStyle/>
          <a:p>
            <a:pPr defTabSz="457200"/>
            <a:r>
              <a:rPr lang="en-US" sz="1100" dirty="0">
                <a:solidFill>
                  <a:srgbClr val="931909"/>
                </a:solidFill>
                <a:latin typeface="Segoe UI Black"/>
              </a:rPr>
              <a:t>4.65</a:t>
            </a:r>
          </a:p>
        </p:txBody>
      </p:sp>
      <p:sp>
        <p:nvSpPr>
          <p:cNvPr id="339" name="TextBox 338"/>
          <p:cNvSpPr txBox="1"/>
          <p:nvPr/>
        </p:nvSpPr>
        <p:spPr>
          <a:xfrm rot="16200000">
            <a:off x="2539208" y="3709618"/>
            <a:ext cx="447558" cy="261610"/>
          </a:xfrm>
          <a:prstGeom prst="rect">
            <a:avLst/>
          </a:prstGeom>
          <a:noFill/>
        </p:spPr>
        <p:txBody>
          <a:bodyPr wrap="none" rtlCol="0">
            <a:spAutoFit/>
          </a:bodyPr>
          <a:lstStyle/>
          <a:p>
            <a:pPr defTabSz="457200"/>
            <a:r>
              <a:rPr lang="en-US" sz="1100" dirty="0">
                <a:solidFill>
                  <a:srgbClr val="931909"/>
                </a:solidFill>
                <a:latin typeface="Segoe UI Black"/>
              </a:rPr>
              <a:t>+</a:t>
            </a:r>
            <a:r>
              <a:rPr lang="en-US" sz="1100" dirty="0" err="1">
                <a:solidFill>
                  <a:srgbClr val="931909"/>
                </a:solidFill>
                <a:latin typeface="Segoe UI Black"/>
              </a:rPr>
              <a:t>ve</a:t>
            </a:r>
            <a:endParaRPr lang="en-US" sz="1100" dirty="0">
              <a:solidFill>
                <a:srgbClr val="931909"/>
              </a:solidFill>
              <a:latin typeface="Segoe UI Black"/>
            </a:endParaRPr>
          </a:p>
        </p:txBody>
      </p:sp>
      <p:sp>
        <p:nvSpPr>
          <p:cNvPr id="340" name="TextBox 339"/>
          <p:cNvSpPr txBox="1"/>
          <p:nvPr/>
        </p:nvSpPr>
        <p:spPr>
          <a:xfrm rot="16200000">
            <a:off x="2563693" y="4308009"/>
            <a:ext cx="404278" cy="261610"/>
          </a:xfrm>
          <a:prstGeom prst="rect">
            <a:avLst/>
          </a:prstGeom>
          <a:noFill/>
        </p:spPr>
        <p:txBody>
          <a:bodyPr wrap="none" rtlCol="0">
            <a:spAutoFit/>
          </a:bodyPr>
          <a:lstStyle/>
          <a:p>
            <a:pPr defTabSz="457200"/>
            <a:r>
              <a:rPr lang="en-US" sz="1100" dirty="0">
                <a:solidFill>
                  <a:srgbClr val="931909"/>
                </a:solidFill>
                <a:latin typeface="Segoe UI Black"/>
              </a:rPr>
              <a:t>-</a:t>
            </a:r>
            <a:r>
              <a:rPr lang="en-US" sz="1100" dirty="0" err="1">
                <a:solidFill>
                  <a:srgbClr val="931909"/>
                </a:solidFill>
                <a:latin typeface="Segoe UI Black"/>
              </a:rPr>
              <a:t>ve</a:t>
            </a:r>
            <a:endParaRPr lang="en-US" sz="1100" dirty="0">
              <a:solidFill>
                <a:srgbClr val="931909"/>
              </a:solidFill>
              <a:latin typeface="Segoe UI Black"/>
            </a:endParaRPr>
          </a:p>
        </p:txBody>
      </p:sp>
      <p:sp>
        <p:nvSpPr>
          <p:cNvPr id="341" name="TextBox 340"/>
          <p:cNvSpPr txBox="1"/>
          <p:nvPr/>
        </p:nvSpPr>
        <p:spPr>
          <a:xfrm rot="16200000">
            <a:off x="2191723" y="3953376"/>
            <a:ext cx="599844" cy="261610"/>
          </a:xfrm>
          <a:prstGeom prst="rect">
            <a:avLst/>
          </a:prstGeom>
          <a:noFill/>
        </p:spPr>
        <p:txBody>
          <a:bodyPr wrap="none" rtlCol="0">
            <a:spAutoFit/>
          </a:bodyPr>
          <a:lstStyle/>
          <a:p>
            <a:pPr defTabSz="457200"/>
            <a:r>
              <a:rPr lang="en-US" sz="1100" dirty="0">
                <a:solidFill>
                  <a:srgbClr val="931909"/>
                </a:solidFill>
                <a:latin typeface="Segoe UI Black"/>
              </a:rPr>
              <a:t>V(</a:t>
            </a:r>
            <a:r>
              <a:rPr lang="en-US" sz="1100" dirty="0" err="1">
                <a:solidFill>
                  <a:srgbClr val="931909"/>
                </a:solidFill>
                <a:latin typeface="Segoe UI Black"/>
              </a:rPr>
              <a:t>kN</a:t>
            </a:r>
            <a:r>
              <a:rPr lang="en-US" sz="1100" dirty="0">
                <a:solidFill>
                  <a:srgbClr val="931909"/>
                </a:solidFill>
                <a:latin typeface="Segoe UI Black"/>
              </a:rPr>
              <a:t>)</a:t>
            </a:r>
          </a:p>
        </p:txBody>
      </p:sp>
      <p:sp>
        <p:nvSpPr>
          <p:cNvPr id="344" name="TextBox 343"/>
          <p:cNvSpPr txBox="1"/>
          <p:nvPr/>
        </p:nvSpPr>
        <p:spPr>
          <a:xfrm rot="16200000">
            <a:off x="2132989" y="5500926"/>
            <a:ext cx="774571" cy="261610"/>
          </a:xfrm>
          <a:prstGeom prst="rect">
            <a:avLst/>
          </a:prstGeom>
          <a:noFill/>
        </p:spPr>
        <p:txBody>
          <a:bodyPr wrap="none" rtlCol="0">
            <a:spAutoFit/>
          </a:bodyPr>
          <a:lstStyle/>
          <a:p>
            <a:pPr defTabSz="457200"/>
            <a:r>
              <a:rPr lang="en-US" sz="1100" dirty="0">
                <a:solidFill>
                  <a:srgbClr val="931909"/>
                </a:solidFill>
                <a:latin typeface="Segoe UI Black"/>
              </a:rPr>
              <a:t>M(</a:t>
            </a:r>
            <a:r>
              <a:rPr lang="en-US" sz="1100" dirty="0" err="1">
                <a:solidFill>
                  <a:srgbClr val="931909"/>
                </a:solidFill>
                <a:latin typeface="Segoe UI Black"/>
              </a:rPr>
              <a:t>kNm</a:t>
            </a:r>
            <a:r>
              <a:rPr lang="en-US" sz="1100" dirty="0">
                <a:solidFill>
                  <a:srgbClr val="931909"/>
                </a:solidFill>
                <a:latin typeface="Segoe UI Black"/>
              </a:rPr>
              <a:t>)</a:t>
            </a:r>
          </a:p>
        </p:txBody>
      </p:sp>
      <p:sp>
        <p:nvSpPr>
          <p:cNvPr id="345" name="TextBox 344"/>
          <p:cNvSpPr txBox="1"/>
          <p:nvPr/>
        </p:nvSpPr>
        <p:spPr>
          <a:xfrm rot="16200000">
            <a:off x="2752755" y="6071746"/>
            <a:ext cx="269626" cy="261610"/>
          </a:xfrm>
          <a:prstGeom prst="rect">
            <a:avLst/>
          </a:prstGeom>
          <a:noFill/>
        </p:spPr>
        <p:txBody>
          <a:bodyPr wrap="none" rtlCol="0">
            <a:spAutoFit/>
          </a:bodyPr>
          <a:lstStyle/>
          <a:p>
            <a:pPr defTabSz="457200"/>
            <a:r>
              <a:rPr lang="en-US" sz="1100" dirty="0">
                <a:solidFill>
                  <a:srgbClr val="931909"/>
                </a:solidFill>
                <a:latin typeface="Segoe UI Black"/>
              </a:rPr>
              <a:t>0</a:t>
            </a:r>
          </a:p>
        </p:txBody>
      </p:sp>
      <p:sp>
        <p:nvSpPr>
          <p:cNvPr id="346" name="TextBox 345"/>
          <p:cNvSpPr txBox="1"/>
          <p:nvPr/>
        </p:nvSpPr>
        <p:spPr>
          <a:xfrm rot="16200000">
            <a:off x="2637089" y="5769785"/>
            <a:ext cx="447558" cy="261610"/>
          </a:xfrm>
          <a:prstGeom prst="rect">
            <a:avLst/>
          </a:prstGeom>
          <a:noFill/>
        </p:spPr>
        <p:txBody>
          <a:bodyPr wrap="none" rtlCol="0">
            <a:spAutoFit/>
          </a:bodyPr>
          <a:lstStyle/>
          <a:p>
            <a:pPr defTabSz="457200"/>
            <a:r>
              <a:rPr lang="en-US" sz="1100" dirty="0">
                <a:solidFill>
                  <a:srgbClr val="931909"/>
                </a:solidFill>
                <a:latin typeface="Segoe UI Black"/>
              </a:rPr>
              <a:t>+</a:t>
            </a:r>
            <a:r>
              <a:rPr lang="en-US" sz="1100" dirty="0" err="1">
                <a:solidFill>
                  <a:srgbClr val="931909"/>
                </a:solidFill>
                <a:latin typeface="Segoe UI Black"/>
              </a:rPr>
              <a:t>ve</a:t>
            </a:r>
            <a:endParaRPr lang="en-US" sz="1100" dirty="0">
              <a:solidFill>
                <a:srgbClr val="931909"/>
              </a:solidFill>
              <a:latin typeface="Segoe UI Black"/>
            </a:endParaRPr>
          </a:p>
        </p:txBody>
      </p:sp>
      <p:sp>
        <p:nvSpPr>
          <p:cNvPr id="347" name="TextBox 346"/>
          <p:cNvSpPr txBox="1"/>
          <p:nvPr/>
        </p:nvSpPr>
        <p:spPr>
          <a:xfrm rot="16200000">
            <a:off x="2661574" y="6368176"/>
            <a:ext cx="404278" cy="261610"/>
          </a:xfrm>
          <a:prstGeom prst="rect">
            <a:avLst/>
          </a:prstGeom>
          <a:noFill/>
        </p:spPr>
        <p:txBody>
          <a:bodyPr wrap="none" rtlCol="0">
            <a:spAutoFit/>
          </a:bodyPr>
          <a:lstStyle/>
          <a:p>
            <a:pPr defTabSz="457200"/>
            <a:r>
              <a:rPr lang="en-US" sz="1100" dirty="0">
                <a:solidFill>
                  <a:srgbClr val="931909"/>
                </a:solidFill>
                <a:latin typeface="Segoe UI Black"/>
              </a:rPr>
              <a:t>-</a:t>
            </a:r>
            <a:r>
              <a:rPr lang="en-US" sz="1100" dirty="0" err="1">
                <a:solidFill>
                  <a:srgbClr val="931909"/>
                </a:solidFill>
                <a:latin typeface="Segoe UI Black"/>
              </a:rPr>
              <a:t>ve</a:t>
            </a:r>
            <a:endParaRPr lang="en-US" sz="1100" dirty="0">
              <a:solidFill>
                <a:srgbClr val="931909"/>
              </a:solidFill>
              <a:latin typeface="Segoe UI Black"/>
            </a:endParaRPr>
          </a:p>
        </p:txBody>
      </p:sp>
    </p:spTree>
    <p:extLst>
      <p:ext uri="{BB962C8B-B14F-4D97-AF65-F5344CB8AC3E}">
        <p14:creationId xmlns:p14="http://schemas.microsoft.com/office/powerpoint/2010/main" val="2509436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116"/>
                                        </p:tgtEl>
                                        <p:attrNameLst>
                                          <p:attrName>style.visibility</p:attrName>
                                        </p:attrNameLst>
                                      </p:cBhvr>
                                      <p:to>
                                        <p:strVal val="visible"/>
                                      </p:to>
                                    </p:set>
                                    <p:animEffect transition="in" filter="fade">
                                      <p:cBhvr>
                                        <p:cTn id="11" dur="1000"/>
                                        <p:tgtEl>
                                          <p:spTgt spid="116"/>
                                        </p:tgtEl>
                                      </p:cBhvr>
                                    </p:animEffect>
                                    <p:anim calcmode="lin" valueType="num">
                                      <p:cBhvr>
                                        <p:cTn id="12" dur="1000" fill="hold"/>
                                        <p:tgtEl>
                                          <p:spTgt spid="116"/>
                                        </p:tgtEl>
                                        <p:attrNameLst>
                                          <p:attrName>ppt_x</p:attrName>
                                        </p:attrNameLst>
                                      </p:cBhvr>
                                      <p:tavLst>
                                        <p:tav tm="0">
                                          <p:val>
                                            <p:strVal val="#ppt_x"/>
                                          </p:val>
                                        </p:tav>
                                        <p:tav tm="100000">
                                          <p:val>
                                            <p:strVal val="#ppt_x"/>
                                          </p:val>
                                        </p:tav>
                                      </p:tavLst>
                                    </p:anim>
                                    <p:anim calcmode="lin" valueType="num">
                                      <p:cBhvr>
                                        <p:cTn id="13" dur="1000" fill="hold"/>
                                        <p:tgtEl>
                                          <p:spTgt spid="116"/>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117"/>
                                        </p:tgtEl>
                                        <p:attrNameLst>
                                          <p:attrName>style.visibility</p:attrName>
                                        </p:attrNameLst>
                                      </p:cBhvr>
                                      <p:to>
                                        <p:strVal val="visible"/>
                                      </p:to>
                                    </p:set>
                                    <p:animEffect transition="in" filter="fade">
                                      <p:cBhvr>
                                        <p:cTn id="16" dur="1000"/>
                                        <p:tgtEl>
                                          <p:spTgt spid="117"/>
                                        </p:tgtEl>
                                      </p:cBhvr>
                                    </p:animEffect>
                                    <p:anim calcmode="lin" valueType="num">
                                      <p:cBhvr>
                                        <p:cTn id="17" dur="1000" fill="hold"/>
                                        <p:tgtEl>
                                          <p:spTgt spid="117"/>
                                        </p:tgtEl>
                                        <p:attrNameLst>
                                          <p:attrName>ppt_x</p:attrName>
                                        </p:attrNameLst>
                                      </p:cBhvr>
                                      <p:tavLst>
                                        <p:tav tm="0">
                                          <p:val>
                                            <p:strVal val="#ppt_x"/>
                                          </p:val>
                                        </p:tav>
                                        <p:tav tm="100000">
                                          <p:val>
                                            <p:strVal val="#ppt_x"/>
                                          </p:val>
                                        </p:tav>
                                      </p:tavLst>
                                    </p:anim>
                                    <p:anim calcmode="lin" valueType="num">
                                      <p:cBhvr>
                                        <p:cTn id="18" dur="1000" fill="hold"/>
                                        <p:tgtEl>
                                          <p:spTgt spid="117"/>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118"/>
                                        </p:tgtEl>
                                        <p:attrNameLst>
                                          <p:attrName>style.visibility</p:attrName>
                                        </p:attrNameLst>
                                      </p:cBhvr>
                                      <p:to>
                                        <p:strVal val="visible"/>
                                      </p:to>
                                    </p:set>
                                    <p:animEffect transition="in" filter="fade">
                                      <p:cBhvr>
                                        <p:cTn id="21" dur="1000"/>
                                        <p:tgtEl>
                                          <p:spTgt spid="118"/>
                                        </p:tgtEl>
                                      </p:cBhvr>
                                    </p:animEffect>
                                    <p:anim calcmode="lin" valueType="num">
                                      <p:cBhvr>
                                        <p:cTn id="22" dur="1000" fill="hold"/>
                                        <p:tgtEl>
                                          <p:spTgt spid="118"/>
                                        </p:tgtEl>
                                        <p:attrNameLst>
                                          <p:attrName>ppt_x</p:attrName>
                                        </p:attrNameLst>
                                      </p:cBhvr>
                                      <p:tavLst>
                                        <p:tav tm="0">
                                          <p:val>
                                            <p:strVal val="#ppt_x"/>
                                          </p:val>
                                        </p:tav>
                                        <p:tav tm="100000">
                                          <p:val>
                                            <p:strVal val="#ppt_x"/>
                                          </p:val>
                                        </p:tav>
                                      </p:tavLst>
                                    </p:anim>
                                    <p:anim calcmode="lin" valueType="num">
                                      <p:cBhvr>
                                        <p:cTn id="23" dur="1000" fill="hold"/>
                                        <p:tgtEl>
                                          <p:spTgt spid="118"/>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19"/>
                                        </p:tgtEl>
                                        <p:attrNameLst>
                                          <p:attrName>style.visibility</p:attrName>
                                        </p:attrNameLst>
                                      </p:cBhvr>
                                      <p:to>
                                        <p:strVal val="visible"/>
                                      </p:to>
                                    </p:set>
                                    <p:animEffect transition="in" filter="fade">
                                      <p:cBhvr>
                                        <p:cTn id="26" dur="1000"/>
                                        <p:tgtEl>
                                          <p:spTgt spid="119"/>
                                        </p:tgtEl>
                                      </p:cBhvr>
                                    </p:animEffect>
                                    <p:anim calcmode="lin" valueType="num">
                                      <p:cBhvr>
                                        <p:cTn id="27" dur="1000" fill="hold"/>
                                        <p:tgtEl>
                                          <p:spTgt spid="119"/>
                                        </p:tgtEl>
                                        <p:attrNameLst>
                                          <p:attrName>ppt_x</p:attrName>
                                        </p:attrNameLst>
                                      </p:cBhvr>
                                      <p:tavLst>
                                        <p:tav tm="0">
                                          <p:val>
                                            <p:strVal val="#ppt_x"/>
                                          </p:val>
                                        </p:tav>
                                        <p:tav tm="100000">
                                          <p:val>
                                            <p:strVal val="#ppt_x"/>
                                          </p:val>
                                        </p:tav>
                                      </p:tavLst>
                                    </p:anim>
                                    <p:anim calcmode="lin" valueType="num">
                                      <p:cBhvr>
                                        <p:cTn id="28" dur="1000" fill="hold"/>
                                        <p:tgtEl>
                                          <p:spTgt spid="119"/>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20"/>
                                        </p:tgtEl>
                                        <p:attrNameLst>
                                          <p:attrName>style.visibility</p:attrName>
                                        </p:attrNameLst>
                                      </p:cBhvr>
                                      <p:to>
                                        <p:strVal val="visible"/>
                                      </p:to>
                                    </p:set>
                                    <p:animEffect transition="in" filter="fade">
                                      <p:cBhvr>
                                        <p:cTn id="31" dur="1000"/>
                                        <p:tgtEl>
                                          <p:spTgt spid="120"/>
                                        </p:tgtEl>
                                      </p:cBhvr>
                                    </p:animEffect>
                                    <p:anim calcmode="lin" valueType="num">
                                      <p:cBhvr>
                                        <p:cTn id="32" dur="1000" fill="hold"/>
                                        <p:tgtEl>
                                          <p:spTgt spid="120"/>
                                        </p:tgtEl>
                                        <p:attrNameLst>
                                          <p:attrName>ppt_x</p:attrName>
                                        </p:attrNameLst>
                                      </p:cBhvr>
                                      <p:tavLst>
                                        <p:tav tm="0">
                                          <p:val>
                                            <p:strVal val="#ppt_x"/>
                                          </p:val>
                                        </p:tav>
                                        <p:tav tm="100000">
                                          <p:val>
                                            <p:strVal val="#ppt_x"/>
                                          </p:val>
                                        </p:tav>
                                      </p:tavLst>
                                    </p:anim>
                                    <p:anim calcmode="lin" valueType="num">
                                      <p:cBhvr>
                                        <p:cTn id="33" dur="1000" fill="hold"/>
                                        <p:tgtEl>
                                          <p:spTgt spid="120"/>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21"/>
                                        </p:tgtEl>
                                        <p:attrNameLst>
                                          <p:attrName>style.visibility</p:attrName>
                                        </p:attrNameLst>
                                      </p:cBhvr>
                                      <p:to>
                                        <p:strVal val="visible"/>
                                      </p:to>
                                    </p:set>
                                    <p:animEffect transition="in" filter="fade">
                                      <p:cBhvr>
                                        <p:cTn id="36" dur="1000"/>
                                        <p:tgtEl>
                                          <p:spTgt spid="121"/>
                                        </p:tgtEl>
                                      </p:cBhvr>
                                    </p:animEffect>
                                    <p:anim calcmode="lin" valueType="num">
                                      <p:cBhvr>
                                        <p:cTn id="37" dur="1000" fill="hold"/>
                                        <p:tgtEl>
                                          <p:spTgt spid="121"/>
                                        </p:tgtEl>
                                        <p:attrNameLst>
                                          <p:attrName>ppt_x</p:attrName>
                                        </p:attrNameLst>
                                      </p:cBhvr>
                                      <p:tavLst>
                                        <p:tav tm="0">
                                          <p:val>
                                            <p:strVal val="#ppt_x"/>
                                          </p:val>
                                        </p:tav>
                                        <p:tav tm="100000">
                                          <p:val>
                                            <p:strVal val="#ppt_x"/>
                                          </p:val>
                                        </p:tav>
                                      </p:tavLst>
                                    </p:anim>
                                    <p:anim calcmode="lin" valueType="num">
                                      <p:cBhvr>
                                        <p:cTn id="38" dur="1000" fill="hold"/>
                                        <p:tgtEl>
                                          <p:spTgt spid="121"/>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22"/>
                                        </p:tgtEl>
                                        <p:attrNameLst>
                                          <p:attrName>style.visibility</p:attrName>
                                        </p:attrNameLst>
                                      </p:cBhvr>
                                      <p:to>
                                        <p:strVal val="visible"/>
                                      </p:to>
                                    </p:set>
                                    <p:animEffect transition="in" filter="fade">
                                      <p:cBhvr>
                                        <p:cTn id="41" dur="1000"/>
                                        <p:tgtEl>
                                          <p:spTgt spid="122"/>
                                        </p:tgtEl>
                                      </p:cBhvr>
                                    </p:animEffect>
                                    <p:anim calcmode="lin" valueType="num">
                                      <p:cBhvr>
                                        <p:cTn id="42" dur="1000" fill="hold"/>
                                        <p:tgtEl>
                                          <p:spTgt spid="122"/>
                                        </p:tgtEl>
                                        <p:attrNameLst>
                                          <p:attrName>ppt_x</p:attrName>
                                        </p:attrNameLst>
                                      </p:cBhvr>
                                      <p:tavLst>
                                        <p:tav tm="0">
                                          <p:val>
                                            <p:strVal val="#ppt_x"/>
                                          </p:val>
                                        </p:tav>
                                        <p:tav tm="100000">
                                          <p:val>
                                            <p:strVal val="#ppt_x"/>
                                          </p:val>
                                        </p:tav>
                                      </p:tavLst>
                                    </p:anim>
                                    <p:anim calcmode="lin" valueType="num">
                                      <p:cBhvr>
                                        <p:cTn id="43" dur="1000" fill="hold"/>
                                        <p:tgtEl>
                                          <p:spTgt spid="122"/>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123"/>
                                        </p:tgtEl>
                                        <p:attrNameLst>
                                          <p:attrName>style.visibility</p:attrName>
                                        </p:attrNameLst>
                                      </p:cBhvr>
                                      <p:to>
                                        <p:strVal val="visible"/>
                                      </p:to>
                                    </p:set>
                                    <p:animEffect transition="in" filter="fade">
                                      <p:cBhvr>
                                        <p:cTn id="46" dur="1000"/>
                                        <p:tgtEl>
                                          <p:spTgt spid="123"/>
                                        </p:tgtEl>
                                      </p:cBhvr>
                                    </p:animEffect>
                                    <p:anim calcmode="lin" valueType="num">
                                      <p:cBhvr>
                                        <p:cTn id="47" dur="1000" fill="hold"/>
                                        <p:tgtEl>
                                          <p:spTgt spid="123"/>
                                        </p:tgtEl>
                                        <p:attrNameLst>
                                          <p:attrName>ppt_x</p:attrName>
                                        </p:attrNameLst>
                                      </p:cBhvr>
                                      <p:tavLst>
                                        <p:tav tm="0">
                                          <p:val>
                                            <p:strVal val="#ppt_x"/>
                                          </p:val>
                                        </p:tav>
                                        <p:tav tm="100000">
                                          <p:val>
                                            <p:strVal val="#ppt_x"/>
                                          </p:val>
                                        </p:tav>
                                      </p:tavLst>
                                    </p:anim>
                                    <p:anim calcmode="lin" valueType="num">
                                      <p:cBhvr>
                                        <p:cTn id="48" dur="1000" fill="hold"/>
                                        <p:tgtEl>
                                          <p:spTgt spid="123"/>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124"/>
                                        </p:tgtEl>
                                        <p:attrNameLst>
                                          <p:attrName>style.visibility</p:attrName>
                                        </p:attrNameLst>
                                      </p:cBhvr>
                                      <p:to>
                                        <p:strVal val="visible"/>
                                      </p:to>
                                    </p:set>
                                    <p:animEffect transition="in" filter="fade">
                                      <p:cBhvr>
                                        <p:cTn id="51" dur="1000"/>
                                        <p:tgtEl>
                                          <p:spTgt spid="124"/>
                                        </p:tgtEl>
                                      </p:cBhvr>
                                    </p:animEffect>
                                    <p:anim calcmode="lin" valueType="num">
                                      <p:cBhvr>
                                        <p:cTn id="52" dur="1000" fill="hold"/>
                                        <p:tgtEl>
                                          <p:spTgt spid="124"/>
                                        </p:tgtEl>
                                        <p:attrNameLst>
                                          <p:attrName>ppt_x</p:attrName>
                                        </p:attrNameLst>
                                      </p:cBhvr>
                                      <p:tavLst>
                                        <p:tav tm="0">
                                          <p:val>
                                            <p:strVal val="#ppt_x"/>
                                          </p:val>
                                        </p:tav>
                                        <p:tav tm="100000">
                                          <p:val>
                                            <p:strVal val="#ppt_x"/>
                                          </p:val>
                                        </p:tav>
                                      </p:tavLst>
                                    </p:anim>
                                    <p:anim calcmode="lin" valueType="num">
                                      <p:cBhvr>
                                        <p:cTn id="53" dur="1000" fill="hold"/>
                                        <p:tgtEl>
                                          <p:spTgt spid="124"/>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125"/>
                                        </p:tgtEl>
                                        <p:attrNameLst>
                                          <p:attrName>style.visibility</p:attrName>
                                        </p:attrNameLst>
                                      </p:cBhvr>
                                      <p:to>
                                        <p:strVal val="visible"/>
                                      </p:to>
                                    </p:set>
                                    <p:animEffect transition="in" filter="fade">
                                      <p:cBhvr>
                                        <p:cTn id="56" dur="1000"/>
                                        <p:tgtEl>
                                          <p:spTgt spid="125"/>
                                        </p:tgtEl>
                                      </p:cBhvr>
                                    </p:animEffect>
                                    <p:anim calcmode="lin" valueType="num">
                                      <p:cBhvr>
                                        <p:cTn id="57" dur="1000" fill="hold"/>
                                        <p:tgtEl>
                                          <p:spTgt spid="125"/>
                                        </p:tgtEl>
                                        <p:attrNameLst>
                                          <p:attrName>ppt_x</p:attrName>
                                        </p:attrNameLst>
                                      </p:cBhvr>
                                      <p:tavLst>
                                        <p:tav tm="0">
                                          <p:val>
                                            <p:strVal val="#ppt_x"/>
                                          </p:val>
                                        </p:tav>
                                        <p:tav tm="100000">
                                          <p:val>
                                            <p:strVal val="#ppt_x"/>
                                          </p:val>
                                        </p:tav>
                                      </p:tavLst>
                                    </p:anim>
                                    <p:anim calcmode="lin" valueType="num">
                                      <p:cBhvr>
                                        <p:cTn id="58" dur="1000" fill="hold"/>
                                        <p:tgtEl>
                                          <p:spTgt spid="125"/>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131"/>
                                        </p:tgtEl>
                                        <p:attrNameLst>
                                          <p:attrName>style.visibility</p:attrName>
                                        </p:attrNameLst>
                                      </p:cBhvr>
                                      <p:to>
                                        <p:strVal val="visible"/>
                                      </p:to>
                                    </p:set>
                                    <p:animEffect transition="in" filter="fade">
                                      <p:cBhvr>
                                        <p:cTn id="61" dur="1000"/>
                                        <p:tgtEl>
                                          <p:spTgt spid="131"/>
                                        </p:tgtEl>
                                      </p:cBhvr>
                                    </p:animEffect>
                                    <p:anim calcmode="lin" valueType="num">
                                      <p:cBhvr>
                                        <p:cTn id="62" dur="1000" fill="hold"/>
                                        <p:tgtEl>
                                          <p:spTgt spid="131"/>
                                        </p:tgtEl>
                                        <p:attrNameLst>
                                          <p:attrName>ppt_x</p:attrName>
                                        </p:attrNameLst>
                                      </p:cBhvr>
                                      <p:tavLst>
                                        <p:tav tm="0">
                                          <p:val>
                                            <p:strVal val="#ppt_x"/>
                                          </p:val>
                                        </p:tav>
                                        <p:tav tm="100000">
                                          <p:val>
                                            <p:strVal val="#ppt_x"/>
                                          </p:val>
                                        </p:tav>
                                      </p:tavLst>
                                    </p:anim>
                                    <p:anim calcmode="lin" valueType="num">
                                      <p:cBhvr>
                                        <p:cTn id="63" dur="1000" fill="hold"/>
                                        <p:tgtEl>
                                          <p:spTgt spid="131"/>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132"/>
                                        </p:tgtEl>
                                        <p:attrNameLst>
                                          <p:attrName>style.visibility</p:attrName>
                                        </p:attrNameLst>
                                      </p:cBhvr>
                                      <p:to>
                                        <p:strVal val="visible"/>
                                      </p:to>
                                    </p:set>
                                    <p:animEffect transition="in" filter="fade">
                                      <p:cBhvr>
                                        <p:cTn id="66" dur="1000"/>
                                        <p:tgtEl>
                                          <p:spTgt spid="132"/>
                                        </p:tgtEl>
                                      </p:cBhvr>
                                    </p:animEffect>
                                    <p:anim calcmode="lin" valueType="num">
                                      <p:cBhvr>
                                        <p:cTn id="67" dur="1000" fill="hold"/>
                                        <p:tgtEl>
                                          <p:spTgt spid="132"/>
                                        </p:tgtEl>
                                        <p:attrNameLst>
                                          <p:attrName>ppt_x</p:attrName>
                                        </p:attrNameLst>
                                      </p:cBhvr>
                                      <p:tavLst>
                                        <p:tav tm="0">
                                          <p:val>
                                            <p:strVal val="#ppt_x"/>
                                          </p:val>
                                        </p:tav>
                                        <p:tav tm="100000">
                                          <p:val>
                                            <p:strVal val="#ppt_x"/>
                                          </p:val>
                                        </p:tav>
                                      </p:tavLst>
                                    </p:anim>
                                    <p:anim calcmode="lin" valueType="num">
                                      <p:cBhvr>
                                        <p:cTn id="68" dur="1000" fill="hold"/>
                                        <p:tgtEl>
                                          <p:spTgt spid="132"/>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133"/>
                                        </p:tgtEl>
                                        <p:attrNameLst>
                                          <p:attrName>style.visibility</p:attrName>
                                        </p:attrNameLst>
                                      </p:cBhvr>
                                      <p:to>
                                        <p:strVal val="visible"/>
                                      </p:to>
                                    </p:set>
                                    <p:animEffect transition="in" filter="fade">
                                      <p:cBhvr>
                                        <p:cTn id="71" dur="1000"/>
                                        <p:tgtEl>
                                          <p:spTgt spid="133"/>
                                        </p:tgtEl>
                                      </p:cBhvr>
                                    </p:animEffect>
                                    <p:anim calcmode="lin" valueType="num">
                                      <p:cBhvr>
                                        <p:cTn id="72" dur="1000" fill="hold"/>
                                        <p:tgtEl>
                                          <p:spTgt spid="133"/>
                                        </p:tgtEl>
                                        <p:attrNameLst>
                                          <p:attrName>ppt_x</p:attrName>
                                        </p:attrNameLst>
                                      </p:cBhvr>
                                      <p:tavLst>
                                        <p:tav tm="0">
                                          <p:val>
                                            <p:strVal val="#ppt_x"/>
                                          </p:val>
                                        </p:tav>
                                        <p:tav tm="100000">
                                          <p:val>
                                            <p:strVal val="#ppt_x"/>
                                          </p:val>
                                        </p:tav>
                                      </p:tavLst>
                                    </p:anim>
                                    <p:anim calcmode="lin" valueType="num">
                                      <p:cBhvr>
                                        <p:cTn id="73" dur="1000" fill="hold"/>
                                        <p:tgtEl>
                                          <p:spTgt spid="133"/>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0"/>
                                  </p:stCondLst>
                                  <p:childTnLst>
                                    <p:set>
                                      <p:cBhvr>
                                        <p:cTn id="75" dur="1" fill="hold">
                                          <p:stCondLst>
                                            <p:cond delay="0"/>
                                          </p:stCondLst>
                                        </p:cTn>
                                        <p:tgtEl>
                                          <p:spTgt spid="134"/>
                                        </p:tgtEl>
                                        <p:attrNameLst>
                                          <p:attrName>style.visibility</p:attrName>
                                        </p:attrNameLst>
                                      </p:cBhvr>
                                      <p:to>
                                        <p:strVal val="visible"/>
                                      </p:to>
                                    </p:set>
                                    <p:animEffect transition="in" filter="fade">
                                      <p:cBhvr>
                                        <p:cTn id="76" dur="1000"/>
                                        <p:tgtEl>
                                          <p:spTgt spid="134"/>
                                        </p:tgtEl>
                                      </p:cBhvr>
                                    </p:animEffect>
                                    <p:anim calcmode="lin" valueType="num">
                                      <p:cBhvr>
                                        <p:cTn id="77" dur="1000" fill="hold"/>
                                        <p:tgtEl>
                                          <p:spTgt spid="134"/>
                                        </p:tgtEl>
                                        <p:attrNameLst>
                                          <p:attrName>ppt_x</p:attrName>
                                        </p:attrNameLst>
                                      </p:cBhvr>
                                      <p:tavLst>
                                        <p:tav tm="0">
                                          <p:val>
                                            <p:strVal val="#ppt_x"/>
                                          </p:val>
                                        </p:tav>
                                        <p:tav tm="100000">
                                          <p:val>
                                            <p:strVal val="#ppt_x"/>
                                          </p:val>
                                        </p:tav>
                                      </p:tavLst>
                                    </p:anim>
                                    <p:anim calcmode="lin" valueType="num">
                                      <p:cBhvr>
                                        <p:cTn id="78" dur="1000" fill="hold"/>
                                        <p:tgtEl>
                                          <p:spTgt spid="134"/>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0"/>
                                  </p:stCondLst>
                                  <p:childTnLst>
                                    <p:set>
                                      <p:cBhvr>
                                        <p:cTn id="80" dur="1" fill="hold">
                                          <p:stCondLst>
                                            <p:cond delay="0"/>
                                          </p:stCondLst>
                                        </p:cTn>
                                        <p:tgtEl>
                                          <p:spTgt spid="135"/>
                                        </p:tgtEl>
                                        <p:attrNameLst>
                                          <p:attrName>style.visibility</p:attrName>
                                        </p:attrNameLst>
                                      </p:cBhvr>
                                      <p:to>
                                        <p:strVal val="visible"/>
                                      </p:to>
                                    </p:set>
                                    <p:animEffect transition="in" filter="fade">
                                      <p:cBhvr>
                                        <p:cTn id="81" dur="1000"/>
                                        <p:tgtEl>
                                          <p:spTgt spid="135"/>
                                        </p:tgtEl>
                                      </p:cBhvr>
                                    </p:animEffect>
                                    <p:anim calcmode="lin" valueType="num">
                                      <p:cBhvr>
                                        <p:cTn id="82" dur="1000" fill="hold"/>
                                        <p:tgtEl>
                                          <p:spTgt spid="135"/>
                                        </p:tgtEl>
                                        <p:attrNameLst>
                                          <p:attrName>ppt_x</p:attrName>
                                        </p:attrNameLst>
                                      </p:cBhvr>
                                      <p:tavLst>
                                        <p:tav tm="0">
                                          <p:val>
                                            <p:strVal val="#ppt_x"/>
                                          </p:val>
                                        </p:tav>
                                        <p:tav tm="100000">
                                          <p:val>
                                            <p:strVal val="#ppt_x"/>
                                          </p:val>
                                        </p:tav>
                                      </p:tavLst>
                                    </p:anim>
                                    <p:anim calcmode="lin" valueType="num">
                                      <p:cBhvr>
                                        <p:cTn id="83" dur="1000" fill="hold"/>
                                        <p:tgtEl>
                                          <p:spTgt spid="135"/>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136"/>
                                        </p:tgtEl>
                                        <p:attrNameLst>
                                          <p:attrName>style.visibility</p:attrName>
                                        </p:attrNameLst>
                                      </p:cBhvr>
                                      <p:to>
                                        <p:strVal val="visible"/>
                                      </p:to>
                                    </p:set>
                                    <p:animEffect transition="in" filter="fade">
                                      <p:cBhvr>
                                        <p:cTn id="86" dur="1000"/>
                                        <p:tgtEl>
                                          <p:spTgt spid="136"/>
                                        </p:tgtEl>
                                      </p:cBhvr>
                                    </p:animEffect>
                                    <p:anim calcmode="lin" valueType="num">
                                      <p:cBhvr>
                                        <p:cTn id="87" dur="1000" fill="hold"/>
                                        <p:tgtEl>
                                          <p:spTgt spid="136"/>
                                        </p:tgtEl>
                                        <p:attrNameLst>
                                          <p:attrName>ppt_x</p:attrName>
                                        </p:attrNameLst>
                                      </p:cBhvr>
                                      <p:tavLst>
                                        <p:tav tm="0">
                                          <p:val>
                                            <p:strVal val="#ppt_x"/>
                                          </p:val>
                                        </p:tav>
                                        <p:tav tm="100000">
                                          <p:val>
                                            <p:strVal val="#ppt_x"/>
                                          </p:val>
                                        </p:tav>
                                      </p:tavLst>
                                    </p:anim>
                                    <p:anim calcmode="lin" valueType="num">
                                      <p:cBhvr>
                                        <p:cTn id="88" dur="1000" fill="hold"/>
                                        <p:tgtEl>
                                          <p:spTgt spid="136"/>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0"/>
                                  </p:stCondLst>
                                  <p:childTnLst>
                                    <p:set>
                                      <p:cBhvr>
                                        <p:cTn id="90" dur="1" fill="hold">
                                          <p:stCondLst>
                                            <p:cond delay="0"/>
                                          </p:stCondLst>
                                        </p:cTn>
                                        <p:tgtEl>
                                          <p:spTgt spid="137"/>
                                        </p:tgtEl>
                                        <p:attrNameLst>
                                          <p:attrName>style.visibility</p:attrName>
                                        </p:attrNameLst>
                                      </p:cBhvr>
                                      <p:to>
                                        <p:strVal val="visible"/>
                                      </p:to>
                                    </p:set>
                                    <p:animEffect transition="in" filter="fade">
                                      <p:cBhvr>
                                        <p:cTn id="91" dur="1000"/>
                                        <p:tgtEl>
                                          <p:spTgt spid="137"/>
                                        </p:tgtEl>
                                      </p:cBhvr>
                                    </p:animEffect>
                                    <p:anim calcmode="lin" valueType="num">
                                      <p:cBhvr>
                                        <p:cTn id="92" dur="1000" fill="hold"/>
                                        <p:tgtEl>
                                          <p:spTgt spid="137"/>
                                        </p:tgtEl>
                                        <p:attrNameLst>
                                          <p:attrName>ppt_x</p:attrName>
                                        </p:attrNameLst>
                                      </p:cBhvr>
                                      <p:tavLst>
                                        <p:tav tm="0">
                                          <p:val>
                                            <p:strVal val="#ppt_x"/>
                                          </p:val>
                                        </p:tav>
                                        <p:tav tm="100000">
                                          <p:val>
                                            <p:strVal val="#ppt_x"/>
                                          </p:val>
                                        </p:tav>
                                      </p:tavLst>
                                    </p:anim>
                                    <p:anim calcmode="lin" valueType="num">
                                      <p:cBhvr>
                                        <p:cTn id="93" dur="1000" fill="hold"/>
                                        <p:tgtEl>
                                          <p:spTgt spid="137"/>
                                        </p:tgtEl>
                                        <p:attrNameLst>
                                          <p:attrName>ppt_y</p:attrName>
                                        </p:attrNameLst>
                                      </p:cBhvr>
                                      <p:tavLst>
                                        <p:tav tm="0">
                                          <p:val>
                                            <p:strVal val="#ppt_y+.1"/>
                                          </p:val>
                                        </p:tav>
                                        <p:tav tm="100000">
                                          <p:val>
                                            <p:strVal val="#ppt_y"/>
                                          </p:val>
                                        </p:tav>
                                      </p:tavLst>
                                    </p:anim>
                                  </p:childTnLst>
                                </p:cTn>
                              </p:par>
                              <p:par>
                                <p:cTn id="94" presetID="42" presetClass="entr" presetSubtype="0" fill="hold" nodeType="withEffect">
                                  <p:stCondLst>
                                    <p:cond delay="0"/>
                                  </p:stCondLst>
                                  <p:childTnLst>
                                    <p:set>
                                      <p:cBhvr>
                                        <p:cTn id="95" dur="1" fill="hold">
                                          <p:stCondLst>
                                            <p:cond delay="0"/>
                                          </p:stCondLst>
                                        </p:cTn>
                                        <p:tgtEl>
                                          <p:spTgt spid="138"/>
                                        </p:tgtEl>
                                        <p:attrNameLst>
                                          <p:attrName>style.visibility</p:attrName>
                                        </p:attrNameLst>
                                      </p:cBhvr>
                                      <p:to>
                                        <p:strVal val="visible"/>
                                      </p:to>
                                    </p:set>
                                    <p:animEffect transition="in" filter="fade">
                                      <p:cBhvr>
                                        <p:cTn id="96" dur="1000"/>
                                        <p:tgtEl>
                                          <p:spTgt spid="138"/>
                                        </p:tgtEl>
                                      </p:cBhvr>
                                    </p:animEffect>
                                    <p:anim calcmode="lin" valueType="num">
                                      <p:cBhvr>
                                        <p:cTn id="97" dur="1000" fill="hold"/>
                                        <p:tgtEl>
                                          <p:spTgt spid="138"/>
                                        </p:tgtEl>
                                        <p:attrNameLst>
                                          <p:attrName>ppt_x</p:attrName>
                                        </p:attrNameLst>
                                      </p:cBhvr>
                                      <p:tavLst>
                                        <p:tav tm="0">
                                          <p:val>
                                            <p:strVal val="#ppt_x"/>
                                          </p:val>
                                        </p:tav>
                                        <p:tav tm="100000">
                                          <p:val>
                                            <p:strVal val="#ppt_x"/>
                                          </p:val>
                                        </p:tav>
                                      </p:tavLst>
                                    </p:anim>
                                    <p:anim calcmode="lin" valueType="num">
                                      <p:cBhvr>
                                        <p:cTn id="98" dur="1000" fill="hold"/>
                                        <p:tgtEl>
                                          <p:spTgt spid="138"/>
                                        </p:tgtEl>
                                        <p:attrNameLst>
                                          <p:attrName>ppt_y</p:attrName>
                                        </p:attrNameLst>
                                      </p:cBhvr>
                                      <p:tavLst>
                                        <p:tav tm="0">
                                          <p:val>
                                            <p:strVal val="#ppt_y+.1"/>
                                          </p:val>
                                        </p:tav>
                                        <p:tav tm="100000">
                                          <p:val>
                                            <p:strVal val="#ppt_y"/>
                                          </p:val>
                                        </p:tav>
                                      </p:tavLst>
                                    </p:anim>
                                  </p:childTnLst>
                                </p:cTn>
                              </p:par>
                              <p:par>
                                <p:cTn id="99" presetID="42" presetClass="entr" presetSubtype="0" fill="hold" nodeType="withEffect">
                                  <p:stCondLst>
                                    <p:cond delay="0"/>
                                  </p:stCondLst>
                                  <p:childTnLst>
                                    <p:set>
                                      <p:cBhvr>
                                        <p:cTn id="100" dur="1" fill="hold">
                                          <p:stCondLst>
                                            <p:cond delay="0"/>
                                          </p:stCondLst>
                                        </p:cTn>
                                        <p:tgtEl>
                                          <p:spTgt spid="139"/>
                                        </p:tgtEl>
                                        <p:attrNameLst>
                                          <p:attrName>style.visibility</p:attrName>
                                        </p:attrNameLst>
                                      </p:cBhvr>
                                      <p:to>
                                        <p:strVal val="visible"/>
                                      </p:to>
                                    </p:set>
                                    <p:animEffect transition="in" filter="fade">
                                      <p:cBhvr>
                                        <p:cTn id="101" dur="1000"/>
                                        <p:tgtEl>
                                          <p:spTgt spid="139"/>
                                        </p:tgtEl>
                                      </p:cBhvr>
                                    </p:animEffect>
                                    <p:anim calcmode="lin" valueType="num">
                                      <p:cBhvr>
                                        <p:cTn id="102" dur="1000" fill="hold"/>
                                        <p:tgtEl>
                                          <p:spTgt spid="139"/>
                                        </p:tgtEl>
                                        <p:attrNameLst>
                                          <p:attrName>ppt_x</p:attrName>
                                        </p:attrNameLst>
                                      </p:cBhvr>
                                      <p:tavLst>
                                        <p:tav tm="0">
                                          <p:val>
                                            <p:strVal val="#ppt_x"/>
                                          </p:val>
                                        </p:tav>
                                        <p:tav tm="100000">
                                          <p:val>
                                            <p:strVal val="#ppt_x"/>
                                          </p:val>
                                        </p:tav>
                                      </p:tavLst>
                                    </p:anim>
                                    <p:anim calcmode="lin" valueType="num">
                                      <p:cBhvr>
                                        <p:cTn id="103" dur="1000" fill="hold"/>
                                        <p:tgtEl>
                                          <p:spTgt spid="139"/>
                                        </p:tgtEl>
                                        <p:attrNameLst>
                                          <p:attrName>ppt_y</p:attrName>
                                        </p:attrNameLst>
                                      </p:cBhvr>
                                      <p:tavLst>
                                        <p:tav tm="0">
                                          <p:val>
                                            <p:strVal val="#ppt_y+.1"/>
                                          </p:val>
                                        </p:tav>
                                        <p:tav tm="100000">
                                          <p:val>
                                            <p:strVal val="#ppt_y"/>
                                          </p:val>
                                        </p:tav>
                                      </p:tavLst>
                                    </p:anim>
                                  </p:childTnLst>
                                </p:cTn>
                              </p:par>
                              <p:par>
                                <p:cTn id="104" presetID="42" presetClass="entr" presetSubtype="0" fill="hold" nodeType="withEffect">
                                  <p:stCondLst>
                                    <p:cond delay="0"/>
                                  </p:stCondLst>
                                  <p:childTnLst>
                                    <p:set>
                                      <p:cBhvr>
                                        <p:cTn id="105" dur="1" fill="hold">
                                          <p:stCondLst>
                                            <p:cond delay="0"/>
                                          </p:stCondLst>
                                        </p:cTn>
                                        <p:tgtEl>
                                          <p:spTgt spid="140"/>
                                        </p:tgtEl>
                                        <p:attrNameLst>
                                          <p:attrName>style.visibility</p:attrName>
                                        </p:attrNameLst>
                                      </p:cBhvr>
                                      <p:to>
                                        <p:strVal val="visible"/>
                                      </p:to>
                                    </p:set>
                                    <p:animEffect transition="in" filter="fade">
                                      <p:cBhvr>
                                        <p:cTn id="106" dur="1000"/>
                                        <p:tgtEl>
                                          <p:spTgt spid="140"/>
                                        </p:tgtEl>
                                      </p:cBhvr>
                                    </p:animEffect>
                                    <p:anim calcmode="lin" valueType="num">
                                      <p:cBhvr>
                                        <p:cTn id="107" dur="1000" fill="hold"/>
                                        <p:tgtEl>
                                          <p:spTgt spid="140"/>
                                        </p:tgtEl>
                                        <p:attrNameLst>
                                          <p:attrName>ppt_x</p:attrName>
                                        </p:attrNameLst>
                                      </p:cBhvr>
                                      <p:tavLst>
                                        <p:tav tm="0">
                                          <p:val>
                                            <p:strVal val="#ppt_x"/>
                                          </p:val>
                                        </p:tav>
                                        <p:tav tm="100000">
                                          <p:val>
                                            <p:strVal val="#ppt_x"/>
                                          </p:val>
                                        </p:tav>
                                      </p:tavLst>
                                    </p:anim>
                                    <p:anim calcmode="lin" valueType="num">
                                      <p:cBhvr>
                                        <p:cTn id="108" dur="1000" fill="hold"/>
                                        <p:tgtEl>
                                          <p:spTgt spid="140"/>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0"/>
                                  </p:stCondLst>
                                  <p:childTnLst>
                                    <p:set>
                                      <p:cBhvr>
                                        <p:cTn id="110" dur="1" fill="hold">
                                          <p:stCondLst>
                                            <p:cond delay="0"/>
                                          </p:stCondLst>
                                        </p:cTn>
                                        <p:tgtEl>
                                          <p:spTgt spid="141"/>
                                        </p:tgtEl>
                                        <p:attrNameLst>
                                          <p:attrName>style.visibility</p:attrName>
                                        </p:attrNameLst>
                                      </p:cBhvr>
                                      <p:to>
                                        <p:strVal val="visible"/>
                                      </p:to>
                                    </p:set>
                                    <p:animEffect transition="in" filter="fade">
                                      <p:cBhvr>
                                        <p:cTn id="111" dur="1000"/>
                                        <p:tgtEl>
                                          <p:spTgt spid="141"/>
                                        </p:tgtEl>
                                      </p:cBhvr>
                                    </p:animEffect>
                                    <p:anim calcmode="lin" valueType="num">
                                      <p:cBhvr>
                                        <p:cTn id="112" dur="1000" fill="hold"/>
                                        <p:tgtEl>
                                          <p:spTgt spid="141"/>
                                        </p:tgtEl>
                                        <p:attrNameLst>
                                          <p:attrName>ppt_x</p:attrName>
                                        </p:attrNameLst>
                                      </p:cBhvr>
                                      <p:tavLst>
                                        <p:tav tm="0">
                                          <p:val>
                                            <p:strVal val="#ppt_x"/>
                                          </p:val>
                                        </p:tav>
                                        <p:tav tm="100000">
                                          <p:val>
                                            <p:strVal val="#ppt_x"/>
                                          </p:val>
                                        </p:tav>
                                      </p:tavLst>
                                    </p:anim>
                                    <p:anim calcmode="lin" valueType="num">
                                      <p:cBhvr>
                                        <p:cTn id="113" dur="1000" fill="hold"/>
                                        <p:tgtEl>
                                          <p:spTgt spid="141"/>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0"/>
                                  </p:stCondLst>
                                  <p:childTnLst>
                                    <p:set>
                                      <p:cBhvr>
                                        <p:cTn id="115" dur="1" fill="hold">
                                          <p:stCondLst>
                                            <p:cond delay="0"/>
                                          </p:stCondLst>
                                        </p:cTn>
                                        <p:tgtEl>
                                          <p:spTgt spid="142"/>
                                        </p:tgtEl>
                                        <p:attrNameLst>
                                          <p:attrName>style.visibility</p:attrName>
                                        </p:attrNameLst>
                                      </p:cBhvr>
                                      <p:to>
                                        <p:strVal val="visible"/>
                                      </p:to>
                                    </p:set>
                                    <p:animEffect transition="in" filter="fade">
                                      <p:cBhvr>
                                        <p:cTn id="116" dur="1000"/>
                                        <p:tgtEl>
                                          <p:spTgt spid="142"/>
                                        </p:tgtEl>
                                      </p:cBhvr>
                                    </p:animEffect>
                                    <p:anim calcmode="lin" valueType="num">
                                      <p:cBhvr>
                                        <p:cTn id="117" dur="1000" fill="hold"/>
                                        <p:tgtEl>
                                          <p:spTgt spid="142"/>
                                        </p:tgtEl>
                                        <p:attrNameLst>
                                          <p:attrName>ppt_x</p:attrName>
                                        </p:attrNameLst>
                                      </p:cBhvr>
                                      <p:tavLst>
                                        <p:tav tm="0">
                                          <p:val>
                                            <p:strVal val="#ppt_x"/>
                                          </p:val>
                                        </p:tav>
                                        <p:tav tm="100000">
                                          <p:val>
                                            <p:strVal val="#ppt_x"/>
                                          </p:val>
                                        </p:tav>
                                      </p:tavLst>
                                    </p:anim>
                                    <p:anim calcmode="lin" valueType="num">
                                      <p:cBhvr>
                                        <p:cTn id="118" dur="1000" fill="hold"/>
                                        <p:tgtEl>
                                          <p:spTgt spid="142"/>
                                        </p:tgtEl>
                                        <p:attrNameLst>
                                          <p:attrName>ppt_y</p:attrName>
                                        </p:attrNameLst>
                                      </p:cBhvr>
                                      <p:tavLst>
                                        <p:tav tm="0">
                                          <p:val>
                                            <p:strVal val="#ppt_y+.1"/>
                                          </p:val>
                                        </p:tav>
                                        <p:tav tm="100000">
                                          <p:val>
                                            <p:strVal val="#ppt_y"/>
                                          </p:val>
                                        </p:tav>
                                      </p:tavLst>
                                    </p:anim>
                                  </p:childTnLst>
                                </p:cTn>
                              </p:par>
                              <p:par>
                                <p:cTn id="119" presetID="42" presetClass="entr" presetSubtype="0" fill="hold" nodeType="withEffect">
                                  <p:stCondLst>
                                    <p:cond delay="0"/>
                                  </p:stCondLst>
                                  <p:childTnLst>
                                    <p:set>
                                      <p:cBhvr>
                                        <p:cTn id="120" dur="1" fill="hold">
                                          <p:stCondLst>
                                            <p:cond delay="0"/>
                                          </p:stCondLst>
                                        </p:cTn>
                                        <p:tgtEl>
                                          <p:spTgt spid="143"/>
                                        </p:tgtEl>
                                        <p:attrNameLst>
                                          <p:attrName>style.visibility</p:attrName>
                                        </p:attrNameLst>
                                      </p:cBhvr>
                                      <p:to>
                                        <p:strVal val="visible"/>
                                      </p:to>
                                    </p:set>
                                    <p:animEffect transition="in" filter="fade">
                                      <p:cBhvr>
                                        <p:cTn id="121" dur="1000"/>
                                        <p:tgtEl>
                                          <p:spTgt spid="143"/>
                                        </p:tgtEl>
                                      </p:cBhvr>
                                    </p:animEffect>
                                    <p:anim calcmode="lin" valueType="num">
                                      <p:cBhvr>
                                        <p:cTn id="122" dur="1000" fill="hold"/>
                                        <p:tgtEl>
                                          <p:spTgt spid="143"/>
                                        </p:tgtEl>
                                        <p:attrNameLst>
                                          <p:attrName>ppt_x</p:attrName>
                                        </p:attrNameLst>
                                      </p:cBhvr>
                                      <p:tavLst>
                                        <p:tav tm="0">
                                          <p:val>
                                            <p:strVal val="#ppt_x"/>
                                          </p:val>
                                        </p:tav>
                                        <p:tav tm="100000">
                                          <p:val>
                                            <p:strVal val="#ppt_x"/>
                                          </p:val>
                                        </p:tav>
                                      </p:tavLst>
                                    </p:anim>
                                    <p:anim calcmode="lin" valueType="num">
                                      <p:cBhvr>
                                        <p:cTn id="123" dur="1000" fill="hold"/>
                                        <p:tgtEl>
                                          <p:spTgt spid="143"/>
                                        </p:tgtEl>
                                        <p:attrNameLst>
                                          <p:attrName>ppt_y</p:attrName>
                                        </p:attrNameLst>
                                      </p:cBhvr>
                                      <p:tavLst>
                                        <p:tav tm="0">
                                          <p:val>
                                            <p:strVal val="#ppt_y+.1"/>
                                          </p:val>
                                        </p:tav>
                                        <p:tav tm="100000">
                                          <p:val>
                                            <p:strVal val="#ppt_y"/>
                                          </p:val>
                                        </p:tav>
                                      </p:tavLst>
                                    </p:anim>
                                  </p:childTnLst>
                                </p:cTn>
                              </p:par>
                              <p:par>
                                <p:cTn id="124" presetID="42" presetClass="entr" presetSubtype="0" fill="hold" nodeType="withEffect">
                                  <p:stCondLst>
                                    <p:cond delay="0"/>
                                  </p:stCondLst>
                                  <p:childTnLst>
                                    <p:set>
                                      <p:cBhvr>
                                        <p:cTn id="125" dur="1" fill="hold">
                                          <p:stCondLst>
                                            <p:cond delay="0"/>
                                          </p:stCondLst>
                                        </p:cTn>
                                        <p:tgtEl>
                                          <p:spTgt spid="144"/>
                                        </p:tgtEl>
                                        <p:attrNameLst>
                                          <p:attrName>style.visibility</p:attrName>
                                        </p:attrNameLst>
                                      </p:cBhvr>
                                      <p:to>
                                        <p:strVal val="visible"/>
                                      </p:to>
                                    </p:set>
                                    <p:animEffect transition="in" filter="fade">
                                      <p:cBhvr>
                                        <p:cTn id="126" dur="1000"/>
                                        <p:tgtEl>
                                          <p:spTgt spid="144"/>
                                        </p:tgtEl>
                                      </p:cBhvr>
                                    </p:animEffect>
                                    <p:anim calcmode="lin" valueType="num">
                                      <p:cBhvr>
                                        <p:cTn id="127" dur="1000" fill="hold"/>
                                        <p:tgtEl>
                                          <p:spTgt spid="144"/>
                                        </p:tgtEl>
                                        <p:attrNameLst>
                                          <p:attrName>ppt_x</p:attrName>
                                        </p:attrNameLst>
                                      </p:cBhvr>
                                      <p:tavLst>
                                        <p:tav tm="0">
                                          <p:val>
                                            <p:strVal val="#ppt_x"/>
                                          </p:val>
                                        </p:tav>
                                        <p:tav tm="100000">
                                          <p:val>
                                            <p:strVal val="#ppt_x"/>
                                          </p:val>
                                        </p:tav>
                                      </p:tavLst>
                                    </p:anim>
                                    <p:anim calcmode="lin" valueType="num">
                                      <p:cBhvr>
                                        <p:cTn id="128" dur="1000" fill="hold"/>
                                        <p:tgtEl>
                                          <p:spTgt spid="144"/>
                                        </p:tgtEl>
                                        <p:attrNameLst>
                                          <p:attrName>ppt_y</p:attrName>
                                        </p:attrNameLst>
                                      </p:cBhvr>
                                      <p:tavLst>
                                        <p:tav tm="0">
                                          <p:val>
                                            <p:strVal val="#ppt_y+.1"/>
                                          </p:val>
                                        </p:tav>
                                        <p:tav tm="100000">
                                          <p:val>
                                            <p:strVal val="#ppt_y"/>
                                          </p:val>
                                        </p:tav>
                                      </p:tavLst>
                                    </p:anim>
                                  </p:childTnLst>
                                </p:cTn>
                              </p:par>
                              <p:par>
                                <p:cTn id="129" presetID="42" presetClass="entr" presetSubtype="0" fill="hold" nodeType="withEffect">
                                  <p:stCondLst>
                                    <p:cond delay="0"/>
                                  </p:stCondLst>
                                  <p:childTnLst>
                                    <p:set>
                                      <p:cBhvr>
                                        <p:cTn id="130" dur="1" fill="hold">
                                          <p:stCondLst>
                                            <p:cond delay="0"/>
                                          </p:stCondLst>
                                        </p:cTn>
                                        <p:tgtEl>
                                          <p:spTgt spid="146"/>
                                        </p:tgtEl>
                                        <p:attrNameLst>
                                          <p:attrName>style.visibility</p:attrName>
                                        </p:attrNameLst>
                                      </p:cBhvr>
                                      <p:to>
                                        <p:strVal val="visible"/>
                                      </p:to>
                                    </p:set>
                                    <p:animEffect transition="in" filter="fade">
                                      <p:cBhvr>
                                        <p:cTn id="131" dur="1000"/>
                                        <p:tgtEl>
                                          <p:spTgt spid="146"/>
                                        </p:tgtEl>
                                      </p:cBhvr>
                                    </p:animEffect>
                                    <p:anim calcmode="lin" valueType="num">
                                      <p:cBhvr>
                                        <p:cTn id="132" dur="1000" fill="hold"/>
                                        <p:tgtEl>
                                          <p:spTgt spid="146"/>
                                        </p:tgtEl>
                                        <p:attrNameLst>
                                          <p:attrName>ppt_x</p:attrName>
                                        </p:attrNameLst>
                                      </p:cBhvr>
                                      <p:tavLst>
                                        <p:tav tm="0">
                                          <p:val>
                                            <p:strVal val="#ppt_x"/>
                                          </p:val>
                                        </p:tav>
                                        <p:tav tm="100000">
                                          <p:val>
                                            <p:strVal val="#ppt_x"/>
                                          </p:val>
                                        </p:tav>
                                      </p:tavLst>
                                    </p:anim>
                                    <p:anim calcmode="lin" valueType="num">
                                      <p:cBhvr>
                                        <p:cTn id="133" dur="1000" fill="hold"/>
                                        <p:tgtEl>
                                          <p:spTgt spid="146"/>
                                        </p:tgtEl>
                                        <p:attrNameLst>
                                          <p:attrName>ppt_y</p:attrName>
                                        </p:attrNameLst>
                                      </p:cBhvr>
                                      <p:tavLst>
                                        <p:tav tm="0">
                                          <p:val>
                                            <p:strVal val="#ppt_y+.1"/>
                                          </p:val>
                                        </p:tav>
                                        <p:tav tm="100000">
                                          <p:val>
                                            <p:strVal val="#ppt_y"/>
                                          </p:val>
                                        </p:tav>
                                      </p:tavLst>
                                    </p:anim>
                                  </p:childTnLst>
                                </p:cTn>
                              </p:par>
                              <p:par>
                                <p:cTn id="134" presetID="42" presetClass="entr" presetSubtype="0" fill="hold" nodeType="withEffect">
                                  <p:stCondLst>
                                    <p:cond delay="0"/>
                                  </p:stCondLst>
                                  <p:childTnLst>
                                    <p:set>
                                      <p:cBhvr>
                                        <p:cTn id="135" dur="1" fill="hold">
                                          <p:stCondLst>
                                            <p:cond delay="0"/>
                                          </p:stCondLst>
                                        </p:cTn>
                                        <p:tgtEl>
                                          <p:spTgt spid="147"/>
                                        </p:tgtEl>
                                        <p:attrNameLst>
                                          <p:attrName>style.visibility</p:attrName>
                                        </p:attrNameLst>
                                      </p:cBhvr>
                                      <p:to>
                                        <p:strVal val="visible"/>
                                      </p:to>
                                    </p:set>
                                    <p:animEffect transition="in" filter="fade">
                                      <p:cBhvr>
                                        <p:cTn id="136" dur="1000"/>
                                        <p:tgtEl>
                                          <p:spTgt spid="147"/>
                                        </p:tgtEl>
                                      </p:cBhvr>
                                    </p:animEffect>
                                    <p:anim calcmode="lin" valueType="num">
                                      <p:cBhvr>
                                        <p:cTn id="137" dur="1000" fill="hold"/>
                                        <p:tgtEl>
                                          <p:spTgt spid="147"/>
                                        </p:tgtEl>
                                        <p:attrNameLst>
                                          <p:attrName>ppt_x</p:attrName>
                                        </p:attrNameLst>
                                      </p:cBhvr>
                                      <p:tavLst>
                                        <p:tav tm="0">
                                          <p:val>
                                            <p:strVal val="#ppt_x"/>
                                          </p:val>
                                        </p:tav>
                                        <p:tav tm="100000">
                                          <p:val>
                                            <p:strVal val="#ppt_x"/>
                                          </p:val>
                                        </p:tav>
                                      </p:tavLst>
                                    </p:anim>
                                    <p:anim calcmode="lin" valueType="num">
                                      <p:cBhvr>
                                        <p:cTn id="138" dur="1000" fill="hold"/>
                                        <p:tgtEl>
                                          <p:spTgt spid="147"/>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0"/>
                                  </p:stCondLst>
                                  <p:childTnLst>
                                    <p:set>
                                      <p:cBhvr>
                                        <p:cTn id="140" dur="1" fill="hold">
                                          <p:stCondLst>
                                            <p:cond delay="0"/>
                                          </p:stCondLst>
                                        </p:cTn>
                                        <p:tgtEl>
                                          <p:spTgt spid="148"/>
                                        </p:tgtEl>
                                        <p:attrNameLst>
                                          <p:attrName>style.visibility</p:attrName>
                                        </p:attrNameLst>
                                      </p:cBhvr>
                                      <p:to>
                                        <p:strVal val="visible"/>
                                      </p:to>
                                    </p:set>
                                    <p:animEffect transition="in" filter="fade">
                                      <p:cBhvr>
                                        <p:cTn id="141" dur="1000"/>
                                        <p:tgtEl>
                                          <p:spTgt spid="148"/>
                                        </p:tgtEl>
                                      </p:cBhvr>
                                    </p:animEffect>
                                    <p:anim calcmode="lin" valueType="num">
                                      <p:cBhvr>
                                        <p:cTn id="142" dur="1000" fill="hold"/>
                                        <p:tgtEl>
                                          <p:spTgt spid="148"/>
                                        </p:tgtEl>
                                        <p:attrNameLst>
                                          <p:attrName>ppt_x</p:attrName>
                                        </p:attrNameLst>
                                      </p:cBhvr>
                                      <p:tavLst>
                                        <p:tav tm="0">
                                          <p:val>
                                            <p:strVal val="#ppt_x"/>
                                          </p:val>
                                        </p:tav>
                                        <p:tav tm="100000">
                                          <p:val>
                                            <p:strVal val="#ppt_x"/>
                                          </p:val>
                                        </p:tav>
                                      </p:tavLst>
                                    </p:anim>
                                    <p:anim calcmode="lin" valueType="num">
                                      <p:cBhvr>
                                        <p:cTn id="143" dur="1000" fill="hold"/>
                                        <p:tgtEl>
                                          <p:spTgt spid="148"/>
                                        </p:tgtEl>
                                        <p:attrNameLst>
                                          <p:attrName>ppt_y</p:attrName>
                                        </p:attrNameLst>
                                      </p:cBhvr>
                                      <p:tavLst>
                                        <p:tav tm="0">
                                          <p:val>
                                            <p:strVal val="#ppt_y+.1"/>
                                          </p:val>
                                        </p:tav>
                                        <p:tav tm="100000">
                                          <p:val>
                                            <p:strVal val="#ppt_y"/>
                                          </p:val>
                                        </p:tav>
                                      </p:tavLst>
                                    </p:anim>
                                  </p:childTnLst>
                                </p:cTn>
                              </p:par>
                              <p:par>
                                <p:cTn id="144" presetID="42" presetClass="entr" presetSubtype="0" fill="hold" nodeType="withEffect">
                                  <p:stCondLst>
                                    <p:cond delay="0"/>
                                  </p:stCondLst>
                                  <p:childTnLst>
                                    <p:set>
                                      <p:cBhvr>
                                        <p:cTn id="145" dur="1" fill="hold">
                                          <p:stCondLst>
                                            <p:cond delay="0"/>
                                          </p:stCondLst>
                                        </p:cTn>
                                        <p:tgtEl>
                                          <p:spTgt spid="149"/>
                                        </p:tgtEl>
                                        <p:attrNameLst>
                                          <p:attrName>style.visibility</p:attrName>
                                        </p:attrNameLst>
                                      </p:cBhvr>
                                      <p:to>
                                        <p:strVal val="visible"/>
                                      </p:to>
                                    </p:set>
                                    <p:animEffect transition="in" filter="fade">
                                      <p:cBhvr>
                                        <p:cTn id="146" dur="1000"/>
                                        <p:tgtEl>
                                          <p:spTgt spid="149"/>
                                        </p:tgtEl>
                                      </p:cBhvr>
                                    </p:animEffect>
                                    <p:anim calcmode="lin" valueType="num">
                                      <p:cBhvr>
                                        <p:cTn id="147" dur="1000" fill="hold"/>
                                        <p:tgtEl>
                                          <p:spTgt spid="149"/>
                                        </p:tgtEl>
                                        <p:attrNameLst>
                                          <p:attrName>ppt_x</p:attrName>
                                        </p:attrNameLst>
                                      </p:cBhvr>
                                      <p:tavLst>
                                        <p:tav tm="0">
                                          <p:val>
                                            <p:strVal val="#ppt_x"/>
                                          </p:val>
                                        </p:tav>
                                        <p:tav tm="100000">
                                          <p:val>
                                            <p:strVal val="#ppt_x"/>
                                          </p:val>
                                        </p:tav>
                                      </p:tavLst>
                                    </p:anim>
                                    <p:anim calcmode="lin" valueType="num">
                                      <p:cBhvr>
                                        <p:cTn id="148" dur="1000" fill="hold"/>
                                        <p:tgtEl>
                                          <p:spTgt spid="149"/>
                                        </p:tgtEl>
                                        <p:attrNameLst>
                                          <p:attrName>ppt_y</p:attrName>
                                        </p:attrNameLst>
                                      </p:cBhvr>
                                      <p:tavLst>
                                        <p:tav tm="0">
                                          <p:val>
                                            <p:strVal val="#ppt_y+.1"/>
                                          </p:val>
                                        </p:tav>
                                        <p:tav tm="100000">
                                          <p:val>
                                            <p:strVal val="#ppt_y"/>
                                          </p:val>
                                        </p:tav>
                                      </p:tavLst>
                                    </p:anim>
                                  </p:childTnLst>
                                </p:cTn>
                              </p:par>
                              <p:par>
                                <p:cTn id="149" presetID="42" presetClass="entr" presetSubtype="0" fill="hold" nodeType="withEffect">
                                  <p:stCondLst>
                                    <p:cond delay="0"/>
                                  </p:stCondLst>
                                  <p:childTnLst>
                                    <p:set>
                                      <p:cBhvr>
                                        <p:cTn id="150" dur="1" fill="hold">
                                          <p:stCondLst>
                                            <p:cond delay="0"/>
                                          </p:stCondLst>
                                        </p:cTn>
                                        <p:tgtEl>
                                          <p:spTgt spid="150"/>
                                        </p:tgtEl>
                                        <p:attrNameLst>
                                          <p:attrName>style.visibility</p:attrName>
                                        </p:attrNameLst>
                                      </p:cBhvr>
                                      <p:to>
                                        <p:strVal val="visible"/>
                                      </p:to>
                                    </p:set>
                                    <p:animEffect transition="in" filter="fade">
                                      <p:cBhvr>
                                        <p:cTn id="151" dur="1000"/>
                                        <p:tgtEl>
                                          <p:spTgt spid="150"/>
                                        </p:tgtEl>
                                      </p:cBhvr>
                                    </p:animEffect>
                                    <p:anim calcmode="lin" valueType="num">
                                      <p:cBhvr>
                                        <p:cTn id="152" dur="1000" fill="hold"/>
                                        <p:tgtEl>
                                          <p:spTgt spid="150"/>
                                        </p:tgtEl>
                                        <p:attrNameLst>
                                          <p:attrName>ppt_x</p:attrName>
                                        </p:attrNameLst>
                                      </p:cBhvr>
                                      <p:tavLst>
                                        <p:tav tm="0">
                                          <p:val>
                                            <p:strVal val="#ppt_x"/>
                                          </p:val>
                                        </p:tav>
                                        <p:tav tm="100000">
                                          <p:val>
                                            <p:strVal val="#ppt_x"/>
                                          </p:val>
                                        </p:tav>
                                      </p:tavLst>
                                    </p:anim>
                                    <p:anim calcmode="lin" valueType="num">
                                      <p:cBhvr>
                                        <p:cTn id="153" dur="1000" fill="hold"/>
                                        <p:tgtEl>
                                          <p:spTgt spid="150"/>
                                        </p:tgtEl>
                                        <p:attrNameLst>
                                          <p:attrName>ppt_y</p:attrName>
                                        </p:attrNameLst>
                                      </p:cBhvr>
                                      <p:tavLst>
                                        <p:tav tm="0">
                                          <p:val>
                                            <p:strVal val="#ppt_y+.1"/>
                                          </p:val>
                                        </p:tav>
                                        <p:tav tm="100000">
                                          <p:val>
                                            <p:strVal val="#ppt_y"/>
                                          </p:val>
                                        </p:tav>
                                      </p:tavLst>
                                    </p:anim>
                                  </p:childTnLst>
                                </p:cTn>
                              </p:par>
                              <p:par>
                                <p:cTn id="154" presetID="42" presetClass="entr" presetSubtype="0" fill="hold" nodeType="withEffect">
                                  <p:stCondLst>
                                    <p:cond delay="0"/>
                                  </p:stCondLst>
                                  <p:childTnLst>
                                    <p:set>
                                      <p:cBhvr>
                                        <p:cTn id="155" dur="1" fill="hold">
                                          <p:stCondLst>
                                            <p:cond delay="0"/>
                                          </p:stCondLst>
                                        </p:cTn>
                                        <p:tgtEl>
                                          <p:spTgt spid="151"/>
                                        </p:tgtEl>
                                        <p:attrNameLst>
                                          <p:attrName>style.visibility</p:attrName>
                                        </p:attrNameLst>
                                      </p:cBhvr>
                                      <p:to>
                                        <p:strVal val="visible"/>
                                      </p:to>
                                    </p:set>
                                    <p:animEffect transition="in" filter="fade">
                                      <p:cBhvr>
                                        <p:cTn id="156" dur="1000"/>
                                        <p:tgtEl>
                                          <p:spTgt spid="151"/>
                                        </p:tgtEl>
                                      </p:cBhvr>
                                    </p:animEffect>
                                    <p:anim calcmode="lin" valueType="num">
                                      <p:cBhvr>
                                        <p:cTn id="157" dur="1000" fill="hold"/>
                                        <p:tgtEl>
                                          <p:spTgt spid="151"/>
                                        </p:tgtEl>
                                        <p:attrNameLst>
                                          <p:attrName>ppt_x</p:attrName>
                                        </p:attrNameLst>
                                      </p:cBhvr>
                                      <p:tavLst>
                                        <p:tav tm="0">
                                          <p:val>
                                            <p:strVal val="#ppt_x"/>
                                          </p:val>
                                        </p:tav>
                                        <p:tav tm="100000">
                                          <p:val>
                                            <p:strVal val="#ppt_x"/>
                                          </p:val>
                                        </p:tav>
                                      </p:tavLst>
                                    </p:anim>
                                    <p:anim calcmode="lin" valueType="num">
                                      <p:cBhvr>
                                        <p:cTn id="158" dur="1000" fill="hold"/>
                                        <p:tgtEl>
                                          <p:spTgt spid="151"/>
                                        </p:tgtEl>
                                        <p:attrNameLst>
                                          <p:attrName>ppt_y</p:attrName>
                                        </p:attrNameLst>
                                      </p:cBhvr>
                                      <p:tavLst>
                                        <p:tav tm="0">
                                          <p:val>
                                            <p:strVal val="#ppt_y+.1"/>
                                          </p:val>
                                        </p:tav>
                                        <p:tav tm="100000">
                                          <p:val>
                                            <p:strVal val="#ppt_y"/>
                                          </p:val>
                                        </p:tav>
                                      </p:tavLst>
                                    </p:anim>
                                  </p:childTnLst>
                                </p:cTn>
                              </p:par>
                              <p:par>
                                <p:cTn id="159" presetID="42" presetClass="entr" presetSubtype="0" fill="hold" nodeType="withEffect">
                                  <p:stCondLst>
                                    <p:cond delay="0"/>
                                  </p:stCondLst>
                                  <p:childTnLst>
                                    <p:set>
                                      <p:cBhvr>
                                        <p:cTn id="160" dur="1" fill="hold">
                                          <p:stCondLst>
                                            <p:cond delay="0"/>
                                          </p:stCondLst>
                                        </p:cTn>
                                        <p:tgtEl>
                                          <p:spTgt spid="152"/>
                                        </p:tgtEl>
                                        <p:attrNameLst>
                                          <p:attrName>style.visibility</p:attrName>
                                        </p:attrNameLst>
                                      </p:cBhvr>
                                      <p:to>
                                        <p:strVal val="visible"/>
                                      </p:to>
                                    </p:set>
                                    <p:animEffect transition="in" filter="fade">
                                      <p:cBhvr>
                                        <p:cTn id="161" dur="1000"/>
                                        <p:tgtEl>
                                          <p:spTgt spid="152"/>
                                        </p:tgtEl>
                                      </p:cBhvr>
                                    </p:animEffect>
                                    <p:anim calcmode="lin" valueType="num">
                                      <p:cBhvr>
                                        <p:cTn id="162" dur="1000" fill="hold"/>
                                        <p:tgtEl>
                                          <p:spTgt spid="152"/>
                                        </p:tgtEl>
                                        <p:attrNameLst>
                                          <p:attrName>ppt_x</p:attrName>
                                        </p:attrNameLst>
                                      </p:cBhvr>
                                      <p:tavLst>
                                        <p:tav tm="0">
                                          <p:val>
                                            <p:strVal val="#ppt_x"/>
                                          </p:val>
                                        </p:tav>
                                        <p:tav tm="100000">
                                          <p:val>
                                            <p:strVal val="#ppt_x"/>
                                          </p:val>
                                        </p:tav>
                                      </p:tavLst>
                                    </p:anim>
                                    <p:anim calcmode="lin" valueType="num">
                                      <p:cBhvr>
                                        <p:cTn id="163" dur="1000" fill="hold"/>
                                        <p:tgtEl>
                                          <p:spTgt spid="152"/>
                                        </p:tgtEl>
                                        <p:attrNameLst>
                                          <p:attrName>ppt_y</p:attrName>
                                        </p:attrNameLst>
                                      </p:cBhvr>
                                      <p:tavLst>
                                        <p:tav tm="0">
                                          <p:val>
                                            <p:strVal val="#ppt_y+.1"/>
                                          </p:val>
                                        </p:tav>
                                        <p:tav tm="100000">
                                          <p:val>
                                            <p:strVal val="#ppt_y"/>
                                          </p:val>
                                        </p:tav>
                                      </p:tavLst>
                                    </p:anim>
                                  </p:childTnLst>
                                </p:cTn>
                              </p:par>
                              <p:par>
                                <p:cTn id="164" presetID="42" presetClass="entr" presetSubtype="0" fill="hold" nodeType="withEffect">
                                  <p:stCondLst>
                                    <p:cond delay="0"/>
                                  </p:stCondLst>
                                  <p:childTnLst>
                                    <p:set>
                                      <p:cBhvr>
                                        <p:cTn id="165" dur="1" fill="hold">
                                          <p:stCondLst>
                                            <p:cond delay="0"/>
                                          </p:stCondLst>
                                        </p:cTn>
                                        <p:tgtEl>
                                          <p:spTgt spid="153"/>
                                        </p:tgtEl>
                                        <p:attrNameLst>
                                          <p:attrName>style.visibility</p:attrName>
                                        </p:attrNameLst>
                                      </p:cBhvr>
                                      <p:to>
                                        <p:strVal val="visible"/>
                                      </p:to>
                                    </p:set>
                                    <p:animEffect transition="in" filter="fade">
                                      <p:cBhvr>
                                        <p:cTn id="166" dur="1000"/>
                                        <p:tgtEl>
                                          <p:spTgt spid="153"/>
                                        </p:tgtEl>
                                      </p:cBhvr>
                                    </p:animEffect>
                                    <p:anim calcmode="lin" valueType="num">
                                      <p:cBhvr>
                                        <p:cTn id="167" dur="1000" fill="hold"/>
                                        <p:tgtEl>
                                          <p:spTgt spid="153"/>
                                        </p:tgtEl>
                                        <p:attrNameLst>
                                          <p:attrName>ppt_x</p:attrName>
                                        </p:attrNameLst>
                                      </p:cBhvr>
                                      <p:tavLst>
                                        <p:tav tm="0">
                                          <p:val>
                                            <p:strVal val="#ppt_x"/>
                                          </p:val>
                                        </p:tav>
                                        <p:tav tm="100000">
                                          <p:val>
                                            <p:strVal val="#ppt_x"/>
                                          </p:val>
                                        </p:tav>
                                      </p:tavLst>
                                    </p:anim>
                                    <p:anim calcmode="lin" valueType="num">
                                      <p:cBhvr>
                                        <p:cTn id="168" dur="1000" fill="hold"/>
                                        <p:tgtEl>
                                          <p:spTgt spid="153"/>
                                        </p:tgtEl>
                                        <p:attrNameLst>
                                          <p:attrName>ppt_y</p:attrName>
                                        </p:attrNameLst>
                                      </p:cBhvr>
                                      <p:tavLst>
                                        <p:tav tm="0">
                                          <p:val>
                                            <p:strVal val="#ppt_y+.1"/>
                                          </p:val>
                                        </p:tav>
                                        <p:tav tm="100000">
                                          <p:val>
                                            <p:strVal val="#ppt_y"/>
                                          </p:val>
                                        </p:tav>
                                      </p:tavLst>
                                    </p:anim>
                                  </p:childTnLst>
                                </p:cTn>
                              </p:par>
                              <p:par>
                                <p:cTn id="169" presetID="42" presetClass="entr" presetSubtype="0" fill="hold" nodeType="withEffect">
                                  <p:stCondLst>
                                    <p:cond delay="0"/>
                                  </p:stCondLst>
                                  <p:childTnLst>
                                    <p:set>
                                      <p:cBhvr>
                                        <p:cTn id="170" dur="1" fill="hold">
                                          <p:stCondLst>
                                            <p:cond delay="0"/>
                                          </p:stCondLst>
                                        </p:cTn>
                                        <p:tgtEl>
                                          <p:spTgt spid="154"/>
                                        </p:tgtEl>
                                        <p:attrNameLst>
                                          <p:attrName>style.visibility</p:attrName>
                                        </p:attrNameLst>
                                      </p:cBhvr>
                                      <p:to>
                                        <p:strVal val="visible"/>
                                      </p:to>
                                    </p:set>
                                    <p:animEffect transition="in" filter="fade">
                                      <p:cBhvr>
                                        <p:cTn id="171" dur="1000"/>
                                        <p:tgtEl>
                                          <p:spTgt spid="154"/>
                                        </p:tgtEl>
                                      </p:cBhvr>
                                    </p:animEffect>
                                    <p:anim calcmode="lin" valueType="num">
                                      <p:cBhvr>
                                        <p:cTn id="172" dur="1000" fill="hold"/>
                                        <p:tgtEl>
                                          <p:spTgt spid="154"/>
                                        </p:tgtEl>
                                        <p:attrNameLst>
                                          <p:attrName>ppt_x</p:attrName>
                                        </p:attrNameLst>
                                      </p:cBhvr>
                                      <p:tavLst>
                                        <p:tav tm="0">
                                          <p:val>
                                            <p:strVal val="#ppt_x"/>
                                          </p:val>
                                        </p:tav>
                                        <p:tav tm="100000">
                                          <p:val>
                                            <p:strVal val="#ppt_x"/>
                                          </p:val>
                                        </p:tav>
                                      </p:tavLst>
                                    </p:anim>
                                    <p:anim calcmode="lin" valueType="num">
                                      <p:cBhvr>
                                        <p:cTn id="173" dur="1000" fill="hold"/>
                                        <p:tgtEl>
                                          <p:spTgt spid="154"/>
                                        </p:tgtEl>
                                        <p:attrNameLst>
                                          <p:attrName>ppt_y</p:attrName>
                                        </p:attrNameLst>
                                      </p:cBhvr>
                                      <p:tavLst>
                                        <p:tav tm="0">
                                          <p:val>
                                            <p:strVal val="#ppt_y+.1"/>
                                          </p:val>
                                        </p:tav>
                                        <p:tav tm="100000">
                                          <p:val>
                                            <p:strVal val="#ppt_y"/>
                                          </p:val>
                                        </p:tav>
                                      </p:tavLst>
                                    </p:anim>
                                  </p:childTnLst>
                                </p:cTn>
                              </p:par>
                              <p:par>
                                <p:cTn id="174" presetID="42" presetClass="entr" presetSubtype="0" fill="hold" nodeType="withEffect">
                                  <p:stCondLst>
                                    <p:cond delay="0"/>
                                  </p:stCondLst>
                                  <p:childTnLst>
                                    <p:set>
                                      <p:cBhvr>
                                        <p:cTn id="175" dur="1" fill="hold">
                                          <p:stCondLst>
                                            <p:cond delay="0"/>
                                          </p:stCondLst>
                                        </p:cTn>
                                        <p:tgtEl>
                                          <p:spTgt spid="156"/>
                                        </p:tgtEl>
                                        <p:attrNameLst>
                                          <p:attrName>style.visibility</p:attrName>
                                        </p:attrNameLst>
                                      </p:cBhvr>
                                      <p:to>
                                        <p:strVal val="visible"/>
                                      </p:to>
                                    </p:set>
                                    <p:animEffect transition="in" filter="fade">
                                      <p:cBhvr>
                                        <p:cTn id="176" dur="1000"/>
                                        <p:tgtEl>
                                          <p:spTgt spid="156"/>
                                        </p:tgtEl>
                                      </p:cBhvr>
                                    </p:animEffect>
                                    <p:anim calcmode="lin" valueType="num">
                                      <p:cBhvr>
                                        <p:cTn id="177" dur="1000" fill="hold"/>
                                        <p:tgtEl>
                                          <p:spTgt spid="156"/>
                                        </p:tgtEl>
                                        <p:attrNameLst>
                                          <p:attrName>ppt_x</p:attrName>
                                        </p:attrNameLst>
                                      </p:cBhvr>
                                      <p:tavLst>
                                        <p:tav tm="0">
                                          <p:val>
                                            <p:strVal val="#ppt_x"/>
                                          </p:val>
                                        </p:tav>
                                        <p:tav tm="100000">
                                          <p:val>
                                            <p:strVal val="#ppt_x"/>
                                          </p:val>
                                        </p:tav>
                                      </p:tavLst>
                                    </p:anim>
                                    <p:anim calcmode="lin" valueType="num">
                                      <p:cBhvr>
                                        <p:cTn id="178" dur="1000" fill="hold"/>
                                        <p:tgtEl>
                                          <p:spTgt spid="156"/>
                                        </p:tgtEl>
                                        <p:attrNameLst>
                                          <p:attrName>ppt_y</p:attrName>
                                        </p:attrNameLst>
                                      </p:cBhvr>
                                      <p:tavLst>
                                        <p:tav tm="0">
                                          <p:val>
                                            <p:strVal val="#ppt_y+.1"/>
                                          </p:val>
                                        </p:tav>
                                        <p:tav tm="100000">
                                          <p:val>
                                            <p:strVal val="#ppt_y"/>
                                          </p:val>
                                        </p:tav>
                                      </p:tavLst>
                                    </p:anim>
                                  </p:childTnLst>
                                </p:cTn>
                              </p:par>
                              <p:par>
                                <p:cTn id="179" presetID="42" presetClass="entr" presetSubtype="0" fill="hold" nodeType="withEffect">
                                  <p:stCondLst>
                                    <p:cond delay="0"/>
                                  </p:stCondLst>
                                  <p:childTnLst>
                                    <p:set>
                                      <p:cBhvr>
                                        <p:cTn id="180" dur="1" fill="hold">
                                          <p:stCondLst>
                                            <p:cond delay="0"/>
                                          </p:stCondLst>
                                        </p:cTn>
                                        <p:tgtEl>
                                          <p:spTgt spid="157"/>
                                        </p:tgtEl>
                                        <p:attrNameLst>
                                          <p:attrName>style.visibility</p:attrName>
                                        </p:attrNameLst>
                                      </p:cBhvr>
                                      <p:to>
                                        <p:strVal val="visible"/>
                                      </p:to>
                                    </p:set>
                                    <p:animEffect transition="in" filter="fade">
                                      <p:cBhvr>
                                        <p:cTn id="181" dur="1000"/>
                                        <p:tgtEl>
                                          <p:spTgt spid="157"/>
                                        </p:tgtEl>
                                      </p:cBhvr>
                                    </p:animEffect>
                                    <p:anim calcmode="lin" valueType="num">
                                      <p:cBhvr>
                                        <p:cTn id="182" dur="1000" fill="hold"/>
                                        <p:tgtEl>
                                          <p:spTgt spid="157"/>
                                        </p:tgtEl>
                                        <p:attrNameLst>
                                          <p:attrName>ppt_x</p:attrName>
                                        </p:attrNameLst>
                                      </p:cBhvr>
                                      <p:tavLst>
                                        <p:tav tm="0">
                                          <p:val>
                                            <p:strVal val="#ppt_x"/>
                                          </p:val>
                                        </p:tav>
                                        <p:tav tm="100000">
                                          <p:val>
                                            <p:strVal val="#ppt_x"/>
                                          </p:val>
                                        </p:tav>
                                      </p:tavLst>
                                    </p:anim>
                                    <p:anim calcmode="lin" valueType="num">
                                      <p:cBhvr>
                                        <p:cTn id="183" dur="1000" fill="hold"/>
                                        <p:tgtEl>
                                          <p:spTgt spid="157"/>
                                        </p:tgtEl>
                                        <p:attrNameLst>
                                          <p:attrName>ppt_y</p:attrName>
                                        </p:attrNameLst>
                                      </p:cBhvr>
                                      <p:tavLst>
                                        <p:tav tm="0">
                                          <p:val>
                                            <p:strVal val="#ppt_y+.1"/>
                                          </p:val>
                                        </p:tav>
                                        <p:tav tm="100000">
                                          <p:val>
                                            <p:strVal val="#ppt_y"/>
                                          </p:val>
                                        </p:tav>
                                      </p:tavLst>
                                    </p:anim>
                                  </p:childTnLst>
                                </p:cTn>
                              </p:par>
                              <p:par>
                                <p:cTn id="184" presetID="42" presetClass="entr" presetSubtype="0" fill="hold" nodeType="withEffect">
                                  <p:stCondLst>
                                    <p:cond delay="0"/>
                                  </p:stCondLst>
                                  <p:childTnLst>
                                    <p:set>
                                      <p:cBhvr>
                                        <p:cTn id="185" dur="1" fill="hold">
                                          <p:stCondLst>
                                            <p:cond delay="0"/>
                                          </p:stCondLst>
                                        </p:cTn>
                                        <p:tgtEl>
                                          <p:spTgt spid="159"/>
                                        </p:tgtEl>
                                        <p:attrNameLst>
                                          <p:attrName>style.visibility</p:attrName>
                                        </p:attrNameLst>
                                      </p:cBhvr>
                                      <p:to>
                                        <p:strVal val="visible"/>
                                      </p:to>
                                    </p:set>
                                    <p:animEffect transition="in" filter="fade">
                                      <p:cBhvr>
                                        <p:cTn id="186" dur="1000"/>
                                        <p:tgtEl>
                                          <p:spTgt spid="159"/>
                                        </p:tgtEl>
                                      </p:cBhvr>
                                    </p:animEffect>
                                    <p:anim calcmode="lin" valueType="num">
                                      <p:cBhvr>
                                        <p:cTn id="187" dur="1000" fill="hold"/>
                                        <p:tgtEl>
                                          <p:spTgt spid="159"/>
                                        </p:tgtEl>
                                        <p:attrNameLst>
                                          <p:attrName>ppt_x</p:attrName>
                                        </p:attrNameLst>
                                      </p:cBhvr>
                                      <p:tavLst>
                                        <p:tav tm="0">
                                          <p:val>
                                            <p:strVal val="#ppt_x"/>
                                          </p:val>
                                        </p:tav>
                                        <p:tav tm="100000">
                                          <p:val>
                                            <p:strVal val="#ppt_x"/>
                                          </p:val>
                                        </p:tav>
                                      </p:tavLst>
                                    </p:anim>
                                    <p:anim calcmode="lin" valueType="num">
                                      <p:cBhvr>
                                        <p:cTn id="188" dur="1000" fill="hold"/>
                                        <p:tgtEl>
                                          <p:spTgt spid="159"/>
                                        </p:tgtEl>
                                        <p:attrNameLst>
                                          <p:attrName>ppt_y</p:attrName>
                                        </p:attrNameLst>
                                      </p:cBhvr>
                                      <p:tavLst>
                                        <p:tav tm="0">
                                          <p:val>
                                            <p:strVal val="#ppt_y+.1"/>
                                          </p:val>
                                        </p:tav>
                                        <p:tav tm="100000">
                                          <p:val>
                                            <p:strVal val="#ppt_y"/>
                                          </p:val>
                                        </p:tav>
                                      </p:tavLst>
                                    </p:anim>
                                  </p:childTnLst>
                                </p:cTn>
                              </p:par>
                              <p:par>
                                <p:cTn id="189" presetID="42" presetClass="entr" presetSubtype="0" fill="hold" nodeType="withEffect">
                                  <p:stCondLst>
                                    <p:cond delay="0"/>
                                  </p:stCondLst>
                                  <p:childTnLst>
                                    <p:set>
                                      <p:cBhvr>
                                        <p:cTn id="190" dur="1" fill="hold">
                                          <p:stCondLst>
                                            <p:cond delay="0"/>
                                          </p:stCondLst>
                                        </p:cTn>
                                        <p:tgtEl>
                                          <p:spTgt spid="160"/>
                                        </p:tgtEl>
                                        <p:attrNameLst>
                                          <p:attrName>style.visibility</p:attrName>
                                        </p:attrNameLst>
                                      </p:cBhvr>
                                      <p:to>
                                        <p:strVal val="visible"/>
                                      </p:to>
                                    </p:set>
                                    <p:animEffect transition="in" filter="fade">
                                      <p:cBhvr>
                                        <p:cTn id="191" dur="1000"/>
                                        <p:tgtEl>
                                          <p:spTgt spid="160"/>
                                        </p:tgtEl>
                                      </p:cBhvr>
                                    </p:animEffect>
                                    <p:anim calcmode="lin" valueType="num">
                                      <p:cBhvr>
                                        <p:cTn id="192" dur="1000" fill="hold"/>
                                        <p:tgtEl>
                                          <p:spTgt spid="160"/>
                                        </p:tgtEl>
                                        <p:attrNameLst>
                                          <p:attrName>ppt_x</p:attrName>
                                        </p:attrNameLst>
                                      </p:cBhvr>
                                      <p:tavLst>
                                        <p:tav tm="0">
                                          <p:val>
                                            <p:strVal val="#ppt_x"/>
                                          </p:val>
                                        </p:tav>
                                        <p:tav tm="100000">
                                          <p:val>
                                            <p:strVal val="#ppt_x"/>
                                          </p:val>
                                        </p:tav>
                                      </p:tavLst>
                                    </p:anim>
                                    <p:anim calcmode="lin" valueType="num">
                                      <p:cBhvr>
                                        <p:cTn id="193" dur="1000" fill="hold"/>
                                        <p:tgtEl>
                                          <p:spTgt spid="160"/>
                                        </p:tgtEl>
                                        <p:attrNameLst>
                                          <p:attrName>ppt_y</p:attrName>
                                        </p:attrNameLst>
                                      </p:cBhvr>
                                      <p:tavLst>
                                        <p:tav tm="0">
                                          <p:val>
                                            <p:strVal val="#ppt_y+.1"/>
                                          </p:val>
                                        </p:tav>
                                        <p:tav tm="100000">
                                          <p:val>
                                            <p:strVal val="#ppt_y"/>
                                          </p:val>
                                        </p:tav>
                                      </p:tavLst>
                                    </p:anim>
                                  </p:childTnLst>
                                </p:cTn>
                              </p:par>
                              <p:par>
                                <p:cTn id="194" presetID="42" presetClass="entr" presetSubtype="0" fill="hold" nodeType="withEffect">
                                  <p:stCondLst>
                                    <p:cond delay="0"/>
                                  </p:stCondLst>
                                  <p:childTnLst>
                                    <p:set>
                                      <p:cBhvr>
                                        <p:cTn id="195" dur="1" fill="hold">
                                          <p:stCondLst>
                                            <p:cond delay="0"/>
                                          </p:stCondLst>
                                        </p:cTn>
                                        <p:tgtEl>
                                          <p:spTgt spid="161"/>
                                        </p:tgtEl>
                                        <p:attrNameLst>
                                          <p:attrName>style.visibility</p:attrName>
                                        </p:attrNameLst>
                                      </p:cBhvr>
                                      <p:to>
                                        <p:strVal val="visible"/>
                                      </p:to>
                                    </p:set>
                                    <p:animEffect transition="in" filter="fade">
                                      <p:cBhvr>
                                        <p:cTn id="196" dur="1000"/>
                                        <p:tgtEl>
                                          <p:spTgt spid="161"/>
                                        </p:tgtEl>
                                      </p:cBhvr>
                                    </p:animEffect>
                                    <p:anim calcmode="lin" valueType="num">
                                      <p:cBhvr>
                                        <p:cTn id="197" dur="1000" fill="hold"/>
                                        <p:tgtEl>
                                          <p:spTgt spid="161"/>
                                        </p:tgtEl>
                                        <p:attrNameLst>
                                          <p:attrName>ppt_x</p:attrName>
                                        </p:attrNameLst>
                                      </p:cBhvr>
                                      <p:tavLst>
                                        <p:tav tm="0">
                                          <p:val>
                                            <p:strVal val="#ppt_x"/>
                                          </p:val>
                                        </p:tav>
                                        <p:tav tm="100000">
                                          <p:val>
                                            <p:strVal val="#ppt_x"/>
                                          </p:val>
                                        </p:tav>
                                      </p:tavLst>
                                    </p:anim>
                                    <p:anim calcmode="lin" valueType="num">
                                      <p:cBhvr>
                                        <p:cTn id="198" dur="1000" fill="hold"/>
                                        <p:tgtEl>
                                          <p:spTgt spid="161"/>
                                        </p:tgtEl>
                                        <p:attrNameLst>
                                          <p:attrName>ppt_y</p:attrName>
                                        </p:attrNameLst>
                                      </p:cBhvr>
                                      <p:tavLst>
                                        <p:tav tm="0">
                                          <p:val>
                                            <p:strVal val="#ppt_y+.1"/>
                                          </p:val>
                                        </p:tav>
                                        <p:tav tm="100000">
                                          <p:val>
                                            <p:strVal val="#ppt_y"/>
                                          </p:val>
                                        </p:tav>
                                      </p:tavLst>
                                    </p:anim>
                                  </p:childTnLst>
                                </p:cTn>
                              </p:par>
                              <p:par>
                                <p:cTn id="199" presetID="42" presetClass="entr" presetSubtype="0" fill="hold" nodeType="withEffect">
                                  <p:stCondLst>
                                    <p:cond delay="0"/>
                                  </p:stCondLst>
                                  <p:childTnLst>
                                    <p:set>
                                      <p:cBhvr>
                                        <p:cTn id="200" dur="1" fill="hold">
                                          <p:stCondLst>
                                            <p:cond delay="0"/>
                                          </p:stCondLst>
                                        </p:cTn>
                                        <p:tgtEl>
                                          <p:spTgt spid="168"/>
                                        </p:tgtEl>
                                        <p:attrNameLst>
                                          <p:attrName>style.visibility</p:attrName>
                                        </p:attrNameLst>
                                      </p:cBhvr>
                                      <p:to>
                                        <p:strVal val="visible"/>
                                      </p:to>
                                    </p:set>
                                    <p:animEffect transition="in" filter="fade">
                                      <p:cBhvr>
                                        <p:cTn id="201" dur="1000"/>
                                        <p:tgtEl>
                                          <p:spTgt spid="168"/>
                                        </p:tgtEl>
                                      </p:cBhvr>
                                    </p:animEffect>
                                    <p:anim calcmode="lin" valueType="num">
                                      <p:cBhvr>
                                        <p:cTn id="202" dur="1000" fill="hold"/>
                                        <p:tgtEl>
                                          <p:spTgt spid="168"/>
                                        </p:tgtEl>
                                        <p:attrNameLst>
                                          <p:attrName>ppt_x</p:attrName>
                                        </p:attrNameLst>
                                      </p:cBhvr>
                                      <p:tavLst>
                                        <p:tav tm="0">
                                          <p:val>
                                            <p:strVal val="#ppt_x"/>
                                          </p:val>
                                        </p:tav>
                                        <p:tav tm="100000">
                                          <p:val>
                                            <p:strVal val="#ppt_x"/>
                                          </p:val>
                                        </p:tav>
                                      </p:tavLst>
                                    </p:anim>
                                    <p:anim calcmode="lin" valueType="num">
                                      <p:cBhvr>
                                        <p:cTn id="203" dur="1000" fill="hold"/>
                                        <p:tgtEl>
                                          <p:spTgt spid="168"/>
                                        </p:tgtEl>
                                        <p:attrNameLst>
                                          <p:attrName>ppt_y</p:attrName>
                                        </p:attrNameLst>
                                      </p:cBhvr>
                                      <p:tavLst>
                                        <p:tav tm="0">
                                          <p:val>
                                            <p:strVal val="#ppt_y+.1"/>
                                          </p:val>
                                        </p:tav>
                                        <p:tav tm="100000">
                                          <p:val>
                                            <p:strVal val="#ppt_y"/>
                                          </p:val>
                                        </p:tav>
                                      </p:tavLst>
                                    </p:anim>
                                  </p:childTnLst>
                                </p:cTn>
                              </p:par>
                              <p:par>
                                <p:cTn id="204" presetID="42" presetClass="entr" presetSubtype="0" fill="hold" nodeType="withEffect">
                                  <p:stCondLst>
                                    <p:cond delay="0"/>
                                  </p:stCondLst>
                                  <p:childTnLst>
                                    <p:set>
                                      <p:cBhvr>
                                        <p:cTn id="205" dur="1" fill="hold">
                                          <p:stCondLst>
                                            <p:cond delay="0"/>
                                          </p:stCondLst>
                                        </p:cTn>
                                        <p:tgtEl>
                                          <p:spTgt spid="169"/>
                                        </p:tgtEl>
                                        <p:attrNameLst>
                                          <p:attrName>style.visibility</p:attrName>
                                        </p:attrNameLst>
                                      </p:cBhvr>
                                      <p:to>
                                        <p:strVal val="visible"/>
                                      </p:to>
                                    </p:set>
                                    <p:animEffect transition="in" filter="fade">
                                      <p:cBhvr>
                                        <p:cTn id="206" dur="1000"/>
                                        <p:tgtEl>
                                          <p:spTgt spid="169"/>
                                        </p:tgtEl>
                                      </p:cBhvr>
                                    </p:animEffect>
                                    <p:anim calcmode="lin" valueType="num">
                                      <p:cBhvr>
                                        <p:cTn id="207" dur="1000" fill="hold"/>
                                        <p:tgtEl>
                                          <p:spTgt spid="169"/>
                                        </p:tgtEl>
                                        <p:attrNameLst>
                                          <p:attrName>ppt_x</p:attrName>
                                        </p:attrNameLst>
                                      </p:cBhvr>
                                      <p:tavLst>
                                        <p:tav tm="0">
                                          <p:val>
                                            <p:strVal val="#ppt_x"/>
                                          </p:val>
                                        </p:tav>
                                        <p:tav tm="100000">
                                          <p:val>
                                            <p:strVal val="#ppt_x"/>
                                          </p:val>
                                        </p:tav>
                                      </p:tavLst>
                                    </p:anim>
                                    <p:anim calcmode="lin" valueType="num">
                                      <p:cBhvr>
                                        <p:cTn id="208" dur="1000" fill="hold"/>
                                        <p:tgtEl>
                                          <p:spTgt spid="169"/>
                                        </p:tgtEl>
                                        <p:attrNameLst>
                                          <p:attrName>ppt_y</p:attrName>
                                        </p:attrNameLst>
                                      </p:cBhvr>
                                      <p:tavLst>
                                        <p:tav tm="0">
                                          <p:val>
                                            <p:strVal val="#ppt_y+.1"/>
                                          </p:val>
                                        </p:tav>
                                        <p:tav tm="100000">
                                          <p:val>
                                            <p:strVal val="#ppt_y"/>
                                          </p:val>
                                        </p:tav>
                                      </p:tavLst>
                                    </p:anim>
                                  </p:childTnLst>
                                </p:cTn>
                              </p:par>
                              <p:par>
                                <p:cTn id="209" presetID="42" presetClass="entr" presetSubtype="0" fill="hold" nodeType="withEffect">
                                  <p:stCondLst>
                                    <p:cond delay="0"/>
                                  </p:stCondLst>
                                  <p:childTnLst>
                                    <p:set>
                                      <p:cBhvr>
                                        <p:cTn id="210" dur="1" fill="hold">
                                          <p:stCondLst>
                                            <p:cond delay="0"/>
                                          </p:stCondLst>
                                        </p:cTn>
                                        <p:tgtEl>
                                          <p:spTgt spid="170"/>
                                        </p:tgtEl>
                                        <p:attrNameLst>
                                          <p:attrName>style.visibility</p:attrName>
                                        </p:attrNameLst>
                                      </p:cBhvr>
                                      <p:to>
                                        <p:strVal val="visible"/>
                                      </p:to>
                                    </p:set>
                                    <p:animEffect transition="in" filter="fade">
                                      <p:cBhvr>
                                        <p:cTn id="211" dur="1000"/>
                                        <p:tgtEl>
                                          <p:spTgt spid="170"/>
                                        </p:tgtEl>
                                      </p:cBhvr>
                                    </p:animEffect>
                                    <p:anim calcmode="lin" valueType="num">
                                      <p:cBhvr>
                                        <p:cTn id="212" dur="1000" fill="hold"/>
                                        <p:tgtEl>
                                          <p:spTgt spid="170"/>
                                        </p:tgtEl>
                                        <p:attrNameLst>
                                          <p:attrName>ppt_x</p:attrName>
                                        </p:attrNameLst>
                                      </p:cBhvr>
                                      <p:tavLst>
                                        <p:tav tm="0">
                                          <p:val>
                                            <p:strVal val="#ppt_x"/>
                                          </p:val>
                                        </p:tav>
                                        <p:tav tm="100000">
                                          <p:val>
                                            <p:strVal val="#ppt_x"/>
                                          </p:val>
                                        </p:tav>
                                      </p:tavLst>
                                    </p:anim>
                                    <p:anim calcmode="lin" valueType="num">
                                      <p:cBhvr>
                                        <p:cTn id="213" dur="1000" fill="hold"/>
                                        <p:tgtEl>
                                          <p:spTgt spid="170"/>
                                        </p:tgtEl>
                                        <p:attrNameLst>
                                          <p:attrName>ppt_y</p:attrName>
                                        </p:attrNameLst>
                                      </p:cBhvr>
                                      <p:tavLst>
                                        <p:tav tm="0">
                                          <p:val>
                                            <p:strVal val="#ppt_y+.1"/>
                                          </p:val>
                                        </p:tav>
                                        <p:tav tm="100000">
                                          <p:val>
                                            <p:strVal val="#ppt_y"/>
                                          </p:val>
                                        </p:tav>
                                      </p:tavLst>
                                    </p:anim>
                                  </p:childTnLst>
                                </p:cTn>
                              </p:par>
                              <p:par>
                                <p:cTn id="214" presetID="42" presetClass="entr" presetSubtype="0" fill="hold" nodeType="withEffect">
                                  <p:stCondLst>
                                    <p:cond delay="0"/>
                                  </p:stCondLst>
                                  <p:childTnLst>
                                    <p:set>
                                      <p:cBhvr>
                                        <p:cTn id="215" dur="1" fill="hold">
                                          <p:stCondLst>
                                            <p:cond delay="0"/>
                                          </p:stCondLst>
                                        </p:cTn>
                                        <p:tgtEl>
                                          <p:spTgt spid="171"/>
                                        </p:tgtEl>
                                        <p:attrNameLst>
                                          <p:attrName>style.visibility</p:attrName>
                                        </p:attrNameLst>
                                      </p:cBhvr>
                                      <p:to>
                                        <p:strVal val="visible"/>
                                      </p:to>
                                    </p:set>
                                    <p:animEffect transition="in" filter="fade">
                                      <p:cBhvr>
                                        <p:cTn id="216" dur="1000"/>
                                        <p:tgtEl>
                                          <p:spTgt spid="171"/>
                                        </p:tgtEl>
                                      </p:cBhvr>
                                    </p:animEffect>
                                    <p:anim calcmode="lin" valueType="num">
                                      <p:cBhvr>
                                        <p:cTn id="217" dur="1000" fill="hold"/>
                                        <p:tgtEl>
                                          <p:spTgt spid="171"/>
                                        </p:tgtEl>
                                        <p:attrNameLst>
                                          <p:attrName>ppt_x</p:attrName>
                                        </p:attrNameLst>
                                      </p:cBhvr>
                                      <p:tavLst>
                                        <p:tav tm="0">
                                          <p:val>
                                            <p:strVal val="#ppt_x"/>
                                          </p:val>
                                        </p:tav>
                                        <p:tav tm="100000">
                                          <p:val>
                                            <p:strVal val="#ppt_x"/>
                                          </p:val>
                                        </p:tav>
                                      </p:tavLst>
                                    </p:anim>
                                    <p:anim calcmode="lin" valueType="num">
                                      <p:cBhvr>
                                        <p:cTn id="218" dur="1000" fill="hold"/>
                                        <p:tgtEl>
                                          <p:spTgt spid="171"/>
                                        </p:tgtEl>
                                        <p:attrNameLst>
                                          <p:attrName>ppt_y</p:attrName>
                                        </p:attrNameLst>
                                      </p:cBhvr>
                                      <p:tavLst>
                                        <p:tav tm="0">
                                          <p:val>
                                            <p:strVal val="#ppt_y+.1"/>
                                          </p:val>
                                        </p:tav>
                                        <p:tav tm="100000">
                                          <p:val>
                                            <p:strVal val="#ppt_y"/>
                                          </p:val>
                                        </p:tav>
                                      </p:tavLst>
                                    </p:anim>
                                  </p:childTnLst>
                                </p:cTn>
                              </p:par>
                              <p:par>
                                <p:cTn id="219" presetID="42" presetClass="entr" presetSubtype="0" fill="hold" nodeType="withEffect">
                                  <p:stCondLst>
                                    <p:cond delay="0"/>
                                  </p:stCondLst>
                                  <p:childTnLst>
                                    <p:set>
                                      <p:cBhvr>
                                        <p:cTn id="220" dur="1" fill="hold">
                                          <p:stCondLst>
                                            <p:cond delay="0"/>
                                          </p:stCondLst>
                                        </p:cTn>
                                        <p:tgtEl>
                                          <p:spTgt spid="172"/>
                                        </p:tgtEl>
                                        <p:attrNameLst>
                                          <p:attrName>style.visibility</p:attrName>
                                        </p:attrNameLst>
                                      </p:cBhvr>
                                      <p:to>
                                        <p:strVal val="visible"/>
                                      </p:to>
                                    </p:set>
                                    <p:animEffect transition="in" filter="fade">
                                      <p:cBhvr>
                                        <p:cTn id="221" dur="1000"/>
                                        <p:tgtEl>
                                          <p:spTgt spid="172"/>
                                        </p:tgtEl>
                                      </p:cBhvr>
                                    </p:animEffect>
                                    <p:anim calcmode="lin" valueType="num">
                                      <p:cBhvr>
                                        <p:cTn id="222" dur="1000" fill="hold"/>
                                        <p:tgtEl>
                                          <p:spTgt spid="172"/>
                                        </p:tgtEl>
                                        <p:attrNameLst>
                                          <p:attrName>ppt_x</p:attrName>
                                        </p:attrNameLst>
                                      </p:cBhvr>
                                      <p:tavLst>
                                        <p:tav tm="0">
                                          <p:val>
                                            <p:strVal val="#ppt_x"/>
                                          </p:val>
                                        </p:tav>
                                        <p:tav tm="100000">
                                          <p:val>
                                            <p:strVal val="#ppt_x"/>
                                          </p:val>
                                        </p:tav>
                                      </p:tavLst>
                                    </p:anim>
                                    <p:anim calcmode="lin" valueType="num">
                                      <p:cBhvr>
                                        <p:cTn id="223" dur="1000" fill="hold"/>
                                        <p:tgtEl>
                                          <p:spTgt spid="172"/>
                                        </p:tgtEl>
                                        <p:attrNameLst>
                                          <p:attrName>ppt_y</p:attrName>
                                        </p:attrNameLst>
                                      </p:cBhvr>
                                      <p:tavLst>
                                        <p:tav tm="0">
                                          <p:val>
                                            <p:strVal val="#ppt_y+.1"/>
                                          </p:val>
                                        </p:tav>
                                        <p:tav tm="100000">
                                          <p:val>
                                            <p:strVal val="#ppt_y"/>
                                          </p:val>
                                        </p:tav>
                                      </p:tavLst>
                                    </p:anim>
                                  </p:childTnLst>
                                </p:cTn>
                              </p:par>
                              <p:par>
                                <p:cTn id="224" presetID="42" presetClass="entr" presetSubtype="0" fill="hold" nodeType="withEffect">
                                  <p:stCondLst>
                                    <p:cond delay="0"/>
                                  </p:stCondLst>
                                  <p:childTnLst>
                                    <p:set>
                                      <p:cBhvr>
                                        <p:cTn id="225" dur="1" fill="hold">
                                          <p:stCondLst>
                                            <p:cond delay="0"/>
                                          </p:stCondLst>
                                        </p:cTn>
                                        <p:tgtEl>
                                          <p:spTgt spid="173"/>
                                        </p:tgtEl>
                                        <p:attrNameLst>
                                          <p:attrName>style.visibility</p:attrName>
                                        </p:attrNameLst>
                                      </p:cBhvr>
                                      <p:to>
                                        <p:strVal val="visible"/>
                                      </p:to>
                                    </p:set>
                                    <p:animEffect transition="in" filter="fade">
                                      <p:cBhvr>
                                        <p:cTn id="226" dur="1000"/>
                                        <p:tgtEl>
                                          <p:spTgt spid="173"/>
                                        </p:tgtEl>
                                      </p:cBhvr>
                                    </p:animEffect>
                                    <p:anim calcmode="lin" valueType="num">
                                      <p:cBhvr>
                                        <p:cTn id="227" dur="1000" fill="hold"/>
                                        <p:tgtEl>
                                          <p:spTgt spid="173"/>
                                        </p:tgtEl>
                                        <p:attrNameLst>
                                          <p:attrName>ppt_x</p:attrName>
                                        </p:attrNameLst>
                                      </p:cBhvr>
                                      <p:tavLst>
                                        <p:tav tm="0">
                                          <p:val>
                                            <p:strVal val="#ppt_x"/>
                                          </p:val>
                                        </p:tav>
                                        <p:tav tm="100000">
                                          <p:val>
                                            <p:strVal val="#ppt_x"/>
                                          </p:val>
                                        </p:tav>
                                      </p:tavLst>
                                    </p:anim>
                                    <p:anim calcmode="lin" valueType="num">
                                      <p:cBhvr>
                                        <p:cTn id="228" dur="1000" fill="hold"/>
                                        <p:tgtEl>
                                          <p:spTgt spid="173"/>
                                        </p:tgtEl>
                                        <p:attrNameLst>
                                          <p:attrName>ppt_y</p:attrName>
                                        </p:attrNameLst>
                                      </p:cBhvr>
                                      <p:tavLst>
                                        <p:tav tm="0">
                                          <p:val>
                                            <p:strVal val="#ppt_y+.1"/>
                                          </p:val>
                                        </p:tav>
                                        <p:tav tm="100000">
                                          <p:val>
                                            <p:strVal val="#ppt_y"/>
                                          </p:val>
                                        </p:tav>
                                      </p:tavLst>
                                    </p:anim>
                                  </p:childTnLst>
                                </p:cTn>
                              </p:par>
                              <p:par>
                                <p:cTn id="229" presetID="42" presetClass="entr" presetSubtype="0" fill="hold" nodeType="withEffect">
                                  <p:stCondLst>
                                    <p:cond delay="0"/>
                                  </p:stCondLst>
                                  <p:childTnLst>
                                    <p:set>
                                      <p:cBhvr>
                                        <p:cTn id="230" dur="1" fill="hold">
                                          <p:stCondLst>
                                            <p:cond delay="0"/>
                                          </p:stCondLst>
                                        </p:cTn>
                                        <p:tgtEl>
                                          <p:spTgt spid="203"/>
                                        </p:tgtEl>
                                        <p:attrNameLst>
                                          <p:attrName>style.visibility</p:attrName>
                                        </p:attrNameLst>
                                      </p:cBhvr>
                                      <p:to>
                                        <p:strVal val="visible"/>
                                      </p:to>
                                    </p:set>
                                    <p:animEffect transition="in" filter="fade">
                                      <p:cBhvr>
                                        <p:cTn id="231" dur="1000"/>
                                        <p:tgtEl>
                                          <p:spTgt spid="203"/>
                                        </p:tgtEl>
                                      </p:cBhvr>
                                    </p:animEffect>
                                    <p:anim calcmode="lin" valueType="num">
                                      <p:cBhvr>
                                        <p:cTn id="232" dur="1000" fill="hold"/>
                                        <p:tgtEl>
                                          <p:spTgt spid="203"/>
                                        </p:tgtEl>
                                        <p:attrNameLst>
                                          <p:attrName>ppt_x</p:attrName>
                                        </p:attrNameLst>
                                      </p:cBhvr>
                                      <p:tavLst>
                                        <p:tav tm="0">
                                          <p:val>
                                            <p:strVal val="#ppt_x"/>
                                          </p:val>
                                        </p:tav>
                                        <p:tav tm="100000">
                                          <p:val>
                                            <p:strVal val="#ppt_x"/>
                                          </p:val>
                                        </p:tav>
                                      </p:tavLst>
                                    </p:anim>
                                    <p:anim calcmode="lin" valueType="num">
                                      <p:cBhvr>
                                        <p:cTn id="233" dur="1000" fill="hold"/>
                                        <p:tgtEl>
                                          <p:spTgt spid="203"/>
                                        </p:tgtEl>
                                        <p:attrNameLst>
                                          <p:attrName>ppt_y</p:attrName>
                                        </p:attrNameLst>
                                      </p:cBhvr>
                                      <p:tavLst>
                                        <p:tav tm="0">
                                          <p:val>
                                            <p:strVal val="#ppt_y+.1"/>
                                          </p:val>
                                        </p:tav>
                                        <p:tav tm="100000">
                                          <p:val>
                                            <p:strVal val="#ppt_y"/>
                                          </p:val>
                                        </p:tav>
                                      </p:tavLst>
                                    </p:anim>
                                  </p:childTnLst>
                                </p:cTn>
                              </p:par>
                              <p:par>
                                <p:cTn id="234" presetID="42" presetClass="entr" presetSubtype="0" fill="hold" nodeType="withEffect">
                                  <p:stCondLst>
                                    <p:cond delay="0"/>
                                  </p:stCondLst>
                                  <p:childTnLst>
                                    <p:set>
                                      <p:cBhvr>
                                        <p:cTn id="235" dur="1" fill="hold">
                                          <p:stCondLst>
                                            <p:cond delay="0"/>
                                          </p:stCondLst>
                                        </p:cTn>
                                        <p:tgtEl>
                                          <p:spTgt spid="204"/>
                                        </p:tgtEl>
                                        <p:attrNameLst>
                                          <p:attrName>style.visibility</p:attrName>
                                        </p:attrNameLst>
                                      </p:cBhvr>
                                      <p:to>
                                        <p:strVal val="visible"/>
                                      </p:to>
                                    </p:set>
                                    <p:animEffect transition="in" filter="fade">
                                      <p:cBhvr>
                                        <p:cTn id="236" dur="1000"/>
                                        <p:tgtEl>
                                          <p:spTgt spid="204"/>
                                        </p:tgtEl>
                                      </p:cBhvr>
                                    </p:animEffect>
                                    <p:anim calcmode="lin" valueType="num">
                                      <p:cBhvr>
                                        <p:cTn id="237" dur="1000" fill="hold"/>
                                        <p:tgtEl>
                                          <p:spTgt spid="204"/>
                                        </p:tgtEl>
                                        <p:attrNameLst>
                                          <p:attrName>ppt_x</p:attrName>
                                        </p:attrNameLst>
                                      </p:cBhvr>
                                      <p:tavLst>
                                        <p:tav tm="0">
                                          <p:val>
                                            <p:strVal val="#ppt_x"/>
                                          </p:val>
                                        </p:tav>
                                        <p:tav tm="100000">
                                          <p:val>
                                            <p:strVal val="#ppt_x"/>
                                          </p:val>
                                        </p:tav>
                                      </p:tavLst>
                                    </p:anim>
                                    <p:anim calcmode="lin" valueType="num">
                                      <p:cBhvr>
                                        <p:cTn id="238" dur="1000" fill="hold"/>
                                        <p:tgtEl>
                                          <p:spTgt spid="204"/>
                                        </p:tgtEl>
                                        <p:attrNameLst>
                                          <p:attrName>ppt_y</p:attrName>
                                        </p:attrNameLst>
                                      </p:cBhvr>
                                      <p:tavLst>
                                        <p:tav tm="0">
                                          <p:val>
                                            <p:strVal val="#ppt_y+.1"/>
                                          </p:val>
                                        </p:tav>
                                        <p:tav tm="100000">
                                          <p:val>
                                            <p:strVal val="#ppt_y"/>
                                          </p:val>
                                        </p:tav>
                                      </p:tavLst>
                                    </p:anim>
                                  </p:childTnLst>
                                </p:cTn>
                              </p:par>
                              <p:par>
                                <p:cTn id="239" presetID="42" presetClass="entr" presetSubtype="0" fill="hold" nodeType="withEffect">
                                  <p:stCondLst>
                                    <p:cond delay="0"/>
                                  </p:stCondLst>
                                  <p:childTnLst>
                                    <p:set>
                                      <p:cBhvr>
                                        <p:cTn id="240" dur="1" fill="hold">
                                          <p:stCondLst>
                                            <p:cond delay="0"/>
                                          </p:stCondLst>
                                        </p:cTn>
                                        <p:tgtEl>
                                          <p:spTgt spid="205"/>
                                        </p:tgtEl>
                                        <p:attrNameLst>
                                          <p:attrName>style.visibility</p:attrName>
                                        </p:attrNameLst>
                                      </p:cBhvr>
                                      <p:to>
                                        <p:strVal val="visible"/>
                                      </p:to>
                                    </p:set>
                                    <p:animEffect transition="in" filter="fade">
                                      <p:cBhvr>
                                        <p:cTn id="241" dur="1000"/>
                                        <p:tgtEl>
                                          <p:spTgt spid="205"/>
                                        </p:tgtEl>
                                      </p:cBhvr>
                                    </p:animEffect>
                                    <p:anim calcmode="lin" valueType="num">
                                      <p:cBhvr>
                                        <p:cTn id="242" dur="1000" fill="hold"/>
                                        <p:tgtEl>
                                          <p:spTgt spid="205"/>
                                        </p:tgtEl>
                                        <p:attrNameLst>
                                          <p:attrName>ppt_x</p:attrName>
                                        </p:attrNameLst>
                                      </p:cBhvr>
                                      <p:tavLst>
                                        <p:tav tm="0">
                                          <p:val>
                                            <p:strVal val="#ppt_x"/>
                                          </p:val>
                                        </p:tav>
                                        <p:tav tm="100000">
                                          <p:val>
                                            <p:strVal val="#ppt_x"/>
                                          </p:val>
                                        </p:tav>
                                      </p:tavLst>
                                    </p:anim>
                                    <p:anim calcmode="lin" valueType="num">
                                      <p:cBhvr>
                                        <p:cTn id="243" dur="1000" fill="hold"/>
                                        <p:tgtEl>
                                          <p:spTgt spid="205"/>
                                        </p:tgtEl>
                                        <p:attrNameLst>
                                          <p:attrName>ppt_y</p:attrName>
                                        </p:attrNameLst>
                                      </p:cBhvr>
                                      <p:tavLst>
                                        <p:tav tm="0">
                                          <p:val>
                                            <p:strVal val="#ppt_y+.1"/>
                                          </p:val>
                                        </p:tav>
                                        <p:tav tm="100000">
                                          <p:val>
                                            <p:strVal val="#ppt_y"/>
                                          </p:val>
                                        </p:tav>
                                      </p:tavLst>
                                    </p:anim>
                                  </p:childTnLst>
                                </p:cTn>
                              </p:par>
                              <p:par>
                                <p:cTn id="244" presetID="42" presetClass="entr" presetSubtype="0" fill="hold" nodeType="withEffect">
                                  <p:stCondLst>
                                    <p:cond delay="0"/>
                                  </p:stCondLst>
                                  <p:childTnLst>
                                    <p:set>
                                      <p:cBhvr>
                                        <p:cTn id="245" dur="1" fill="hold">
                                          <p:stCondLst>
                                            <p:cond delay="0"/>
                                          </p:stCondLst>
                                        </p:cTn>
                                        <p:tgtEl>
                                          <p:spTgt spid="206"/>
                                        </p:tgtEl>
                                        <p:attrNameLst>
                                          <p:attrName>style.visibility</p:attrName>
                                        </p:attrNameLst>
                                      </p:cBhvr>
                                      <p:to>
                                        <p:strVal val="visible"/>
                                      </p:to>
                                    </p:set>
                                    <p:animEffect transition="in" filter="fade">
                                      <p:cBhvr>
                                        <p:cTn id="246" dur="1000"/>
                                        <p:tgtEl>
                                          <p:spTgt spid="206"/>
                                        </p:tgtEl>
                                      </p:cBhvr>
                                    </p:animEffect>
                                    <p:anim calcmode="lin" valueType="num">
                                      <p:cBhvr>
                                        <p:cTn id="247" dur="1000" fill="hold"/>
                                        <p:tgtEl>
                                          <p:spTgt spid="206"/>
                                        </p:tgtEl>
                                        <p:attrNameLst>
                                          <p:attrName>ppt_x</p:attrName>
                                        </p:attrNameLst>
                                      </p:cBhvr>
                                      <p:tavLst>
                                        <p:tav tm="0">
                                          <p:val>
                                            <p:strVal val="#ppt_x"/>
                                          </p:val>
                                        </p:tav>
                                        <p:tav tm="100000">
                                          <p:val>
                                            <p:strVal val="#ppt_x"/>
                                          </p:val>
                                        </p:tav>
                                      </p:tavLst>
                                    </p:anim>
                                    <p:anim calcmode="lin" valueType="num">
                                      <p:cBhvr>
                                        <p:cTn id="248" dur="1000" fill="hold"/>
                                        <p:tgtEl>
                                          <p:spTgt spid="206"/>
                                        </p:tgtEl>
                                        <p:attrNameLst>
                                          <p:attrName>ppt_y</p:attrName>
                                        </p:attrNameLst>
                                      </p:cBhvr>
                                      <p:tavLst>
                                        <p:tav tm="0">
                                          <p:val>
                                            <p:strVal val="#ppt_y+.1"/>
                                          </p:val>
                                        </p:tav>
                                        <p:tav tm="100000">
                                          <p:val>
                                            <p:strVal val="#ppt_y"/>
                                          </p:val>
                                        </p:tav>
                                      </p:tavLst>
                                    </p:anim>
                                  </p:childTnLst>
                                </p:cTn>
                              </p:par>
                              <p:par>
                                <p:cTn id="249" presetID="42" presetClass="entr" presetSubtype="0" fill="hold" nodeType="withEffect">
                                  <p:stCondLst>
                                    <p:cond delay="0"/>
                                  </p:stCondLst>
                                  <p:childTnLst>
                                    <p:set>
                                      <p:cBhvr>
                                        <p:cTn id="250" dur="1" fill="hold">
                                          <p:stCondLst>
                                            <p:cond delay="0"/>
                                          </p:stCondLst>
                                        </p:cTn>
                                        <p:tgtEl>
                                          <p:spTgt spid="207"/>
                                        </p:tgtEl>
                                        <p:attrNameLst>
                                          <p:attrName>style.visibility</p:attrName>
                                        </p:attrNameLst>
                                      </p:cBhvr>
                                      <p:to>
                                        <p:strVal val="visible"/>
                                      </p:to>
                                    </p:set>
                                    <p:animEffect transition="in" filter="fade">
                                      <p:cBhvr>
                                        <p:cTn id="251" dur="1000"/>
                                        <p:tgtEl>
                                          <p:spTgt spid="207"/>
                                        </p:tgtEl>
                                      </p:cBhvr>
                                    </p:animEffect>
                                    <p:anim calcmode="lin" valueType="num">
                                      <p:cBhvr>
                                        <p:cTn id="252" dur="1000" fill="hold"/>
                                        <p:tgtEl>
                                          <p:spTgt spid="207"/>
                                        </p:tgtEl>
                                        <p:attrNameLst>
                                          <p:attrName>ppt_x</p:attrName>
                                        </p:attrNameLst>
                                      </p:cBhvr>
                                      <p:tavLst>
                                        <p:tav tm="0">
                                          <p:val>
                                            <p:strVal val="#ppt_x"/>
                                          </p:val>
                                        </p:tav>
                                        <p:tav tm="100000">
                                          <p:val>
                                            <p:strVal val="#ppt_x"/>
                                          </p:val>
                                        </p:tav>
                                      </p:tavLst>
                                    </p:anim>
                                    <p:anim calcmode="lin" valueType="num">
                                      <p:cBhvr>
                                        <p:cTn id="253" dur="1000" fill="hold"/>
                                        <p:tgtEl>
                                          <p:spTgt spid="207"/>
                                        </p:tgtEl>
                                        <p:attrNameLst>
                                          <p:attrName>ppt_y</p:attrName>
                                        </p:attrNameLst>
                                      </p:cBhvr>
                                      <p:tavLst>
                                        <p:tav tm="0">
                                          <p:val>
                                            <p:strVal val="#ppt_y+.1"/>
                                          </p:val>
                                        </p:tav>
                                        <p:tav tm="100000">
                                          <p:val>
                                            <p:strVal val="#ppt_y"/>
                                          </p:val>
                                        </p:tav>
                                      </p:tavLst>
                                    </p:anim>
                                  </p:childTnLst>
                                </p:cTn>
                              </p:par>
                              <p:par>
                                <p:cTn id="254" presetID="42" presetClass="entr" presetSubtype="0" fill="hold" nodeType="withEffect">
                                  <p:stCondLst>
                                    <p:cond delay="0"/>
                                  </p:stCondLst>
                                  <p:childTnLst>
                                    <p:set>
                                      <p:cBhvr>
                                        <p:cTn id="255" dur="1" fill="hold">
                                          <p:stCondLst>
                                            <p:cond delay="0"/>
                                          </p:stCondLst>
                                        </p:cTn>
                                        <p:tgtEl>
                                          <p:spTgt spid="208"/>
                                        </p:tgtEl>
                                        <p:attrNameLst>
                                          <p:attrName>style.visibility</p:attrName>
                                        </p:attrNameLst>
                                      </p:cBhvr>
                                      <p:to>
                                        <p:strVal val="visible"/>
                                      </p:to>
                                    </p:set>
                                    <p:animEffect transition="in" filter="fade">
                                      <p:cBhvr>
                                        <p:cTn id="256" dur="1000"/>
                                        <p:tgtEl>
                                          <p:spTgt spid="208"/>
                                        </p:tgtEl>
                                      </p:cBhvr>
                                    </p:animEffect>
                                    <p:anim calcmode="lin" valueType="num">
                                      <p:cBhvr>
                                        <p:cTn id="257" dur="1000" fill="hold"/>
                                        <p:tgtEl>
                                          <p:spTgt spid="208"/>
                                        </p:tgtEl>
                                        <p:attrNameLst>
                                          <p:attrName>ppt_x</p:attrName>
                                        </p:attrNameLst>
                                      </p:cBhvr>
                                      <p:tavLst>
                                        <p:tav tm="0">
                                          <p:val>
                                            <p:strVal val="#ppt_x"/>
                                          </p:val>
                                        </p:tav>
                                        <p:tav tm="100000">
                                          <p:val>
                                            <p:strVal val="#ppt_x"/>
                                          </p:val>
                                        </p:tav>
                                      </p:tavLst>
                                    </p:anim>
                                    <p:anim calcmode="lin" valueType="num">
                                      <p:cBhvr>
                                        <p:cTn id="258" dur="1000" fill="hold"/>
                                        <p:tgtEl>
                                          <p:spTgt spid="208"/>
                                        </p:tgtEl>
                                        <p:attrNameLst>
                                          <p:attrName>ppt_y</p:attrName>
                                        </p:attrNameLst>
                                      </p:cBhvr>
                                      <p:tavLst>
                                        <p:tav tm="0">
                                          <p:val>
                                            <p:strVal val="#ppt_y+.1"/>
                                          </p:val>
                                        </p:tav>
                                        <p:tav tm="100000">
                                          <p:val>
                                            <p:strVal val="#ppt_y"/>
                                          </p:val>
                                        </p:tav>
                                      </p:tavLst>
                                    </p:anim>
                                  </p:childTnLst>
                                </p:cTn>
                              </p:par>
                              <p:par>
                                <p:cTn id="259" presetID="42" presetClass="entr" presetSubtype="0" fill="hold" nodeType="withEffect">
                                  <p:stCondLst>
                                    <p:cond delay="0"/>
                                  </p:stCondLst>
                                  <p:childTnLst>
                                    <p:set>
                                      <p:cBhvr>
                                        <p:cTn id="260" dur="1" fill="hold">
                                          <p:stCondLst>
                                            <p:cond delay="0"/>
                                          </p:stCondLst>
                                        </p:cTn>
                                        <p:tgtEl>
                                          <p:spTgt spid="209"/>
                                        </p:tgtEl>
                                        <p:attrNameLst>
                                          <p:attrName>style.visibility</p:attrName>
                                        </p:attrNameLst>
                                      </p:cBhvr>
                                      <p:to>
                                        <p:strVal val="visible"/>
                                      </p:to>
                                    </p:set>
                                    <p:animEffect transition="in" filter="fade">
                                      <p:cBhvr>
                                        <p:cTn id="261" dur="1000"/>
                                        <p:tgtEl>
                                          <p:spTgt spid="209"/>
                                        </p:tgtEl>
                                      </p:cBhvr>
                                    </p:animEffect>
                                    <p:anim calcmode="lin" valueType="num">
                                      <p:cBhvr>
                                        <p:cTn id="262" dur="1000" fill="hold"/>
                                        <p:tgtEl>
                                          <p:spTgt spid="209"/>
                                        </p:tgtEl>
                                        <p:attrNameLst>
                                          <p:attrName>ppt_x</p:attrName>
                                        </p:attrNameLst>
                                      </p:cBhvr>
                                      <p:tavLst>
                                        <p:tav tm="0">
                                          <p:val>
                                            <p:strVal val="#ppt_x"/>
                                          </p:val>
                                        </p:tav>
                                        <p:tav tm="100000">
                                          <p:val>
                                            <p:strVal val="#ppt_x"/>
                                          </p:val>
                                        </p:tav>
                                      </p:tavLst>
                                    </p:anim>
                                    <p:anim calcmode="lin" valueType="num">
                                      <p:cBhvr>
                                        <p:cTn id="263" dur="1000" fill="hold"/>
                                        <p:tgtEl>
                                          <p:spTgt spid="209"/>
                                        </p:tgtEl>
                                        <p:attrNameLst>
                                          <p:attrName>ppt_y</p:attrName>
                                        </p:attrNameLst>
                                      </p:cBhvr>
                                      <p:tavLst>
                                        <p:tav tm="0">
                                          <p:val>
                                            <p:strVal val="#ppt_y+.1"/>
                                          </p:val>
                                        </p:tav>
                                        <p:tav tm="100000">
                                          <p:val>
                                            <p:strVal val="#ppt_y"/>
                                          </p:val>
                                        </p:tav>
                                      </p:tavLst>
                                    </p:anim>
                                  </p:childTnLst>
                                </p:cTn>
                              </p:par>
                              <p:par>
                                <p:cTn id="264" presetID="42" presetClass="entr" presetSubtype="0" fill="hold" grpId="0" nodeType="withEffect">
                                  <p:stCondLst>
                                    <p:cond delay="0"/>
                                  </p:stCondLst>
                                  <p:childTnLst>
                                    <p:set>
                                      <p:cBhvr>
                                        <p:cTn id="265" dur="1" fill="hold">
                                          <p:stCondLst>
                                            <p:cond delay="0"/>
                                          </p:stCondLst>
                                        </p:cTn>
                                        <p:tgtEl>
                                          <p:spTgt spid="210"/>
                                        </p:tgtEl>
                                        <p:attrNameLst>
                                          <p:attrName>style.visibility</p:attrName>
                                        </p:attrNameLst>
                                      </p:cBhvr>
                                      <p:to>
                                        <p:strVal val="visible"/>
                                      </p:to>
                                    </p:set>
                                    <p:animEffect transition="in" filter="fade">
                                      <p:cBhvr>
                                        <p:cTn id="266" dur="1000"/>
                                        <p:tgtEl>
                                          <p:spTgt spid="210"/>
                                        </p:tgtEl>
                                      </p:cBhvr>
                                    </p:animEffect>
                                    <p:anim calcmode="lin" valueType="num">
                                      <p:cBhvr>
                                        <p:cTn id="267" dur="1000" fill="hold"/>
                                        <p:tgtEl>
                                          <p:spTgt spid="210"/>
                                        </p:tgtEl>
                                        <p:attrNameLst>
                                          <p:attrName>ppt_x</p:attrName>
                                        </p:attrNameLst>
                                      </p:cBhvr>
                                      <p:tavLst>
                                        <p:tav tm="0">
                                          <p:val>
                                            <p:strVal val="#ppt_x"/>
                                          </p:val>
                                        </p:tav>
                                        <p:tav tm="100000">
                                          <p:val>
                                            <p:strVal val="#ppt_x"/>
                                          </p:val>
                                        </p:tav>
                                      </p:tavLst>
                                    </p:anim>
                                    <p:anim calcmode="lin" valueType="num">
                                      <p:cBhvr>
                                        <p:cTn id="268" dur="1000" fill="hold"/>
                                        <p:tgtEl>
                                          <p:spTgt spid="210"/>
                                        </p:tgtEl>
                                        <p:attrNameLst>
                                          <p:attrName>ppt_y</p:attrName>
                                        </p:attrNameLst>
                                      </p:cBhvr>
                                      <p:tavLst>
                                        <p:tav tm="0">
                                          <p:val>
                                            <p:strVal val="#ppt_y+.1"/>
                                          </p:val>
                                        </p:tav>
                                        <p:tav tm="100000">
                                          <p:val>
                                            <p:strVal val="#ppt_y"/>
                                          </p:val>
                                        </p:tav>
                                      </p:tavLst>
                                    </p:anim>
                                  </p:childTnLst>
                                </p:cTn>
                              </p:par>
                              <p:par>
                                <p:cTn id="269" presetID="42" presetClass="entr" presetSubtype="0" fill="hold" grpId="0" nodeType="withEffect">
                                  <p:stCondLst>
                                    <p:cond delay="0"/>
                                  </p:stCondLst>
                                  <p:childTnLst>
                                    <p:set>
                                      <p:cBhvr>
                                        <p:cTn id="270" dur="1" fill="hold">
                                          <p:stCondLst>
                                            <p:cond delay="0"/>
                                          </p:stCondLst>
                                        </p:cTn>
                                        <p:tgtEl>
                                          <p:spTgt spid="211"/>
                                        </p:tgtEl>
                                        <p:attrNameLst>
                                          <p:attrName>style.visibility</p:attrName>
                                        </p:attrNameLst>
                                      </p:cBhvr>
                                      <p:to>
                                        <p:strVal val="visible"/>
                                      </p:to>
                                    </p:set>
                                    <p:animEffect transition="in" filter="fade">
                                      <p:cBhvr>
                                        <p:cTn id="271" dur="1000"/>
                                        <p:tgtEl>
                                          <p:spTgt spid="211"/>
                                        </p:tgtEl>
                                      </p:cBhvr>
                                    </p:animEffect>
                                    <p:anim calcmode="lin" valueType="num">
                                      <p:cBhvr>
                                        <p:cTn id="272" dur="1000" fill="hold"/>
                                        <p:tgtEl>
                                          <p:spTgt spid="211"/>
                                        </p:tgtEl>
                                        <p:attrNameLst>
                                          <p:attrName>ppt_x</p:attrName>
                                        </p:attrNameLst>
                                      </p:cBhvr>
                                      <p:tavLst>
                                        <p:tav tm="0">
                                          <p:val>
                                            <p:strVal val="#ppt_x"/>
                                          </p:val>
                                        </p:tav>
                                        <p:tav tm="100000">
                                          <p:val>
                                            <p:strVal val="#ppt_x"/>
                                          </p:val>
                                        </p:tav>
                                      </p:tavLst>
                                    </p:anim>
                                    <p:anim calcmode="lin" valueType="num">
                                      <p:cBhvr>
                                        <p:cTn id="273" dur="1000" fill="hold"/>
                                        <p:tgtEl>
                                          <p:spTgt spid="211"/>
                                        </p:tgtEl>
                                        <p:attrNameLst>
                                          <p:attrName>ppt_y</p:attrName>
                                        </p:attrNameLst>
                                      </p:cBhvr>
                                      <p:tavLst>
                                        <p:tav tm="0">
                                          <p:val>
                                            <p:strVal val="#ppt_y+.1"/>
                                          </p:val>
                                        </p:tav>
                                        <p:tav tm="100000">
                                          <p:val>
                                            <p:strVal val="#ppt_y"/>
                                          </p:val>
                                        </p:tav>
                                      </p:tavLst>
                                    </p:anim>
                                  </p:childTnLst>
                                </p:cTn>
                              </p:par>
                              <p:par>
                                <p:cTn id="274" presetID="42" presetClass="entr" presetSubtype="0" fill="hold" grpId="0" nodeType="withEffect">
                                  <p:stCondLst>
                                    <p:cond delay="0"/>
                                  </p:stCondLst>
                                  <p:childTnLst>
                                    <p:set>
                                      <p:cBhvr>
                                        <p:cTn id="275" dur="1" fill="hold">
                                          <p:stCondLst>
                                            <p:cond delay="0"/>
                                          </p:stCondLst>
                                        </p:cTn>
                                        <p:tgtEl>
                                          <p:spTgt spid="212"/>
                                        </p:tgtEl>
                                        <p:attrNameLst>
                                          <p:attrName>style.visibility</p:attrName>
                                        </p:attrNameLst>
                                      </p:cBhvr>
                                      <p:to>
                                        <p:strVal val="visible"/>
                                      </p:to>
                                    </p:set>
                                    <p:animEffect transition="in" filter="fade">
                                      <p:cBhvr>
                                        <p:cTn id="276" dur="1000"/>
                                        <p:tgtEl>
                                          <p:spTgt spid="212"/>
                                        </p:tgtEl>
                                      </p:cBhvr>
                                    </p:animEffect>
                                    <p:anim calcmode="lin" valueType="num">
                                      <p:cBhvr>
                                        <p:cTn id="277" dur="1000" fill="hold"/>
                                        <p:tgtEl>
                                          <p:spTgt spid="212"/>
                                        </p:tgtEl>
                                        <p:attrNameLst>
                                          <p:attrName>ppt_x</p:attrName>
                                        </p:attrNameLst>
                                      </p:cBhvr>
                                      <p:tavLst>
                                        <p:tav tm="0">
                                          <p:val>
                                            <p:strVal val="#ppt_x"/>
                                          </p:val>
                                        </p:tav>
                                        <p:tav tm="100000">
                                          <p:val>
                                            <p:strVal val="#ppt_x"/>
                                          </p:val>
                                        </p:tav>
                                      </p:tavLst>
                                    </p:anim>
                                    <p:anim calcmode="lin" valueType="num">
                                      <p:cBhvr>
                                        <p:cTn id="278" dur="1000" fill="hold"/>
                                        <p:tgtEl>
                                          <p:spTgt spid="212"/>
                                        </p:tgtEl>
                                        <p:attrNameLst>
                                          <p:attrName>ppt_y</p:attrName>
                                        </p:attrNameLst>
                                      </p:cBhvr>
                                      <p:tavLst>
                                        <p:tav tm="0">
                                          <p:val>
                                            <p:strVal val="#ppt_y+.1"/>
                                          </p:val>
                                        </p:tav>
                                        <p:tav tm="100000">
                                          <p:val>
                                            <p:strVal val="#ppt_y"/>
                                          </p:val>
                                        </p:tav>
                                      </p:tavLst>
                                    </p:anim>
                                  </p:childTnLst>
                                </p:cTn>
                              </p:par>
                              <p:par>
                                <p:cTn id="279" presetID="42" presetClass="entr" presetSubtype="0" fill="hold" grpId="0" nodeType="withEffect">
                                  <p:stCondLst>
                                    <p:cond delay="0"/>
                                  </p:stCondLst>
                                  <p:childTnLst>
                                    <p:set>
                                      <p:cBhvr>
                                        <p:cTn id="280" dur="1" fill="hold">
                                          <p:stCondLst>
                                            <p:cond delay="0"/>
                                          </p:stCondLst>
                                        </p:cTn>
                                        <p:tgtEl>
                                          <p:spTgt spid="213"/>
                                        </p:tgtEl>
                                        <p:attrNameLst>
                                          <p:attrName>style.visibility</p:attrName>
                                        </p:attrNameLst>
                                      </p:cBhvr>
                                      <p:to>
                                        <p:strVal val="visible"/>
                                      </p:to>
                                    </p:set>
                                    <p:animEffect transition="in" filter="fade">
                                      <p:cBhvr>
                                        <p:cTn id="281" dur="1000"/>
                                        <p:tgtEl>
                                          <p:spTgt spid="213"/>
                                        </p:tgtEl>
                                      </p:cBhvr>
                                    </p:animEffect>
                                    <p:anim calcmode="lin" valueType="num">
                                      <p:cBhvr>
                                        <p:cTn id="282" dur="1000" fill="hold"/>
                                        <p:tgtEl>
                                          <p:spTgt spid="213"/>
                                        </p:tgtEl>
                                        <p:attrNameLst>
                                          <p:attrName>ppt_x</p:attrName>
                                        </p:attrNameLst>
                                      </p:cBhvr>
                                      <p:tavLst>
                                        <p:tav tm="0">
                                          <p:val>
                                            <p:strVal val="#ppt_x"/>
                                          </p:val>
                                        </p:tav>
                                        <p:tav tm="100000">
                                          <p:val>
                                            <p:strVal val="#ppt_x"/>
                                          </p:val>
                                        </p:tav>
                                      </p:tavLst>
                                    </p:anim>
                                    <p:anim calcmode="lin" valueType="num">
                                      <p:cBhvr>
                                        <p:cTn id="283" dur="1000" fill="hold"/>
                                        <p:tgtEl>
                                          <p:spTgt spid="213"/>
                                        </p:tgtEl>
                                        <p:attrNameLst>
                                          <p:attrName>ppt_y</p:attrName>
                                        </p:attrNameLst>
                                      </p:cBhvr>
                                      <p:tavLst>
                                        <p:tav tm="0">
                                          <p:val>
                                            <p:strVal val="#ppt_y+.1"/>
                                          </p:val>
                                        </p:tav>
                                        <p:tav tm="100000">
                                          <p:val>
                                            <p:strVal val="#ppt_y"/>
                                          </p:val>
                                        </p:tav>
                                      </p:tavLst>
                                    </p:anim>
                                  </p:childTnLst>
                                </p:cTn>
                              </p:par>
                              <p:par>
                                <p:cTn id="284" presetID="42" presetClass="entr" presetSubtype="0" fill="hold" grpId="0" nodeType="withEffect">
                                  <p:stCondLst>
                                    <p:cond delay="0"/>
                                  </p:stCondLst>
                                  <p:childTnLst>
                                    <p:set>
                                      <p:cBhvr>
                                        <p:cTn id="285" dur="1" fill="hold">
                                          <p:stCondLst>
                                            <p:cond delay="0"/>
                                          </p:stCondLst>
                                        </p:cTn>
                                        <p:tgtEl>
                                          <p:spTgt spid="214"/>
                                        </p:tgtEl>
                                        <p:attrNameLst>
                                          <p:attrName>style.visibility</p:attrName>
                                        </p:attrNameLst>
                                      </p:cBhvr>
                                      <p:to>
                                        <p:strVal val="visible"/>
                                      </p:to>
                                    </p:set>
                                    <p:animEffect transition="in" filter="fade">
                                      <p:cBhvr>
                                        <p:cTn id="286" dur="1000"/>
                                        <p:tgtEl>
                                          <p:spTgt spid="214"/>
                                        </p:tgtEl>
                                      </p:cBhvr>
                                    </p:animEffect>
                                    <p:anim calcmode="lin" valueType="num">
                                      <p:cBhvr>
                                        <p:cTn id="287" dur="1000" fill="hold"/>
                                        <p:tgtEl>
                                          <p:spTgt spid="214"/>
                                        </p:tgtEl>
                                        <p:attrNameLst>
                                          <p:attrName>ppt_x</p:attrName>
                                        </p:attrNameLst>
                                      </p:cBhvr>
                                      <p:tavLst>
                                        <p:tav tm="0">
                                          <p:val>
                                            <p:strVal val="#ppt_x"/>
                                          </p:val>
                                        </p:tav>
                                        <p:tav tm="100000">
                                          <p:val>
                                            <p:strVal val="#ppt_x"/>
                                          </p:val>
                                        </p:tav>
                                      </p:tavLst>
                                    </p:anim>
                                    <p:anim calcmode="lin" valueType="num">
                                      <p:cBhvr>
                                        <p:cTn id="288" dur="1000" fill="hold"/>
                                        <p:tgtEl>
                                          <p:spTgt spid="214"/>
                                        </p:tgtEl>
                                        <p:attrNameLst>
                                          <p:attrName>ppt_y</p:attrName>
                                        </p:attrNameLst>
                                      </p:cBhvr>
                                      <p:tavLst>
                                        <p:tav tm="0">
                                          <p:val>
                                            <p:strVal val="#ppt_y+.1"/>
                                          </p:val>
                                        </p:tav>
                                        <p:tav tm="100000">
                                          <p:val>
                                            <p:strVal val="#ppt_y"/>
                                          </p:val>
                                        </p:tav>
                                      </p:tavLst>
                                    </p:anim>
                                  </p:childTnLst>
                                </p:cTn>
                              </p:par>
                              <p:par>
                                <p:cTn id="289" presetID="42" presetClass="entr" presetSubtype="0" fill="hold" grpId="0" nodeType="withEffect">
                                  <p:stCondLst>
                                    <p:cond delay="0"/>
                                  </p:stCondLst>
                                  <p:childTnLst>
                                    <p:set>
                                      <p:cBhvr>
                                        <p:cTn id="290" dur="1" fill="hold">
                                          <p:stCondLst>
                                            <p:cond delay="0"/>
                                          </p:stCondLst>
                                        </p:cTn>
                                        <p:tgtEl>
                                          <p:spTgt spid="215"/>
                                        </p:tgtEl>
                                        <p:attrNameLst>
                                          <p:attrName>style.visibility</p:attrName>
                                        </p:attrNameLst>
                                      </p:cBhvr>
                                      <p:to>
                                        <p:strVal val="visible"/>
                                      </p:to>
                                    </p:set>
                                    <p:animEffect transition="in" filter="fade">
                                      <p:cBhvr>
                                        <p:cTn id="291" dur="1000"/>
                                        <p:tgtEl>
                                          <p:spTgt spid="215"/>
                                        </p:tgtEl>
                                      </p:cBhvr>
                                    </p:animEffect>
                                    <p:anim calcmode="lin" valueType="num">
                                      <p:cBhvr>
                                        <p:cTn id="292" dur="1000" fill="hold"/>
                                        <p:tgtEl>
                                          <p:spTgt spid="215"/>
                                        </p:tgtEl>
                                        <p:attrNameLst>
                                          <p:attrName>ppt_x</p:attrName>
                                        </p:attrNameLst>
                                      </p:cBhvr>
                                      <p:tavLst>
                                        <p:tav tm="0">
                                          <p:val>
                                            <p:strVal val="#ppt_x"/>
                                          </p:val>
                                        </p:tav>
                                        <p:tav tm="100000">
                                          <p:val>
                                            <p:strVal val="#ppt_x"/>
                                          </p:val>
                                        </p:tav>
                                      </p:tavLst>
                                    </p:anim>
                                    <p:anim calcmode="lin" valueType="num">
                                      <p:cBhvr>
                                        <p:cTn id="293" dur="1000" fill="hold"/>
                                        <p:tgtEl>
                                          <p:spTgt spid="215"/>
                                        </p:tgtEl>
                                        <p:attrNameLst>
                                          <p:attrName>ppt_y</p:attrName>
                                        </p:attrNameLst>
                                      </p:cBhvr>
                                      <p:tavLst>
                                        <p:tav tm="0">
                                          <p:val>
                                            <p:strVal val="#ppt_y+.1"/>
                                          </p:val>
                                        </p:tav>
                                        <p:tav tm="100000">
                                          <p:val>
                                            <p:strVal val="#ppt_y"/>
                                          </p:val>
                                        </p:tav>
                                      </p:tavLst>
                                    </p:anim>
                                  </p:childTnLst>
                                </p:cTn>
                              </p:par>
                              <p:par>
                                <p:cTn id="294" presetID="42" presetClass="entr" presetSubtype="0" fill="hold" grpId="0" nodeType="withEffect">
                                  <p:stCondLst>
                                    <p:cond delay="0"/>
                                  </p:stCondLst>
                                  <p:childTnLst>
                                    <p:set>
                                      <p:cBhvr>
                                        <p:cTn id="295" dur="1" fill="hold">
                                          <p:stCondLst>
                                            <p:cond delay="0"/>
                                          </p:stCondLst>
                                        </p:cTn>
                                        <p:tgtEl>
                                          <p:spTgt spid="216"/>
                                        </p:tgtEl>
                                        <p:attrNameLst>
                                          <p:attrName>style.visibility</p:attrName>
                                        </p:attrNameLst>
                                      </p:cBhvr>
                                      <p:to>
                                        <p:strVal val="visible"/>
                                      </p:to>
                                    </p:set>
                                    <p:animEffect transition="in" filter="fade">
                                      <p:cBhvr>
                                        <p:cTn id="296" dur="1000"/>
                                        <p:tgtEl>
                                          <p:spTgt spid="216"/>
                                        </p:tgtEl>
                                      </p:cBhvr>
                                    </p:animEffect>
                                    <p:anim calcmode="lin" valueType="num">
                                      <p:cBhvr>
                                        <p:cTn id="297" dur="1000" fill="hold"/>
                                        <p:tgtEl>
                                          <p:spTgt spid="216"/>
                                        </p:tgtEl>
                                        <p:attrNameLst>
                                          <p:attrName>ppt_x</p:attrName>
                                        </p:attrNameLst>
                                      </p:cBhvr>
                                      <p:tavLst>
                                        <p:tav tm="0">
                                          <p:val>
                                            <p:strVal val="#ppt_x"/>
                                          </p:val>
                                        </p:tav>
                                        <p:tav tm="100000">
                                          <p:val>
                                            <p:strVal val="#ppt_x"/>
                                          </p:val>
                                        </p:tav>
                                      </p:tavLst>
                                    </p:anim>
                                    <p:anim calcmode="lin" valueType="num">
                                      <p:cBhvr>
                                        <p:cTn id="298" dur="1000" fill="hold"/>
                                        <p:tgtEl>
                                          <p:spTgt spid="216"/>
                                        </p:tgtEl>
                                        <p:attrNameLst>
                                          <p:attrName>ppt_y</p:attrName>
                                        </p:attrNameLst>
                                      </p:cBhvr>
                                      <p:tavLst>
                                        <p:tav tm="0">
                                          <p:val>
                                            <p:strVal val="#ppt_y+.1"/>
                                          </p:val>
                                        </p:tav>
                                        <p:tav tm="100000">
                                          <p:val>
                                            <p:strVal val="#ppt_y"/>
                                          </p:val>
                                        </p:tav>
                                      </p:tavLst>
                                    </p:anim>
                                  </p:childTnLst>
                                </p:cTn>
                              </p:par>
                              <p:par>
                                <p:cTn id="299" presetID="42" presetClass="entr" presetSubtype="0" fill="hold" grpId="0" nodeType="withEffect">
                                  <p:stCondLst>
                                    <p:cond delay="0"/>
                                  </p:stCondLst>
                                  <p:childTnLst>
                                    <p:set>
                                      <p:cBhvr>
                                        <p:cTn id="300" dur="1" fill="hold">
                                          <p:stCondLst>
                                            <p:cond delay="0"/>
                                          </p:stCondLst>
                                        </p:cTn>
                                        <p:tgtEl>
                                          <p:spTgt spid="217"/>
                                        </p:tgtEl>
                                        <p:attrNameLst>
                                          <p:attrName>style.visibility</p:attrName>
                                        </p:attrNameLst>
                                      </p:cBhvr>
                                      <p:to>
                                        <p:strVal val="visible"/>
                                      </p:to>
                                    </p:set>
                                    <p:animEffect transition="in" filter="fade">
                                      <p:cBhvr>
                                        <p:cTn id="301" dur="1000"/>
                                        <p:tgtEl>
                                          <p:spTgt spid="217"/>
                                        </p:tgtEl>
                                      </p:cBhvr>
                                    </p:animEffect>
                                    <p:anim calcmode="lin" valueType="num">
                                      <p:cBhvr>
                                        <p:cTn id="302" dur="1000" fill="hold"/>
                                        <p:tgtEl>
                                          <p:spTgt spid="217"/>
                                        </p:tgtEl>
                                        <p:attrNameLst>
                                          <p:attrName>ppt_x</p:attrName>
                                        </p:attrNameLst>
                                      </p:cBhvr>
                                      <p:tavLst>
                                        <p:tav tm="0">
                                          <p:val>
                                            <p:strVal val="#ppt_x"/>
                                          </p:val>
                                        </p:tav>
                                        <p:tav tm="100000">
                                          <p:val>
                                            <p:strVal val="#ppt_x"/>
                                          </p:val>
                                        </p:tav>
                                      </p:tavLst>
                                    </p:anim>
                                    <p:anim calcmode="lin" valueType="num">
                                      <p:cBhvr>
                                        <p:cTn id="303" dur="1000" fill="hold"/>
                                        <p:tgtEl>
                                          <p:spTgt spid="217"/>
                                        </p:tgtEl>
                                        <p:attrNameLst>
                                          <p:attrName>ppt_y</p:attrName>
                                        </p:attrNameLst>
                                      </p:cBhvr>
                                      <p:tavLst>
                                        <p:tav tm="0">
                                          <p:val>
                                            <p:strVal val="#ppt_y+.1"/>
                                          </p:val>
                                        </p:tav>
                                        <p:tav tm="100000">
                                          <p:val>
                                            <p:strVal val="#ppt_y"/>
                                          </p:val>
                                        </p:tav>
                                      </p:tavLst>
                                    </p:anim>
                                  </p:childTnLst>
                                </p:cTn>
                              </p:par>
                              <p:par>
                                <p:cTn id="304" presetID="42" presetClass="entr" presetSubtype="0" fill="hold" grpId="0" nodeType="withEffect">
                                  <p:stCondLst>
                                    <p:cond delay="0"/>
                                  </p:stCondLst>
                                  <p:childTnLst>
                                    <p:set>
                                      <p:cBhvr>
                                        <p:cTn id="305" dur="1" fill="hold">
                                          <p:stCondLst>
                                            <p:cond delay="0"/>
                                          </p:stCondLst>
                                        </p:cTn>
                                        <p:tgtEl>
                                          <p:spTgt spid="218"/>
                                        </p:tgtEl>
                                        <p:attrNameLst>
                                          <p:attrName>style.visibility</p:attrName>
                                        </p:attrNameLst>
                                      </p:cBhvr>
                                      <p:to>
                                        <p:strVal val="visible"/>
                                      </p:to>
                                    </p:set>
                                    <p:animEffect transition="in" filter="fade">
                                      <p:cBhvr>
                                        <p:cTn id="306" dur="1000"/>
                                        <p:tgtEl>
                                          <p:spTgt spid="218"/>
                                        </p:tgtEl>
                                      </p:cBhvr>
                                    </p:animEffect>
                                    <p:anim calcmode="lin" valueType="num">
                                      <p:cBhvr>
                                        <p:cTn id="307" dur="1000" fill="hold"/>
                                        <p:tgtEl>
                                          <p:spTgt spid="218"/>
                                        </p:tgtEl>
                                        <p:attrNameLst>
                                          <p:attrName>ppt_x</p:attrName>
                                        </p:attrNameLst>
                                      </p:cBhvr>
                                      <p:tavLst>
                                        <p:tav tm="0">
                                          <p:val>
                                            <p:strVal val="#ppt_x"/>
                                          </p:val>
                                        </p:tav>
                                        <p:tav tm="100000">
                                          <p:val>
                                            <p:strVal val="#ppt_x"/>
                                          </p:val>
                                        </p:tav>
                                      </p:tavLst>
                                    </p:anim>
                                    <p:anim calcmode="lin" valueType="num">
                                      <p:cBhvr>
                                        <p:cTn id="308" dur="1000" fill="hold"/>
                                        <p:tgtEl>
                                          <p:spTgt spid="218"/>
                                        </p:tgtEl>
                                        <p:attrNameLst>
                                          <p:attrName>ppt_y</p:attrName>
                                        </p:attrNameLst>
                                      </p:cBhvr>
                                      <p:tavLst>
                                        <p:tav tm="0">
                                          <p:val>
                                            <p:strVal val="#ppt_y+.1"/>
                                          </p:val>
                                        </p:tav>
                                        <p:tav tm="100000">
                                          <p:val>
                                            <p:strVal val="#ppt_y"/>
                                          </p:val>
                                        </p:tav>
                                      </p:tavLst>
                                    </p:anim>
                                  </p:childTnLst>
                                </p:cTn>
                              </p:par>
                              <p:par>
                                <p:cTn id="309" presetID="42" presetClass="entr" presetSubtype="0" fill="hold" grpId="0" nodeType="withEffect">
                                  <p:stCondLst>
                                    <p:cond delay="0"/>
                                  </p:stCondLst>
                                  <p:childTnLst>
                                    <p:set>
                                      <p:cBhvr>
                                        <p:cTn id="310" dur="1" fill="hold">
                                          <p:stCondLst>
                                            <p:cond delay="0"/>
                                          </p:stCondLst>
                                        </p:cTn>
                                        <p:tgtEl>
                                          <p:spTgt spid="219"/>
                                        </p:tgtEl>
                                        <p:attrNameLst>
                                          <p:attrName>style.visibility</p:attrName>
                                        </p:attrNameLst>
                                      </p:cBhvr>
                                      <p:to>
                                        <p:strVal val="visible"/>
                                      </p:to>
                                    </p:set>
                                    <p:animEffect transition="in" filter="fade">
                                      <p:cBhvr>
                                        <p:cTn id="311" dur="1000"/>
                                        <p:tgtEl>
                                          <p:spTgt spid="219"/>
                                        </p:tgtEl>
                                      </p:cBhvr>
                                    </p:animEffect>
                                    <p:anim calcmode="lin" valueType="num">
                                      <p:cBhvr>
                                        <p:cTn id="312" dur="1000" fill="hold"/>
                                        <p:tgtEl>
                                          <p:spTgt spid="219"/>
                                        </p:tgtEl>
                                        <p:attrNameLst>
                                          <p:attrName>ppt_x</p:attrName>
                                        </p:attrNameLst>
                                      </p:cBhvr>
                                      <p:tavLst>
                                        <p:tav tm="0">
                                          <p:val>
                                            <p:strVal val="#ppt_x"/>
                                          </p:val>
                                        </p:tav>
                                        <p:tav tm="100000">
                                          <p:val>
                                            <p:strVal val="#ppt_x"/>
                                          </p:val>
                                        </p:tav>
                                      </p:tavLst>
                                    </p:anim>
                                    <p:anim calcmode="lin" valueType="num">
                                      <p:cBhvr>
                                        <p:cTn id="313" dur="1000" fill="hold"/>
                                        <p:tgtEl>
                                          <p:spTgt spid="219"/>
                                        </p:tgtEl>
                                        <p:attrNameLst>
                                          <p:attrName>ppt_y</p:attrName>
                                        </p:attrNameLst>
                                      </p:cBhvr>
                                      <p:tavLst>
                                        <p:tav tm="0">
                                          <p:val>
                                            <p:strVal val="#ppt_y+.1"/>
                                          </p:val>
                                        </p:tav>
                                        <p:tav tm="100000">
                                          <p:val>
                                            <p:strVal val="#ppt_y"/>
                                          </p:val>
                                        </p:tav>
                                      </p:tavLst>
                                    </p:anim>
                                  </p:childTnLst>
                                </p:cTn>
                              </p:par>
                              <p:par>
                                <p:cTn id="314" presetID="42" presetClass="entr" presetSubtype="0" fill="hold" nodeType="withEffect">
                                  <p:stCondLst>
                                    <p:cond delay="0"/>
                                  </p:stCondLst>
                                  <p:childTnLst>
                                    <p:set>
                                      <p:cBhvr>
                                        <p:cTn id="315" dur="1" fill="hold">
                                          <p:stCondLst>
                                            <p:cond delay="0"/>
                                          </p:stCondLst>
                                        </p:cTn>
                                        <p:tgtEl>
                                          <p:spTgt spid="220"/>
                                        </p:tgtEl>
                                        <p:attrNameLst>
                                          <p:attrName>style.visibility</p:attrName>
                                        </p:attrNameLst>
                                      </p:cBhvr>
                                      <p:to>
                                        <p:strVal val="visible"/>
                                      </p:to>
                                    </p:set>
                                    <p:animEffect transition="in" filter="fade">
                                      <p:cBhvr>
                                        <p:cTn id="316" dur="1000"/>
                                        <p:tgtEl>
                                          <p:spTgt spid="220"/>
                                        </p:tgtEl>
                                      </p:cBhvr>
                                    </p:animEffect>
                                    <p:anim calcmode="lin" valueType="num">
                                      <p:cBhvr>
                                        <p:cTn id="317" dur="1000" fill="hold"/>
                                        <p:tgtEl>
                                          <p:spTgt spid="220"/>
                                        </p:tgtEl>
                                        <p:attrNameLst>
                                          <p:attrName>ppt_x</p:attrName>
                                        </p:attrNameLst>
                                      </p:cBhvr>
                                      <p:tavLst>
                                        <p:tav tm="0">
                                          <p:val>
                                            <p:strVal val="#ppt_x"/>
                                          </p:val>
                                        </p:tav>
                                        <p:tav tm="100000">
                                          <p:val>
                                            <p:strVal val="#ppt_x"/>
                                          </p:val>
                                        </p:tav>
                                      </p:tavLst>
                                    </p:anim>
                                    <p:anim calcmode="lin" valueType="num">
                                      <p:cBhvr>
                                        <p:cTn id="318" dur="1000" fill="hold"/>
                                        <p:tgtEl>
                                          <p:spTgt spid="220"/>
                                        </p:tgtEl>
                                        <p:attrNameLst>
                                          <p:attrName>ppt_y</p:attrName>
                                        </p:attrNameLst>
                                      </p:cBhvr>
                                      <p:tavLst>
                                        <p:tav tm="0">
                                          <p:val>
                                            <p:strVal val="#ppt_y+.1"/>
                                          </p:val>
                                        </p:tav>
                                        <p:tav tm="100000">
                                          <p:val>
                                            <p:strVal val="#ppt_y"/>
                                          </p:val>
                                        </p:tav>
                                      </p:tavLst>
                                    </p:anim>
                                  </p:childTnLst>
                                </p:cTn>
                              </p:par>
                              <p:par>
                                <p:cTn id="319" presetID="42" presetClass="entr" presetSubtype="0" fill="hold" nodeType="withEffect">
                                  <p:stCondLst>
                                    <p:cond delay="0"/>
                                  </p:stCondLst>
                                  <p:childTnLst>
                                    <p:set>
                                      <p:cBhvr>
                                        <p:cTn id="320" dur="1" fill="hold">
                                          <p:stCondLst>
                                            <p:cond delay="0"/>
                                          </p:stCondLst>
                                        </p:cTn>
                                        <p:tgtEl>
                                          <p:spTgt spid="221"/>
                                        </p:tgtEl>
                                        <p:attrNameLst>
                                          <p:attrName>style.visibility</p:attrName>
                                        </p:attrNameLst>
                                      </p:cBhvr>
                                      <p:to>
                                        <p:strVal val="visible"/>
                                      </p:to>
                                    </p:set>
                                    <p:animEffect transition="in" filter="fade">
                                      <p:cBhvr>
                                        <p:cTn id="321" dur="1000"/>
                                        <p:tgtEl>
                                          <p:spTgt spid="221"/>
                                        </p:tgtEl>
                                      </p:cBhvr>
                                    </p:animEffect>
                                    <p:anim calcmode="lin" valueType="num">
                                      <p:cBhvr>
                                        <p:cTn id="322" dur="1000" fill="hold"/>
                                        <p:tgtEl>
                                          <p:spTgt spid="221"/>
                                        </p:tgtEl>
                                        <p:attrNameLst>
                                          <p:attrName>ppt_x</p:attrName>
                                        </p:attrNameLst>
                                      </p:cBhvr>
                                      <p:tavLst>
                                        <p:tav tm="0">
                                          <p:val>
                                            <p:strVal val="#ppt_x"/>
                                          </p:val>
                                        </p:tav>
                                        <p:tav tm="100000">
                                          <p:val>
                                            <p:strVal val="#ppt_x"/>
                                          </p:val>
                                        </p:tav>
                                      </p:tavLst>
                                    </p:anim>
                                    <p:anim calcmode="lin" valueType="num">
                                      <p:cBhvr>
                                        <p:cTn id="323" dur="1000" fill="hold"/>
                                        <p:tgtEl>
                                          <p:spTgt spid="221"/>
                                        </p:tgtEl>
                                        <p:attrNameLst>
                                          <p:attrName>ppt_y</p:attrName>
                                        </p:attrNameLst>
                                      </p:cBhvr>
                                      <p:tavLst>
                                        <p:tav tm="0">
                                          <p:val>
                                            <p:strVal val="#ppt_y+.1"/>
                                          </p:val>
                                        </p:tav>
                                        <p:tav tm="100000">
                                          <p:val>
                                            <p:strVal val="#ppt_y"/>
                                          </p:val>
                                        </p:tav>
                                      </p:tavLst>
                                    </p:anim>
                                  </p:childTnLst>
                                </p:cTn>
                              </p:par>
                              <p:par>
                                <p:cTn id="324" presetID="42" presetClass="entr" presetSubtype="0" fill="hold" nodeType="withEffect">
                                  <p:stCondLst>
                                    <p:cond delay="0"/>
                                  </p:stCondLst>
                                  <p:childTnLst>
                                    <p:set>
                                      <p:cBhvr>
                                        <p:cTn id="325" dur="1" fill="hold">
                                          <p:stCondLst>
                                            <p:cond delay="0"/>
                                          </p:stCondLst>
                                        </p:cTn>
                                        <p:tgtEl>
                                          <p:spTgt spid="246"/>
                                        </p:tgtEl>
                                        <p:attrNameLst>
                                          <p:attrName>style.visibility</p:attrName>
                                        </p:attrNameLst>
                                      </p:cBhvr>
                                      <p:to>
                                        <p:strVal val="visible"/>
                                      </p:to>
                                    </p:set>
                                    <p:animEffect transition="in" filter="fade">
                                      <p:cBhvr>
                                        <p:cTn id="326" dur="1000"/>
                                        <p:tgtEl>
                                          <p:spTgt spid="246"/>
                                        </p:tgtEl>
                                      </p:cBhvr>
                                    </p:animEffect>
                                    <p:anim calcmode="lin" valueType="num">
                                      <p:cBhvr>
                                        <p:cTn id="327" dur="1000" fill="hold"/>
                                        <p:tgtEl>
                                          <p:spTgt spid="246"/>
                                        </p:tgtEl>
                                        <p:attrNameLst>
                                          <p:attrName>ppt_x</p:attrName>
                                        </p:attrNameLst>
                                      </p:cBhvr>
                                      <p:tavLst>
                                        <p:tav tm="0">
                                          <p:val>
                                            <p:strVal val="#ppt_x"/>
                                          </p:val>
                                        </p:tav>
                                        <p:tav tm="100000">
                                          <p:val>
                                            <p:strVal val="#ppt_x"/>
                                          </p:val>
                                        </p:tav>
                                      </p:tavLst>
                                    </p:anim>
                                    <p:anim calcmode="lin" valueType="num">
                                      <p:cBhvr>
                                        <p:cTn id="328" dur="1000" fill="hold"/>
                                        <p:tgtEl>
                                          <p:spTgt spid="246"/>
                                        </p:tgtEl>
                                        <p:attrNameLst>
                                          <p:attrName>ppt_y</p:attrName>
                                        </p:attrNameLst>
                                      </p:cBhvr>
                                      <p:tavLst>
                                        <p:tav tm="0">
                                          <p:val>
                                            <p:strVal val="#ppt_y+.1"/>
                                          </p:val>
                                        </p:tav>
                                        <p:tav tm="100000">
                                          <p:val>
                                            <p:strVal val="#ppt_y"/>
                                          </p:val>
                                        </p:tav>
                                      </p:tavLst>
                                    </p:anim>
                                  </p:childTnLst>
                                </p:cTn>
                              </p:par>
                              <p:par>
                                <p:cTn id="329" presetID="42" presetClass="entr" presetSubtype="0" fill="hold" nodeType="withEffect">
                                  <p:stCondLst>
                                    <p:cond delay="0"/>
                                  </p:stCondLst>
                                  <p:childTnLst>
                                    <p:set>
                                      <p:cBhvr>
                                        <p:cTn id="330" dur="1" fill="hold">
                                          <p:stCondLst>
                                            <p:cond delay="0"/>
                                          </p:stCondLst>
                                        </p:cTn>
                                        <p:tgtEl>
                                          <p:spTgt spid="247"/>
                                        </p:tgtEl>
                                        <p:attrNameLst>
                                          <p:attrName>style.visibility</p:attrName>
                                        </p:attrNameLst>
                                      </p:cBhvr>
                                      <p:to>
                                        <p:strVal val="visible"/>
                                      </p:to>
                                    </p:set>
                                    <p:animEffect transition="in" filter="fade">
                                      <p:cBhvr>
                                        <p:cTn id="331" dur="1000"/>
                                        <p:tgtEl>
                                          <p:spTgt spid="247"/>
                                        </p:tgtEl>
                                      </p:cBhvr>
                                    </p:animEffect>
                                    <p:anim calcmode="lin" valueType="num">
                                      <p:cBhvr>
                                        <p:cTn id="332" dur="1000" fill="hold"/>
                                        <p:tgtEl>
                                          <p:spTgt spid="247"/>
                                        </p:tgtEl>
                                        <p:attrNameLst>
                                          <p:attrName>ppt_x</p:attrName>
                                        </p:attrNameLst>
                                      </p:cBhvr>
                                      <p:tavLst>
                                        <p:tav tm="0">
                                          <p:val>
                                            <p:strVal val="#ppt_x"/>
                                          </p:val>
                                        </p:tav>
                                        <p:tav tm="100000">
                                          <p:val>
                                            <p:strVal val="#ppt_x"/>
                                          </p:val>
                                        </p:tav>
                                      </p:tavLst>
                                    </p:anim>
                                    <p:anim calcmode="lin" valueType="num">
                                      <p:cBhvr>
                                        <p:cTn id="333" dur="1000" fill="hold"/>
                                        <p:tgtEl>
                                          <p:spTgt spid="247"/>
                                        </p:tgtEl>
                                        <p:attrNameLst>
                                          <p:attrName>ppt_y</p:attrName>
                                        </p:attrNameLst>
                                      </p:cBhvr>
                                      <p:tavLst>
                                        <p:tav tm="0">
                                          <p:val>
                                            <p:strVal val="#ppt_y+.1"/>
                                          </p:val>
                                        </p:tav>
                                        <p:tav tm="100000">
                                          <p:val>
                                            <p:strVal val="#ppt_y"/>
                                          </p:val>
                                        </p:tav>
                                      </p:tavLst>
                                    </p:anim>
                                  </p:childTnLst>
                                </p:cTn>
                              </p:par>
                              <p:par>
                                <p:cTn id="334" presetID="42" presetClass="entr" presetSubtype="0" fill="hold" nodeType="withEffect">
                                  <p:stCondLst>
                                    <p:cond delay="0"/>
                                  </p:stCondLst>
                                  <p:childTnLst>
                                    <p:set>
                                      <p:cBhvr>
                                        <p:cTn id="335" dur="1" fill="hold">
                                          <p:stCondLst>
                                            <p:cond delay="0"/>
                                          </p:stCondLst>
                                        </p:cTn>
                                        <p:tgtEl>
                                          <p:spTgt spid="248"/>
                                        </p:tgtEl>
                                        <p:attrNameLst>
                                          <p:attrName>style.visibility</p:attrName>
                                        </p:attrNameLst>
                                      </p:cBhvr>
                                      <p:to>
                                        <p:strVal val="visible"/>
                                      </p:to>
                                    </p:set>
                                    <p:animEffect transition="in" filter="fade">
                                      <p:cBhvr>
                                        <p:cTn id="336" dur="1000"/>
                                        <p:tgtEl>
                                          <p:spTgt spid="248"/>
                                        </p:tgtEl>
                                      </p:cBhvr>
                                    </p:animEffect>
                                    <p:anim calcmode="lin" valueType="num">
                                      <p:cBhvr>
                                        <p:cTn id="337" dur="1000" fill="hold"/>
                                        <p:tgtEl>
                                          <p:spTgt spid="248"/>
                                        </p:tgtEl>
                                        <p:attrNameLst>
                                          <p:attrName>ppt_x</p:attrName>
                                        </p:attrNameLst>
                                      </p:cBhvr>
                                      <p:tavLst>
                                        <p:tav tm="0">
                                          <p:val>
                                            <p:strVal val="#ppt_x"/>
                                          </p:val>
                                        </p:tav>
                                        <p:tav tm="100000">
                                          <p:val>
                                            <p:strVal val="#ppt_x"/>
                                          </p:val>
                                        </p:tav>
                                      </p:tavLst>
                                    </p:anim>
                                    <p:anim calcmode="lin" valueType="num">
                                      <p:cBhvr>
                                        <p:cTn id="338" dur="1000" fill="hold"/>
                                        <p:tgtEl>
                                          <p:spTgt spid="248"/>
                                        </p:tgtEl>
                                        <p:attrNameLst>
                                          <p:attrName>ppt_y</p:attrName>
                                        </p:attrNameLst>
                                      </p:cBhvr>
                                      <p:tavLst>
                                        <p:tav tm="0">
                                          <p:val>
                                            <p:strVal val="#ppt_y+.1"/>
                                          </p:val>
                                        </p:tav>
                                        <p:tav tm="100000">
                                          <p:val>
                                            <p:strVal val="#ppt_y"/>
                                          </p:val>
                                        </p:tav>
                                      </p:tavLst>
                                    </p:anim>
                                  </p:childTnLst>
                                </p:cTn>
                              </p:par>
                              <p:par>
                                <p:cTn id="339" presetID="42" presetClass="entr" presetSubtype="0" fill="hold" nodeType="withEffect">
                                  <p:stCondLst>
                                    <p:cond delay="0"/>
                                  </p:stCondLst>
                                  <p:childTnLst>
                                    <p:set>
                                      <p:cBhvr>
                                        <p:cTn id="340" dur="1" fill="hold">
                                          <p:stCondLst>
                                            <p:cond delay="0"/>
                                          </p:stCondLst>
                                        </p:cTn>
                                        <p:tgtEl>
                                          <p:spTgt spid="254"/>
                                        </p:tgtEl>
                                        <p:attrNameLst>
                                          <p:attrName>style.visibility</p:attrName>
                                        </p:attrNameLst>
                                      </p:cBhvr>
                                      <p:to>
                                        <p:strVal val="visible"/>
                                      </p:to>
                                    </p:set>
                                    <p:animEffect transition="in" filter="fade">
                                      <p:cBhvr>
                                        <p:cTn id="341" dur="1000"/>
                                        <p:tgtEl>
                                          <p:spTgt spid="254"/>
                                        </p:tgtEl>
                                      </p:cBhvr>
                                    </p:animEffect>
                                    <p:anim calcmode="lin" valueType="num">
                                      <p:cBhvr>
                                        <p:cTn id="342" dur="1000" fill="hold"/>
                                        <p:tgtEl>
                                          <p:spTgt spid="254"/>
                                        </p:tgtEl>
                                        <p:attrNameLst>
                                          <p:attrName>ppt_x</p:attrName>
                                        </p:attrNameLst>
                                      </p:cBhvr>
                                      <p:tavLst>
                                        <p:tav tm="0">
                                          <p:val>
                                            <p:strVal val="#ppt_x"/>
                                          </p:val>
                                        </p:tav>
                                        <p:tav tm="100000">
                                          <p:val>
                                            <p:strVal val="#ppt_x"/>
                                          </p:val>
                                        </p:tav>
                                      </p:tavLst>
                                    </p:anim>
                                    <p:anim calcmode="lin" valueType="num">
                                      <p:cBhvr>
                                        <p:cTn id="343" dur="1000" fill="hold"/>
                                        <p:tgtEl>
                                          <p:spTgt spid="254"/>
                                        </p:tgtEl>
                                        <p:attrNameLst>
                                          <p:attrName>ppt_y</p:attrName>
                                        </p:attrNameLst>
                                      </p:cBhvr>
                                      <p:tavLst>
                                        <p:tav tm="0">
                                          <p:val>
                                            <p:strVal val="#ppt_y+.1"/>
                                          </p:val>
                                        </p:tav>
                                        <p:tav tm="100000">
                                          <p:val>
                                            <p:strVal val="#ppt_y"/>
                                          </p:val>
                                        </p:tav>
                                      </p:tavLst>
                                    </p:anim>
                                  </p:childTnLst>
                                </p:cTn>
                              </p:par>
                              <p:par>
                                <p:cTn id="344" presetID="42" presetClass="entr" presetSubtype="0" fill="hold" nodeType="withEffect">
                                  <p:stCondLst>
                                    <p:cond delay="0"/>
                                  </p:stCondLst>
                                  <p:childTnLst>
                                    <p:set>
                                      <p:cBhvr>
                                        <p:cTn id="345" dur="1" fill="hold">
                                          <p:stCondLst>
                                            <p:cond delay="0"/>
                                          </p:stCondLst>
                                        </p:cTn>
                                        <p:tgtEl>
                                          <p:spTgt spid="256"/>
                                        </p:tgtEl>
                                        <p:attrNameLst>
                                          <p:attrName>style.visibility</p:attrName>
                                        </p:attrNameLst>
                                      </p:cBhvr>
                                      <p:to>
                                        <p:strVal val="visible"/>
                                      </p:to>
                                    </p:set>
                                    <p:animEffect transition="in" filter="fade">
                                      <p:cBhvr>
                                        <p:cTn id="346" dur="1000"/>
                                        <p:tgtEl>
                                          <p:spTgt spid="256"/>
                                        </p:tgtEl>
                                      </p:cBhvr>
                                    </p:animEffect>
                                    <p:anim calcmode="lin" valueType="num">
                                      <p:cBhvr>
                                        <p:cTn id="347" dur="1000" fill="hold"/>
                                        <p:tgtEl>
                                          <p:spTgt spid="256"/>
                                        </p:tgtEl>
                                        <p:attrNameLst>
                                          <p:attrName>ppt_x</p:attrName>
                                        </p:attrNameLst>
                                      </p:cBhvr>
                                      <p:tavLst>
                                        <p:tav tm="0">
                                          <p:val>
                                            <p:strVal val="#ppt_x"/>
                                          </p:val>
                                        </p:tav>
                                        <p:tav tm="100000">
                                          <p:val>
                                            <p:strVal val="#ppt_x"/>
                                          </p:val>
                                        </p:tav>
                                      </p:tavLst>
                                    </p:anim>
                                    <p:anim calcmode="lin" valueType="num">
                                      <p:cBhvr>
                                        <p:cTn id="348" dur="1000" fill="hold"/>
                                        <p:tgtEl>
                                          <p:spTgt spid="256"/>
                                        </p:tgtEl>
                                        <p:attrNameLst>
                                          <p:attrName>ppt_y</p:attrName>
                                        </p:attrNameLst>
                                      </p:cBhvr>
                                      <p:tavLst>
                                        <p:tav tm="0">
                                          <p:val>
                                            <p:strVal val="#ppt_y+.1"/>
                                          </p:val>
                                        </p:tav>
                                        <p:tav tm="100000">
                                          <p:val>
                                            <p:strVal val="#ppt_y"/>
                                          </p:val>
                                        </p:tav>
                                      </p:tavLst>
                                    </p:anim>
                                  </p:childTnLst>
                                </p:cTn>
                              </p:par>
                              <p:par>
                                <p:cTn id="349" presetID="42" presetClass="entr" presetSubtype="0" fill="hold" nodeType="withEffect">
                                  <p:stCondLst>
                                    <p:cond delay="0"/>
                                  </p:stCondLst>
                                  <p:childTnLst>
                                    <p:set>
                                      <p:cBhvr>
                                        <p:cTn id="350" dur="1" fill="hold">
                                          <p:stCondLst>
                                            <p:cond delay="0"/>
                                          </p:stCondLst>
                                        </p:cTn>
                                        <p:tgtEl>
                                          <p:spTgt spid="305"/>
                                        </p:tgtEl>
                                        <p:attrNameLst>
                                          <p:attrName>style.visibility</p:attrName>
                                        </p:attrNameLst>
                                      </p:cBhvr>
                                      <p:to>
                                        <p:strVal val="visible"/>
                                      </p:to>
                                    </p:set>
                                    <p:animEffect transition="in" filter="fade">
                                      <p:cBhvr>
                                        <p:cTn id="351" dur="1000"/>
                                        <p:tgtEl>
                                          <p:spTgt spid="305"/>
                                        </p:tgtEl>
                                      </p:cBhvr>
                                    </p:animEffect>
                                    <p:anim calcmode="lin" valueType="num">
                                      <p:cBhvr>
                                        <p:cTn id="352" dur="1000" fill="hold"/>
                                        <p:tgtEl>
                                          <p:spTgt spid="305"/>
                                        </p:tgtEl>
                                        <p:attrNameLst>
                                          <p:attrName>ppt_x</p:attrName>
                                        </p:attrNameLst>
                                      </p:cBhvr>
                                      <p:tavLst>
                                        <p:tav tm="0">
                                          <p:val>
                                            <p:strVal val="#ppt_x"/>
                                          </p:val>
                                        </p:tav>
                                        <p:tav tm="100000">
                                          <p:val>
                                            <p:strVal val="#ppt_x"/>
                                          </p:val>
                                        </p:tav>
                                      </p:tavLst>
                                    </p:anim>
                                    <p:anim calcmode="lin" valueType="num">
                                      <p:cBhvr>
                                        <p:cTn id="353" dur="1000" fill="hold"/>
                                        <p:tgtEl>
                                          <p:spTgt spid="305"/>
                                        </p:tgtEl>
                                        <p:attrNameLst>
                                          <p:attrName>ppt_y</p:attrName>
                                        </p:attrNameLst>
                                      </p:cBhvr>
                                      <p:tavLst>
                                        <p:tav tm="0">
                                          <p:val>
                                            <p:strVal val="#ppt_y+.1"/>
                                          </p:val>
                                        </p:tav>
                                        <p:tav tm="100000">
                                          <p:val>
                                            <p:strVal val="#ppt_y"/>
                                          </p:val>
                                        </p:tav>
                                      </p:tavLst>
                                    </p:anim>
                                  </p:childTnLst>
                                </p:cTn>
                              </p:par>
                              <p:par>
                                <p:cTn id="354" presetID="42" presetClass="entr" presetSubtype="0" fill="hold" nodeType="withEffect">
                                  <p:stCondLst>
                                    <p:cond delay="0"/>
                                  </p:stCondLst>
                                  <p:childTnLst>
                                    <p:set>
                                      <p:cBhvr>
                                        <p:cTn id="355" dur="1" fill="hold">
                                          <p:stCondLst>
                                            <p:cond delay="0"/>
                                          </p:stCondLst>
                                        </p:cTn>
                                        <p:tgtEl>
                                          <p:spTgt spid="306"/>
                                        </p:tgtEl>
                                        <p:attrNameLst>
                                          <p:attrName>style.visibility</p:attrName>
                                        </p:attrNameLst>
                                      </p:cBhvr>
                                      <p:to>
                                        <p:strVal val="visible"/>
                                      </p:to>
                                    </p:set>
                                    <p:animEffect transition="in" filter="fade">
                                      <p:cBhvr>
                                        <p:cTn id="356" dur="1000"/>
                                        <p:tgtEl>
                                          <p:spTgt spid="306"/>
                                        </p:tgtEl>
                                      </p:cBhvr>
                                    </p:animEffect>
                                    <p:anim calcmode="lin" valueType="num">
                                      <p:cBhvr>
                                        <p:cTn id="357" dur="1000" fill="hold"/>
                                        <p:tgtEl>
                                          <p:spTgt spid="306"/>
                                        </p:tgtEl>
                                        <p:attrNameLst>
                                          <p:attrName>ppt_x</p:attrName>
                                        </p:attrNameLst>
                                      </p:cBhvr>
                                      <p:tavLst>
                                        <p:tav tm="0">
                                          <p:val>
                                            <p:strVal val="#ppt_x"/>
                                          </p:val>
                                        </p:tav>
                                        <p:tav tm="100000">
                                          <p:val>
                                            <p:strVal val="#ppt_x"/>
                                          </p:val>
                                        </p:tav>
                                      </p:tavLst>
                                    </p:anim>
                                    <p:anim calcmode="lin" valueType="num">
                                      <p:cBhvr>
                                        <p:cTn id="358" dur="1000" fill="hold"/>
                                        <p:tgtEl>
                                          <p:spTgt spid="306"/>
                                        </p:tgtEl>
                                        <p:attrNameLst>
                                          <p:attrName>ppt_y</p:attrName>
                                        </p:attrNameLst>
                                      </p:cBhvr>
                                      <p:tavLst>
                                        <p:tav tm="0">
                                          <p:val>
                                            <p:strVal val="#ppt_y+.1"/>
                                          </p:val>
                                        </p:tav>
                                        <p:tav tm="100000">
                                          <p:val>
                                            <p:strVal val="#ppt_y"/>
                                          </p:val>
                                        </p:tav>
                                      </p:tavLst>
                                    </p:anim>
                                  </p:childTnLst>
                                </p:cTn>
                              </p:par>
                              <p:par>
                                <p:cTn id="359" presetID="42" presetClass="entr" presetSubtype="0" fill="hold" nodeType="withEffect">
                                  <p:stCondLst>
                                    <p:cond delay="0"/>
                                  </p:stCondLst>
                                  <p:childTnLst>
                                    <p:set>
                                      <p:cBhvr>
                                        <p:cTn id="360" dur="1" fill="hold">
                                          <p:stCondLst>
                                            <p:cond delay="0"/>
                                          </p:stCondLst>
                                        </p:cTn>
                                        <p:tgtEl>
                                          <p:spTgt spid="307"/>
                                        </p:tgtEl>
                                        <p:attrNameLst>
                                          <p:attrName>style.visibility</p:attrName>
                                        </p:attrNameLst>
                                      </p:cBhvr>
                                      <p:to>
                                        <p:strVal val="visible"/>
                                      </p:to>
                                    </p:set>
                                    <p:animEffect transition="in" filter="fade">
                                      <p:cBhvr>
                                        <p:cTn id="361" dur="1000"/>
                                        <p:tgtEl>
                                          <p:spTgt spid="307"/>
                                        </p:tgtEl>
                                      </p:cBhvr>
                                    </p:animEffect>
                                    <p:anim calcmode="lin" valueType="num">
                                      <p:cBhvr>
                                        <p:cTn id="362" dur="1000" fill="hold"/>
                                        <p:tgtEl>
                                          <p:spTgt spid="307"/>
                                        </p:tgtEl>
                                        <p:attrNameLst>
                                          <p:attrName>ppt_x</p:attrName>
                                        </p:attrNameLst>
                                      </p:cBhvr>
                                      <p:tavLst>
                                        <p:tav tm="0">
                                          <p:val>
                                            <p:strVal val="#ppt_x"/>
                                          </p:val>
                                        </p:tav>
                                        <p:tav tm="100000">
                                          <p:val>
                                            <p:strVal val="#ppt_x"/>
                                          </p:val>
                                        </p:tav>
                                      </p:tavLst>
                                    </p:anim>
                                    <p:anim calcmode="lin" valueType="num">
                                      <p:cBhvr>
                                        <p:cTn id="363" dur="1000" fill="hold"/>
                                        <p:tgtEl>
                                          <p:spTgt spid="307"/>
                                        </p:tgtEl>
                                        <p:attrNameLst>
                                          <p:attrName>ppt_y</p:attrName>
                                        </p:attrNameLst>
                                      </p:cBhvr>
                                      <p:tavLst>
                                        <p:tav tm="0">
                                          <p:val>
                                            <p:strVal val="#ppt_y+.1"/>
                                          </p:val>
                                        </p:tav>
                                        <p:tav tm="100000">
                                          <p:val>
                                            <p:strVal val="#ppt_y"/>
                                          </p:val>
                                        </p:tav>
                                      </p:tavLst>
                                    </p:anim>
                                  </p:childTnLst>
                                </p:cTn>
                              </p:par>
                              <p:par>
                                <p:cTn id="364" presetID="42" presetClass="entr" presetSubtype="0" fill="hold" nodeType="withEffect">
                                  <p:stCondLst>
                                    <p:cond delay="0"/>
                                  </p:stCondLst>
                                  <p:childTnLst>
                                    <p:set>
                                      <p:cBhvr>
                                        <p:cTn id="365" dur="1" fill="hold">
                                          <p:stCondLst>
                                            <p:cond delay="0"/>
                                          </p:stCondLst>
                                        </p:cTn>
                                        <p:tgtEl>
                                          <p:spTgt spid="308"/>
                                        </p:tgtEl>
                                        <p:attrNameLst>
                                          <p:attrName>style.visibility</p:attrName>
                                        </p:attrNameLst>
                                      </p:cBhvr>
                                      <p:to>
                                        <p:strVal val="visible"/>
                                      </p:to>
                                    </p:set>
                                    <p:animEffect transition="in" filter="fade">
                                      <p:cBhvr>
                                        <p:cTn id="366" dur="1000"/>
                                        <p:tgtEl>
                                          <p:spTgt spid="308"/>
                                        </p:tgtEl>
                                      </p:cBhvr>
                                    </p:animEffect>
                                    <p:anim calcmode="lin" valueType="num">
                                      <p:cBhvr>
                                        <p:cTn id="367" dur="1000" fill="hold"/>
                                        <p:tgtEl>
                                          <p:spTgt spid="308"/>
                                        </p:tgtEl>
                                        <p:attrNameLst>
                                          <p:attrName>ppt_x</p:attrName>
                                        </p:attrNameLst>
                                      </p:cBhvr>
                                      <p:tavLst>
                                        <p:tav tm="0">
                                          <p:val>
                                            <p:strVal val="#ppt_x"/>
                                          </p:val>
                                        </p:tav>
                                        <p:tav tm="100000">
                                          <p:val>
                                            <p:strVal val="#ppt_x"/>
                                          </p:val>
                                        </p:tav>
                                      </p:tavLst>
                                    </p:anim>
                                    <p:anim calcmode="lin" valueType="num">
                                      <p:cBhvr>
                                        <p:cTn id="368" dur="1000" fill="hold"/>
                                        <p:tgtEl>
                                          <p:spTgt spid="308"/>
                                        </p:tgtEl>
                                        <p:attrNameLst>
                                          <p:attrName>ppt_y</p:attrName>
                                        </p:attrNameLst>
                                      </p:cBhvr>
                                      <p:tavLst>
                                        <p:tav tm="0">
                                          <p:val>
                                            <p:strVal val="#ppt_y+.1"/>
                                          </p:val>
                                        </p:tav>
                                        <p:tav tm="100000">
                                          <p:val>
                                            <p:strVal val="#ppt_y"/>
                                          </p:val>
                                        </p:tav>
                                      </p:tavLst>
                                    </p:anim>
                                  </p:childTnLst>
                                </p:cTn>
                              </p:par>
                            </p:childTnLst>
                          </p:cTn>
                        </p:par>
                      </p:childTnLst>
                    </p:cTn>
                  </p:par>
                  <p:par>
                    <p:cTn id="369" fill="hold">
                      <p:stCondLst>
                        <p:cond delay="indefinite"/>
                      </p:stCondLst>
                      <p:childTnLst>
                        <p:par>
                          <p:cTn id="370" fill="hold">
                            <p:stCondLst>
                              <p:cond delay="0"/>
                            </p:stCondLst>
                            <p:childTnLst>
                              <p:par>
                                <p:cTn id="371" presetID="42" presetClass="entr" presetSubtype="0" fill="hold" grpId="0" nodeType="clickEffect">
                                  <p:stCondLst>
                                    <p:cond delay="0"/>
                                  </p:stCondLst>
                                  <p:childTnLst>
                                    <p:set>
                                      <p:cBhvr>
                                        <p:cTn id="372" dur="1" fill="hold">
                                          <p:stCondLst>
                                            <p:cond delay="0"/>
                                          </p:stCondLst>
                                        </p:cTn>
                                        <p:tgtEl>
                                          <p:spTgt spid="239"/>
                                        </p:tgtEl>
                                        <p:attrNameLst>
                                          <p:attrName>style.visibility</p:attrName>
                                        </p:attrNameLst>
                                      </p:cBhvr>
                                      <p:to>
                                        <p:strVal val="visible"/>
                                      </p:to>
                                    </p:set>
                                    <p:animEffect transition="in" filter="fade">
                                      <p:cBhvr>
                                        <p:cTn id="373" dur="1000"/>
                                        <p:tgtEl>
                                          <p:spTgt spid="239"/>
                                        </p:tgtEl>
                                      </p:cBhvr>
                                    </p:animEffect>
                                    <p:anim calcmode="lin" valueType="num">
                                      <p:cBhvr>
                                        <p:cTn id="374" dur="1000" fill="hold"/>
                                        <p:tgtEl>
                                          <p:spTgt spid="239"/>
                                        </p:tgtEl>
                                        <p:attrNameLst>
                                          <p:attrName>ppt_x</p:attrName>
                                        </p:attrNameLst>
                                      </p:cBhvr>
                                      <p:tavLst>
                                        <p:tav tm="0">
                                          <p:val>
                                            <p:strVal val="#ppt_x"/>
                                          </p:val>
                                        </p:tav>
                                        <p:tav tm="100000">
                                          <p:val>
                                            <p:strVal val="#ppt_x"/>
                                          </p:val>
                                        </p:tav>
                                      </p:tavLst>
                                    </p:anim>
                                    <p:anim calcmode="lin" valueType="num">
                                      <p:cBhvr>
                                        <p:cTn id="375" dur="1000" fill="hold"/>
                                        <p:tgtEl>
                                          <p:spTgt spid="239"/>
                                        </p:tgtEl>
                                        <p:attrNameLst>
                                          <p:attrName>ppt_y</p:attrName>
                                        </p:attrNameLst>
                                      </p:cBhvr>
                                      <p:tavLst>
                                        <p:tav tm="0">
                                          <p:val>
                                            <p:strVal val="#ppt_y+.1"/>
                                          </p:val>
                                        </p:tav>
                                        <p:tav tm="100000">
                                          <p:val>
                                            <p:strVal val="#ppt_y"/>
                                          </p:val>
                                        </p:tav>
                                      </p:tavLst>
                                    </p:anim>
                                  </p:childTnLst>
                                </p:cTn>
                              </p:par>
                            </p:childTnLst>
                          </p:cTn>
                        </p:par>
                      </p:childTnLst>
                    </p:cTn>
                  </p:par>
                  <p:par>
                    <p:cTn id="376" fill="hold">
                      <p:stCondLst>
                        <p:cond delay="indefinite"/>
                      </p:stCondLst>
                      <p:childTnLst>
                        <p:par>
                          <p:cTn id="377" fill="hold">
                            <p:stCondLst>
                              <p:cond delay="0"/>
                            </p:stCondLst>
                            <p:childTnLst>
                              <p:par>
                                <p:cTn id="378" presetID="42" presetClass="entr" presetSubtype="0" fill="hold" nodeType="clickEffect">
                                  <p:stCondLst>
                                    <p:cond delay="0"/>
                                  </p:stCondLst>
                                  <p:childTnLst>
                                    <p:set>
                                      <p:cBhvr>
                                        <p:cTn id="379" dur="1" fill="hold">
                                          <p:stCondLst>
                                            <p:cond delay="0"/>
                                          </p:stCondLst>
                                        </p:cTn>
                                        <p:tgtEl>
                                          <p:spTgt spid="310"/>
                                        </p:tgtEl>
                                        <p:attrNameLst>
                                          <p:attrName>style.visibility</p:attrName>
                                        </p:attrNameLst>
                                      </p:cBhvr>
                                      <p:to>
                                        <p:strVal val="visible"/>
                                      </p:to>
                                    </p:set>
                                    <p:animEffect transition="in" filter="fade">
                                      <p:cBhvr>
                                        <p:cTn id="380" dur="1000"/>
                                        <p:tgtEl>
                                          <p:spTgt spid="310"/>
                                        </p:tgtEl>
                                      </p:cBhvr>
                                    </p:animEffect>
                                    <p:anim calcmode="lin" valueType="num">
                                      <p:cBhvr>
                                        <p:cTn id="381" dur="1000" fill="hold"/>
                                        <p:tgtEl>
                                          <p:spTgt spid="310"/>
                                        </p:tgtEl>
                                        <p:attrNameLst>
                                          <p:attrName>ppt_x</p:attrName>
                                        </p:attrNameLst>
                                      </p:cBhvr>
                                      <p:tavLst>
                                        <p:tav tm="0">
                                          <p:val>
                                            <p:strVal val="#ppt_x"/>
                                          </p:val>
                                        </p:tav>
                                        <p:tav tm="100000">
                                          <p:val>
                                            <p:strVal val="#ppt_x"/>
                                          </p:val>
                                        </p:tav>
                                      </p:tavLst>
                                    </p:anim>
                                    <p:anim calcmode="lin" valueType="num">
                                      <p:cBhvr>
                                        <p:cTn id="382" dur="1000" fill="hold"/>
                                        <p:tgtEl>
                                          <p:spTgt spid="310"/>
                                        </p:tgtEl>
                                        <p:attrNameLst>
                                          <p:attrName>ppt_y</p:attrName>
                                        </p:attrNameLst>
                                      </p:cBhvr>
                                      <p:tavLst>
                                        <p:tav tm="0">
                                          <p:val>
                                            <p:strVal val="#ppt_y+.1"/>
                                          </p:val>
                                        </p:tav>
                                        <p:tav tm="100000">
                                          <p:val>
                                            <p:strVal val="#ppt_y"/>
                                          </p:val>
                                        </p:tav>
                                      </p:tavLst>
                                    </p:anim>
                                  </p:childTnLst>
                                </p:cTn>
                              </p:par>
                            </p:childTnLst>
                          </p:cTn>
                        </p:par>
                      </p:childTnLst>
                    </p:cTn>
                  </p:par>
                  <p:par>
                    <p:cTn id="383" fill="hold">
                      <p:stCondLst>
                        <p:cond delay="indefinite"/>
                      </p:stCondLst>
                      <p:childTnLst>
                        <p:par>
                          <p:cTn id="384" fill="hold">
                            <p:stCondLst>
                              <p:cond delay="0"/>
                            </p:stCondLst>
                            <p:childTnLst>
                              <p:par>
                                <p:cTn id="385" presetID="42" presetClass="entr" presetSubtype="0" fill="hold" nodeType="clickEffect">
                                  <p:stCondLst>
                                    <p:cond delay="0"/>
                                  </p:stCondLst>
                                  <p:childTnLst>
                                    <p:set>
                                      <p:cBhvr>
                                        <p:cTn id="386" dur="1" fill="hold">
                                          <p:stCondLst>
                                            <p:cond delay="0"/>
                                          </p:stCondLst>
                                        </p:cTn>
                                        <p:tgtEl>
                                          <p:spTgt spid="314"/>
                                        </p:tgtEl>
                                        <p:attrNameLst>
                                          <p:attrName>style.visibility</p:attrName>
                                        </p:attrNameLst>
                                      </p:cBhvr>
                                      <p:to>
                                        <p:strVal val="visible"/>
                                      </p:to>
                                    </p:set>
                                    <p:animEffect transition="in" filter="fade">
                                      <p:cBhvr>
                                        <p:cTn id="387" dur="1000"/>
                                        <p:tgtEl>
                                          <p:spTgt spid="314"/>
                                        </p:tgtEl>
                                      </p:cBhvr>
                                    </p:animEffect>
                                    <p:anim calcmode="lin" valueType="num">
                                      <p:cBhvr>
                                        <p:cTn id="388" dur="1000" fill="hold"/>
                                        <p:tgtEl>
                                          <p:spTgt spid="314"/>
                                        </p:tgtEl>
                                        <p:attrNameLst>
                                          <p:attrName>ppt_x</p:attrName>
                                        </p:attrNameLst>
                                      </p:cBhvr>
                                      <p:tavLst>
                                        <p:tav tm="0">
                                          <p:val>
                                            <p:strVal val="#ppt_x"/>
                                          </p:val>
                                        </p:tav>
                                        <p:tav tm="100000">
                                          <p:val>
                                            <p:strVal val="#ppt_x"/>
                                          </p:val>
                                        </p:tav>
                                      </p:tavLst>
                                    </p:anim>
                                    <p:anim calcmode="lin" valueType="num">
                                      <p:cBhvr>
                                        <p:cTn id="389" dur="1000" fill="hold"/>
                                        <p:tgtEl>
                                          <p:spTgt spid="314"/>
                                        </p:tgtEl>
                                        <p:attrNameLst>
                                          <p:attrName>ppt_y</p:attrName>
                                        </p:attrNameLst>
                                      </p:cBhvr>
                                      <p:tavLst>
                                        <p:tav tm="0">
                                          <p:val>
                                            <p:strVal val="#ppt_y+.1"/>
                                          </p:val>
                                        </p:tav>
                                        <p:tav tm="100000">
                                          <p:val>
                                            <p:strVal val="#ppt_y"/>
                                          </p:val>
                                        </p:tav>
                                      </p:tavLst>
                                    </p:anim>
                                  </p:childTnLst>
                                </p:cTn>
                              </p:par>
                              <p:par>
                                <p:cTn id="390" presetID="42" presetClass="entr" presetSubtype="0" fill="hold" nodeType="withEffect">
                                  <p:stCondLst>
                                    <p:cond delay="0"/>
                                  </p:stCondLst>
                                  <p:childTnLst>
                                    <p:set>
                                      <p:cBhvr>
                                        <p:cTn id="391" dur="1" fill="hold">
                                          <p:stCondLst>
                                            <p:cond delay="0"/>
                                          </p:stCondLst>
                                        </p:cTn>
                                        <p:tgtEl>
                                          <p:spTgt spid="315"/>
                                        </p:tgtEl>
                                        <p:attrNameLst>
                                          <p:attrName>style.visibility</p:attrName>
                                        </p:attrNameLst>
                                      </p:cBhvr>
                                      <p:to>
                                        <p:strVal val="visible"/>
                                      </p:to>
                                    </p:set>
                                    <p:animEffect transition="in" filter="fade">
                                      <p:cBhvr>
                                        <p:cTn id="392" dur="1000"/>
                                        <p:tgtEl>
                                          <p:spTgt spid="315"/>
                                        </p:tgtEl>
                                      </p:cBhvr>
                                    </p:animEffect>
                                    <p:anim calcmode="lin" valueType="num">
                                      <p:cBhvr>
                                        <p:cTn id="393" dur="1000" fill="hold"/>
                                        <p:tgtEl>
                                          <p:spTgt spid="315"/>
                                        </p:tgtEl>
                                        <p:attrNameLst>
                                          <p:attrName>ppt_x</p:attrName>
                                        </p:attrNameLst>
                                      </p:cBhvr>
                                      <p:tavLst>
                                        <p:tav tm="0">
                                          <p:val>
                                            <p:strVal val="#ppt_x"/>
                                          </p:val>
                                        </p:tav>
                                        <p:tav tm="100000">
                                          <p:val>
                                            <p:strVal val="#ppt_x"/>
                                          </p:val>
                                        </p:tav>
                                      </p:tavLst>
                                    </p:anim>
                                    <p:anim calcmode="lin" valueType="num">
                                      <p:cBhvr>
                                        <p:cTn id="394" dur="1000" fill="hold"/>
                                        <p:tgtEl>
                                          <p:spTgt spid="315"/>
                                        </p:tgtEl>
                                        <p:attrNameLst>
                                          <p:attrName>ppt_y</p:attrName>
                                        </p:attrNameLst>
                                      </p:cBhvr>
                                      <p:tavLst>
                                        <p:tav tm="0">
                                          <p:val>
                                            <p:strVal val="#ppt_y+.1"/>
                                          </p:val>
                                        </p:tav>
                                        <p:tav tm="100000">
                                          <p:val>
                                            <p:strVal val="#ppt_y"/>
                                          </p:val>
                                        </p:tav>
                                      </p:tavLst>
                                    </p:anim>
                                  </p:childTnLst>
                                </p:cTn>
                              </p:par>
                            </p:childTnLst>
                          </p:cTn>
                        </p:par>
                      </p:childTnLst>
                    </p:cTn>
                  </p:par>
                  <p:par>
                    <p:cTn id="395" fill="hold">
                      <p:stCondLst>
                        <p:cond delay="indefinite"/>
                      </p:stCondLst>
                      <p:childTnLst>
                        <p:par>
                          <p:cTn id="396" fill="hold">
                            <p:stCondLst>
                              <p:cond delay="0"/>
                            </p:stCondLst>
                            <p:childTnLst>
                              <p:par>
                                <p:cTn id="397" presetID="2" presetClass="entr" presetSubtype="4" fill="hold" nodeType="clickEffect">
                                  <p:stCondLst>
                                    <p:cond delay="0"/>
                                  </p:stCondLst>
                                  <p:childTnLst>
                                    <p:set>
                                      <p:cBhvr>
                                        <p:cTn id="398" dur="1" fill="hold">
                                          <p:stCondLst>
                                            <p:cond delay="0"/>
                                          </p:stCondLst>
                                        </p:cTn>
                                        <p:tgtEl>
                                          <p:spTgt spid="316"/>
                                        </p:tgtEl>
                                        <p:attrNameLst>
                                          <p:attrName>style.visibility</p:attrName>
                                        </p:attrNameLst>
                                      </p:cBhvr>
                                      <p:to>
                                        <p:strVal val="visible"/>
                                      </p:to>
                                    </p:set>
                                    <p:anim calcmode="lin" valueType="num">
                                      <p:cBhvr additive="base">
                                        <p:cTn id="399" dur="500" fill="hold"/>
                                        <p:tgtEl>
                                          <p:spTgt spid="316"/>
                                        </p:tgtEl>
                                        <p:attrNameLst>
                                          <p:attrName>ppt_x</p:attrName>
                                        </p:attrNameLst>
                                      </p:cBhvr>
                                      <p:tavLst>
                                        <p:tav tm="0">
                                          <p:val>
                                            <p:strVal val="#ppt_x"/>
                                          </p:val>
                                        </p:tav>
                                        <p:tav tm="100000">
                                          <p:val>
                                            <p:strVal val="#ppt_x"/>
                                          </p:val>
                                        </p:tav>
                                      </p:tavLst>
                                    </p:anim>
                                    <p:anim calcmode="lin" valueType="num">
                                      <p:cBhvr additive="base">
                                        <p:cTn id="400" dur="500" fill="hold"/>
                                        <p:tgtEl>
                                          <p:spTgt spid="316"/>
                                        </p:tgtEl>
                                        <p:attrNameLst>
                                          <p:attrName>ppt_y</p:attrName>
                                        </p:attrNameLst>
                                      </p:cBhvr>
                                      <p:tavLst>
                                        <p:tav tm="0">
                                          <p:val>
                                            <p:strVal val="1+#ppt_h/2"/>
                                          </p:val>
                                        </p:tav>
                                        <p:tav tm="100000">
                                          <p:val>
                                            <p:strVal val="#ppt_y"/>
                                          </p:val>
                                        </p:tav>
                                      </p:tavLst>
                                    </p:anim>
                                  </p:childTnLst>
                                </p:cTn>
                              </p:par>
                              <p:par>
                                <p:cTn id="401" presetID="42" presetClass="entr" presetSubtype="0" fill="hold" grpId="0" nodeType="withEffect">
                                  <p:stCondLst>
                                    <p:cond delay="0"/>
                                  </p:stCondLst>
                                  <p:childTnLst>
                                    <p:set>
                                      <p:cBhvr>
                                        <p:cTn id="402" dur="1" fill="hold">
                                          <p:stCondLst>
                                            <p:cond delay="0"/>
                                          </p:stCondLst>
                                        </p:cTn>
                                        <p:tgtEl>
                                          <p:spTgt spid="319"/>
                                        </p:tgtEl>
                                        <p:attrNameLst>
                                          <p:attrName>style.visibility</p:attrName>
                                        </p:attrNameLst>
                                      </p:cBhvr>
                                      <p:to>
                                        <p:strVal val="visible"/>
                                      </p:to>
                                    </p:set>
                                    <p:animEffect transition="in" filter="fade">
                                      <p:cBhvr>
                                        <p:cTn id="403" dur="1000"/>
                                        <p:tgtEl>
                                          <p:spTgt spid="319"/>
                                        </p:tgtEl>
                                      </p:cBhvr>
                                    </p:animEffect>
                                    <p:anim calcmode="lin" valueType="num">
                                      <p:cBhvr>
                                        <p:cTn id="404" dur="1000" fill="hold"/>
                                        <p:tgtEl>
                                          <p:spTgt spid="319"/>
                                        </p:tgtEl>
                                        <p:attrNameLst>
                                          <p:attrName>ppt_x</p:attrName>
                                        </p:attrNameLst>
                                      </p:cBhvr>
                                      <p:tavLst>
                                        <p:tav tm="0">
                                          <p:val>
                                            <p:strVal val="#ppt_x"/>
                                          </p:val>
                                        </p:tav>
                                        <p:tav tm="100000">
                                          <p:val>
                                            <p:strVal val="#ppt_x"/>
                                          </p:val>
                                        </p:tav>
                                      </p:tavLst>
                                    </p:anim>
                                    <p:anim calcmode="lin" valueType="num">
                                      <p:cBhvr>
                                        <p:cTn id="405" dur="1000" fill="hold"/>
                                        <p:tgtEl>
                                          <p:spTgt spid="319"/>
                                        </p:tgtEl>
                                        <p:attrNameLst>
                                          <p:attrName>ppt_y</p:attrName>
                                        </p:attrNameLst>
                                      </p:cBhvr>
                                      <p:tavLst>
                                        <p:tav tm="0">
                                          <p:val>
                                            <p:strVal val="#ppt_y+.1"/>
                                          </p:val>
                                        </p:tav>
                                        <p:tav tm="100000">
                                          <p:val>
                                            <p:strVal val="#ppt_y"/>
                                          </p:val>
                                        </p:tav>
                                      </p:tavLst>
                                    </p:anim>
                                  </p:childTnLst>
                                </p:cTn>
                              </p:par>
                            </p:childTnLst>
                          </p:cTn>
                        </p:par>
                      </p:childTnLst>
                    </p:cTn>
                  </p:par>
                  <p:par>
                    <p:cTn id="406" fill="hold">
                      <p:stCondLst>
                        <p:cond delay="indefinite"/>
                      </p:stCondLst>
                      <p:childTnLst>
                        <p:par>
                          <p:cTn id="407" fill="hold">
                            <p:stCondLst>
                              <p:cond delay="0"/>
                            </p:stCondLst>
                            <p:childTnLst>
                              <p:par>
                                <p:cTn id="408" presetID="1" presetClass="entr" presetSubtype="0" fill="hold" grpId="0" nodeType="clickEffect">
                                  <p:stCondLst>
                                    <p:cond delay="0"/>
                                  </p:stCondLst>
                                  <p:childTnLst>
                                    <p:set>
                                      <p:cBhvr>
                                        <p:cTn id="409" dur="1" fill="hold">
                                          <p:stCondLst>
                                            <p:cond delay="0"/>
                                          </p:stCondLst>
                                        </p:cTn>
                                        <p:tgtEl>
                                          <p:spTgt spid="36"/>
                                        </p:tgtEl>
                                        <p:attrNameLst>
                                          <p:attrName>style.visibility</p:attrName>
                                        </p:attrNameLst>
                                      </p:cBhvr>
                                      <p:to>
                                        <p:strVal val="visible"/>
                                      </p:to>
                                    </p:set>
                                  </p:childTnLst>
                                </p:cTn>
                              </p:par>
                            </p:childTnLst>
                          </p:cTn>
                        </p:par>
                      </p:childTnLst>
                    </p:cTn>
                  </p:par>
                  <p:par>
                    <p:cTn id="410" fill="hold">
                      <p:stCondLst>
                        <p:cond delay="indefinite"/>
                      </p:stCondLst>
                      <p:childTnLst>
                        <p:par>
                          <p:cTn id="411" fill="hold">
                            <p:stCondLst>
                              <p:cond delay="0"/>
                            </p:stCondLst>
                            <p:childTnLst>
                              <p:par>
                                <p:cTn id="412" presetID="42" presetClass="entr" presetSubtype="0" fill="hold" nodeType="clickEffect">
                                  <p:stCondLst>
                                    <p:cond delay="0"/>
                                  </p:stCondLst>
                                  <p:childTnLst>
                                    <p:set>
                                      <p:cBhvr>
                                        <p:cTn id="413" dur="1" fill="hold">
                                          <p:stCondLst>
                                            <p:cond delay="0"/>
                                          </p:stCondLst>
                                        </p:cTn>
                                        <p:tgtEl>
                                          <p:spTgt spid="12"/>
                                        </p:tgtEl>
                                        <p:attrNameLst>
                                          <p:attrName>style.visibility</p:attrName>
                                        </p:attrNameLst>
                                      </p:cBhvr>
                                      <p:to>
                                        <p:strVal val="visible"/>
                                      </p:to>
                                    </p:set>
                                    <p:animEffect transition="in" filter="fade">
                                      <p:cBhvr>
                                        <p:cTn id="414" dur="1000"/>
                                        <p:tgtEl>
                                          <p:spTgt spid="12"/>
                                        </p:tgtEl>
                                      </p:cBhvr>
                                    </p:animEffect>
                                    <p:anim calcmode="lin" valueType="num">
                                      <p:cBhvr>
                                        <p:cTn id="415" dur="1000" fill="hold"/>
                                        <p:tgtEl>
                                          <p:spTgt spid="12"/>
                                        </p:tgtEl>
                                        <p:attrNameLst>
                                          <p:attrName>ppt_x</p:attrName>
                                        </p:attrNameLst>
                                      </p:cBhvr>
                                      <p:tavLst>
                                        <p:tav tm="0">
                                          <p:val>
                                            <p:strVal val="#ppt_x"/>
                                          </p:val>
                                        </p:tav>
                                        <p:tav tm="100000">
                                          <p:val>
                                            <p:strVal val="#ppt_x"/>
                                          </p:val>
                                        </p:tav>
                                      </p:tavLst>
                                    </p:anim>
                                    <p:anim calcmode="lin" valueType="num">
                                      <p:cBhvr>
                                        <p:cTn id="4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17" fill="hold">
                      <p:stCondLst>
                        <p:cond delay="indefinite"/>
                      </p:stCondLst>
                      <p:childTnLst>
                        <p:par>
                          <p:cTn id="418" fill="hold">
                            <p:stCondLst>
                              <p:cond delay="0"/>
                            </p:stCondLst>
                            <p:childTnLst>
                              <p:par>
                                <p:cTn id="419" presetID="42" presetClass="entr" presetSubtype="0" fill="hold" nodeType="clickEffect">
                                  <p:stCondLst>
                                    <p:cond delay="0"/>
                                  </p:stCondLst>
                                  <p:childTnLst>
                                    <p:set>
                                      <p:cBhvr>
                                        <p:cTn id="420" dur="1" fill="hold">
                                          <p:stCondLst>
                                            <p:cond delay="0"/>
                                          </p:stCondLst>
                                        </p:cTn>
                                        <p:tgtEl>
                                          <p:spTgt spid="320"/>
                                        </p:tgtEl>
                                        <p:attrNameLst>
                                          <p:attrName>style.visibility</p:attrName>
                                        </p:attrNameLst>
                                      </p:cBhvr>
                                      <p:to>
                                        <p:strVal val="visible"/>
                                      </p:to>
                                    </p:set>
                                    <p:animEffect transition="in" filter="fade">
                                      <p:cBhvr>
                                        <p:cTn id="421" dur="1000"/>
                                        <p:tgtEl>
                                          <p:spTgt spid="320"/>
                                        </p:tgtEl>
                                      </p:cBhvr>
                                    </p:animEffect>
                                    <p:anim calcmode="lin" valueType="num">
                                      <p:cBhvr>
                                        <p:cTn id="422" dur="1000" fill="hold"/>
                                        <p:tgtEl>
                                          <p:spTgt spid="320"/>
                                        </p:tgtEl>
                                        <p:attrNameLst>
                                          <p:attrName>ppt_x</p:attrName>
                                        </p:attrNameLst>
                                      </p:cBhvr>
                                      <p:tavLst>
                                        <p:tav tm="0">
                                          <p:val>
                                            <p:strVal val="#ppt_x"/>
                                          </p:val>
                                        </p:tav>
                                        <p:tav tm="100000">
                                          <p:val>
                                            <p:strVal val="#ppt_x"/>
                                          </p:val>
                                        </p:tav>
                                      </p:tavLst>
                                    </p:anim>
                                    <p:anim calcmode="lin" valueType="num">
                                      <p:cBhvr>
                                        <p:cTn id="423" dur="1000" fill="hold"/>
                                        <p:tgtEl>
                                          <p:spTgt spid="320"/>
                                        </p:tgtEl>
                                        <p:attrNameLst>
                                          <p:attrName>ppt_y</p:attrName>
                                        </p:attrNameLst>
                                      </p:cBhvr>
                                      <p:tavLst>
                                        <p:tav tm="0">
                                          <p:val>
                                            <p:strVal val="#ppt_y+.1"/>
                                          </p:val>
                                        </p:tav>
                                        <p:tav tm="100000">
                                          <p:val>
                                            <p:strVal val="#ppt_y"/>
                                          </p:val>
                                        </p:tav>
                                      </p:tavLst>
                                    </p:anim>
                                  </p:childTnLst>
                                </p:cTn>
                              </p:par>
                            </p:childTnLst>
                          </p:cTn>
                        </p:par>
                      </p:childTnLst>
                    </p:cTn>
                  </p:par>
                  <p:par>
                    <p:cTn id="424" fill="hold">
                      <p:stCondLst>
                        <p:cond delay="indefinite"/>
                      </p:stCondLst>
                      <p:childTnLst>
                        <p:par>
                          <p:cTn id="425" fill="hold">
                            <p:stCondLst>
                              <p:cond delay="0"/>
                            </p:stCondLst>
                            <p:childTnLst>
                              <p:par>
                                <p:cTn id="426" presetID="42" presetClass="entr" presetSubtype="0" fill="hold" grpId="0" nodeType="clickEffect">
                                  <p:stCondLst>
                                    <p:cond delay="0"/>
                                  </p:stCondLst>
                                  <p:childTnLst>
                                    <p:set>
                                      <p:cBhvr>
                                        <p:cTn id="427" dur="1" fill="hold">
                                          <p:stCondLst>
                                            <p:cond delay="0"/>
                                          </p:stCondLst>
                                        </p:cTn>
                                        <p:tgtEl>
                                          <p:spTgt spid="41"/>
                                        </p:tgtEl>
                                        <p:attrNameLst>
                                          <p:attrName>style.visibility</p:attrName>
                                        </p:attrNameLst>
                                      </p:cBhvr>
                                      <p:to>
                                        <p:strVal val="visible"/>
                                      </p:to>
                                    </p:set>
                                    <p:animEffect transition="in" filter="fade">
                                      <p:cBhvr>
                                        <p:cTn id="428" dur="1000"/>
                                        <p:tgtEl>
                                          <p:spTgt spid="41"/>
                                        </p:tgtEl>
                                      </p:cBhvr>
                                    </p:animEffect>
                                    <p:anim calcmode="lin" valueType="num">
                                      <p:cBhvr>
                                        <p:cTn id="429" dur="1000" fill="hold"/>
                                        <p:tgtEl>
                                          <p:spTgt spid="41"/>
                                        </p:tgtEl>
                                        <p:attrNameLst>
                                          <p:attrName>ppt_x</p:attrName>
                                        </p:attrNameLst>
                                      </p:cBhvr>
                                      <p:tavLst>
                                        <p:tav tm="0">
                                          <p:val>
                                            <p:strVal val="#ppt_x"/>
                                          </p:val>
                                        </p:tav>
                                        <p:tav tm="100000">
                                          <p:val>
                                            <p:strVal val="#ppt_x"/>
                                          </p:val>
                                        </p:tav>
                                      </p:tavLst>
                                    </p:anim>
                                    <p:anim calcmode="lin" valueType="num">
                                      <p:cBhvr>
                                        <p:cTn id="430"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431" fill="hold">
                      <p:stCondLst>
                        <p:cond delay="indefinite"/>
                      </p:stCondLst>
                      <p:childTnLst>
                        <p:par>
                          <p:cTn id="432" fill="hold">
                            <p:stCondLst>
                              <p:cond delay="0"/>
                            </p:stCondLst>
                            <p:childTnLst>
                              <p:par>
                                <p:cTn id="433" presetID="16" presetClass="entr" presetSubtype="21" fill="hold" grpId="0" nodeType="clickEffect">
                                  <p:stCondLst>
                                    <p:cond delay="0"/>
                                  </p:stCondLst>
                                  <p:childTnLst>
                                    <p:set>
                                      <p:cBhvr>
                                        <p:cTn id="434" dur="1" fill="hold">
                                          <p:stCondLst>
                                            <p:cond delay="0"/>
                                          </p:stCondLst>
                                        </p:cTn>
                                        <p:tgtEl>
                                          <p:spTgt spid="42"/>
                                        </p:tgtEl>
                                        <p:attrNameLst>
                                          <p:attrName>style.visibility</p:attrName>
                                        </p:attrNameLst>
                                      </p:cBhvr>
                                      <p:to>
                                        <p:strVal val="visible"/>
                                      </p:to>
                                    </p:set>
                                    <p:animEffect transition="in" filter="barn(inVertical)">
                                      <p:cBhvr>
                                        <p:cTn id="435" dur="500"/>
                                        <p:tgtEl>
                                          <p:spTgt spid="42"/>
                                        </p:tgtEl>
                                      </p:cBhvr>
                                    </p:animEffect>
                                  </p:childTnLst>
                                </p:cTn>
                              </p:par>
                            </p:childTnLst>
                          </p:cTn>
                        </p:par>
                      </p:childTnLst>
                    </p:cTn>
                  </p:par>
                  <p:par>
                    <p:cTn id="436" fill="hold">
                      <p:stCondLst>
                        <p:cond delay="indefinite"/>
                      </p:stCondLst>
                      <p:childTnLst>
                        <p:par>
                          <p:cTn id="437" fill="hold">
                            <p:stCondLst>
                              <p:cond delay="0"/>
                            </p:stCondLst>
                            <p:childTnLst>
                              <p:par>
                                <p:cTn id="438" presetID="42" presetClass="entr" presetSubtype="0" fill="hold" nodeType="clickEffect">
                                  <p:stCondLst>
                                    <p:cond delay="0"/>
                                  </p:stCondLst>
                                  <p:childTnLst>
                                    <p:set>
                                      <p:cBhvr>
                                        <p:cTn id="439" dur="1" fill="hold">
                                          <p:stCondLst>
                                            <p:cond delay="0"/>
                                          </p:stCondLst>
                                        </p:cTn>
                                        <p:tgtEl>
                                          <p:spTgt spid="44"/>
                                        </p:tgtEl>
                                        <p:attrNameLst>
                                          <p:attrName>style.visibility</p:attrName>
                                        </p:attrNameLst>
                                      </p:cBhvr>
                                      <p:to>
                                        <p:strVal val="visible"/>
                                      </p:to>
                                    </p:set>
                                    <p:animEffect transition="in" filter="fade">
                                      <p:cBhvr>
                                        <p:cTn id="440" dur="1000"/>
                                        <p:tgtEl>
                                          <p:spTgt spid="44"/>
                                        </p:tgtEl>
                                      </p:cBhvr>
                                    </p:animEffect>
                                    <p:anim calcmode="lin" valueType="num">
                                      <p:cBhvr>
                                        <p:cTn id="441" dur="1000" fill="hold"/>
                                        <p:tgtEl>
                                          <p:spTgt spid="44"/>
                                        </p:tgtEl>
                                        <p:attrNameLst>
                                          <p:attrName>ppt_x</p:attrName>
                                        </p:attrNameLst>
                                      </p:cBhvr>
                                      <p:tavLst>
                                        <p:tav tm="0">
                                          <p:val>
                                            <p:strVal val="#ppt_x"/>
                                          </p:val>
                                        </p:tav>
                                        <p:tav tm="100000">
                                          <p:val>
                                            <p:strVal val="#ppt_x"/>
                                          </p:val>
                                        </p:tav>
                                      </p:tavLst>
                                    </p:anim>
                                    <p:anim calcmode="lin" valueType="num">
                                      <p:cBhvr>
                                        <p:cTn id="442"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443" fill="hold">
                      <p:stCondLst>
                        <p:cond delay="indefinite"/>
                      </p:stCondLst>
                      <p:childTnLst>
                        <p:par>
                          <p:cTn id="444" fill="hold">
                            <p:stCondLst>
                              <p:cond delay="0"/>
                            </p:stCondLst>
                            <p:childTnLst>
                              <p:par>
                                <p:cTn id="445" presetID="42" presetClass="entr" presetSubtype="0" fill="hold" grpId="0" nodeType="clickEffect">
                                  <p:stCondLst>
                                    <p:cond delay="0"/>
                                  </p:stCondLst>
                                  <p:childTnLst>
                                    <p:set>
                                      <p:cBhvr>
                                        <p:cTn id="446" dur="1" fill="hold">
                                          <p:stCondLst>
                                            <p:cond delay="0"/>
                                          </p:stCondLst>
                                        </p:cTn>
                                        <p:tgtEl>
                                          <p:spTgt spid="344"/>
                                        </p:tgtEl>
                                        <p:attrNameLst>
                                          <p:attrName>style.visibility</p:attrName>
                                        </p:attrNameLst>
                                      </p:cBhvr>
                                      <p:to>
                                        <p:strVal val="visible"/>
                                      </p:to>
                                    </p:set>
                                    <p:animEffect transition="in" filter="fade">
                                      <p:cBhvr>
                                        <p:cTn id="447" dur="1000"/>
                                        <p:tgtEl>
                                          <p:spTgt spid="344"/>
                                        </p:tgtEl>
                                      </p:cBhvr>
                                    </p:animEffect>
                                    <p:anim calcmode="lin" valueType="num">
                                      <p:cBhvr>
                                        <p:cTn id="448" dur="1000" fill="hold"/>
                                        <p:tgtEl>
                                          <p:spTgt spid="344"/>
                                        </p:tgtEl>
                                        <p:attrNameLst>
                                          <p:attrName>ppt_x</p:attrName>
                                        </p:attrNameLst>
                                      </p:cBhvr>
                                      <p:tavLst>
                                        <p:tav tm="0">
                                          <p:val>
                                            <p:strVal val="#ppt_x"/>
                                          </p:val>
                                        </p:tav>
                                        <p:tav tm="100000">
                                          <p:val>
                                            <p:strVal val="#ppt_x"/>
                                          </p:val>
                                        </p:tav>
                                      </p:tavLst>
                                    </p:anim>
                                    <p:anim calcmode="lin" valueType="num">
                                      <p:cBhvr>
                                        <p:cTn id="449" dur="1000" fill="hold"/>
                                        <p:tgtEl>
                                          <p:spTgt spid="344"/>
                                        </p:tgtEl>
                                        <p:attrNameLst>
                                          <p:attrName>ppt_y</p:attrName>
                                        </p:attrNameLst>
                                      </p:cBhvr>
                                      <p:tavLst>
                                        <p:tav tm="0">
                                          <p:val>
                                            <p:strVal val="#ppt_y+.1"/>
                                          </p:val>
                                        </p:tav>
                                        <p:tav tm="100000">
                                          <p:val>
                                            <p:strVal val="#ppt_y"/>
                                          </p:val>
                                        </p:tav>
                                      </p:tavLst>
                                    </p:anim>
                                  </p:childTnLst>
                                </p:cTn>
                              </p:par>
                            </p:childTnLst>
                          </p:cTn>
                        </p:par>
                      </p:childTnLst>
                    </p:cTn>
                  </p:par>
                  <p:par>
                    <p:cTn id="450" fill="hold">
                      <p:stCondLst>
                        <p:cond delay="indefinite"/>
                      </p:stCondLst>
                      <p:childTnLst>
                        <p:par>
                          <p:cTn id="451" fill="hold">
                            <p:stCondLst>
                              <p:cond delay="0"/>
                            </p:stCondLst>
                            <p:childTnLst>
                              <p:par>
                                <p:cTn id="452" presetID="42" presetClass="entr" presetSubtype="0" fill="hold" grpId="0" nodeType="clickEffect">
                                  <p:stCondLst>
                                    <p:cond delay="0"/>
                                  </p:stCondLst>
                                  <p:childTnLst>
                                    <p:set>
                                      <p:cBhvr>
                                        <p:cTn id="453" dur="1" fill="hold">
                                          <p:stCondLst>
                                            <p:cond delay="0"/>
                                          </p:stCondLst>
                                        </p:cTn>
                                        <p:tgtEl>
                                          <p:spTgt spid="341"/>
                                        </p:tgtEl>
                                        <p:attrNameLst>
                                          <p:attrName>style.visibility</p:attrName>
                                        </p:attrNameLst>
                                      </p:cBhvr>
                                      <p:to>
                                        <p:strVal val="visible"/>
                                      </p:to>
                                    </p:set>
                                    <p:animEffect transition="in" filter="fade">
                                      <p:cBhvr>
                                        <p:cTn id="454" dur="1000"/>
                                        <p:tgtEl>
                                          <p:spTgt spid="341"/>
                                        </p:tgtEl>
                                      </p:cBhvr>
                                    </p:animEffect>
                                    <p:anim calcmode="lin" valueType="num">
                                      <p:cBhvr>
                                        <p:cTn id="455" dur="1000" fill="hold"/>
                                        <p:tgtEl>
                                          <p:spTgt spid="341"/>
                                        </p:tgtEl>
                                        <p:attrNameLst>
                                          <p:attrName>ppt_x</p:attrName>
                                        </p:attrNameLst>
                                      </p:cBhvr>
                                      <p:tavLst>
                                        <p:tav tm="0">
                                          <p:val>
                                            <p:strVal val="#ppt_x"/>
                                          </p:val>
                                        </p:tav>
                                        <p:tav tm="100000">
                                          <p:val>
                                            <p:strVal val="#ppt_x"/>
                                          </p:val>
                                        </p:tav>
                                      </p:tavLst>
                                    </p:anim>
                                    <p:anim calcmode="lin" valueType="num">
                                      <p:cBhvr>
                                        <p:cTn id="456" dur="1000" fill="hold"/>
                                        <p:tgtEl>
                                          <p:spTgt spid="3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animBg="1"/>
      <p:bldP spid="210" grpId="0" animBg="1"/>
      <p:bldP spid="211" grpId="0"/>
      <p:bldP spid="212" grpId="0"/>
      <p:bldP spid="213" grpId="0"/>
      <p:bldP spid="214" grpId="0"/>
      <p:bldP spid="215" grpId="0" animBg="1"/>
      <p:bldP spid="216" grpId="0" animBg="1"/>
      <p:bldP spid="217" grpId="0" animBg="1"/>
      <p:bldP spid="218" grpId="0" animBg="1"/>
      <p:bldP spid="219" grpId="0" animBg="1"/>
      <p:bldP spid="2" grpId="0"/>
      <p:bldP spid="239" grpId="0"/>
      <p:bldP spid="36" grpId="0" animBg="1"/>
      <p:bldP spid="319" grpId="0"/>
      <p:bldP spid="41" grpId="0" animBg="1"/>
      <p:bldP spid="42" grpId="0" animBg="1"/>
      <p:bldP spid="341" grpId="0"/>
      <p:bldP spid="34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6735"/>
            <a:ext cx="9144000" cy="464790"/>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7" name="Rectangle 6"/>
          <p:cNvSpPr/>
          <p:nvPr/>
        </p:nvSpPr>
        <p:spPr>
          <a:xfrm>
            <a:off x="4143198" y="509452"/>
            <a:ext cx="4826962" cy="461665"/>
          </a:xfrm>
          <a:prstGeom prst="rect">
            <a:avLst/>
          </a:prstGeom>
        </p:spPr>
        <p:txBody>
          <a:bodyPr wrap="none">
            <a:spAutoFit/>
          </a:bodyPr>
          <a:lstStyle/>
          <a:p>
            <a:pPr defTabSz="457200"/>
            <a:r>
              <a:rPr lang="en-US" sz="2400" b="1" dirty="0">
                <a:solidFill>
                  <a:srgbClr val="931909"/>
                </a:solidFill>
                <a:latin typeface="Segoe UI Black"/>
              </a:rPr>
              <a:t>Shear and moment diagrams…</a:t>
            </a:r>
          </a:p>
        </p:txBody>
      </p:sp>
      <p:sp>
        <p:nvSpPr>
          <p:cNvPr id="15" name="Rectangle 14"/>
          <p:cNvSpPr/>
          <p:nvPr/>
        </p:nvSpPr>
        <p:spPr>
          <a:xfrm>
            <a:off x="1654629" y="999810"/>
            <a:ext cx="8692378" cy="400110"/>
          </a:xfrm>
          <a:prstGeom prst="rect">
            <a:avLst/>
          </a:prstGeom>
          <a:solidFill>
            <a:schemeClr val="accent1">
              <a:lumMod val="75000"/>
            </a:schemeClr>
          </a:solidFill>
        </p:spPr>
        <p:txBody>
          <a:bodyPr wrap="square">
            <a:spAutoFit/>
          </a:bodyPr>
          <a:lstStyle/>
          <a:p>
            <a:pPr defTabSz="457200">
              <a:buClr>
                <a:srgbClr val="00B050"/>
              </a:buClr>
              <a:buSzPct val="115000"/>
            </a:pPr>
            <a:r>
              <a:rPr lang="en-US" sz="2000" b="1" dirty="0">
                <a:solidFill>
                  <a:srgbClr val="FFFFFF"/>
                </a:solidFill>
                <a:latin typeface="Segoe UI Black"/>
              </a:rPr>
              <a:t>Example 2: Solution …</a:t>
            </a: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20</a:t>
            </a:fld>
            <a:endParaRPr lang="en-US" sz="2000" dirty="0">
              <a:solidFill>
                <a:srgbClr val="931909">
                  <a:lumMod val="50000"/>
                </a:srgbClr>
              </a:solidFill>
              <a:latin typeface="Segoe UI Black"/>
            </a:endParaRPr>
          </a:p>
        </p:txBody>
      </p:sp>
      <p:sp>
        <p:nvSpPr>
          <p:cNvPr id="11" name="Rectangle 10"/>
          <p:cNvSpPr/>
          <p:nvPr/>
        </p:nvSpPr>
        <p:spPr>
          <a:xfrm>
            <a:off x="1654630" y="1397836"/>
            <a:ext cx="8535699" cy="369332"/>
          </a:xfrm>
          <a:prstGeom prst="rect">
            <a:avLst/>
          </a:prstGeom>
        </p:spPr>
        <p:txBody>
          <a:bodyPr wrap="square">
            <a:spAutoFit/>
          </a:bodyPr>
          <a:lstStyle/>
          <a:p>
            <a:pPr defTabSz="457200"/>
            <a:r>
              <a:rPr lang="en-US" dirty="0">
                <a:solidFill>
                  <a:srgbClr val="931909"/>
                </a:solidFill>
                <a:latin typeface="Segoe UI Black"/>
              </a:rPr>
              <a:t>iv) Determine the minimum and maximum moment</a:t>
            </a:r>
          </a:p>
        </p:txBody>
      </p:sp>
      <p:sp>
        <p:nvSpPr>
          <p:cNvPr id="13" name="Rectangle 12"/>
          <p:cNvSpPr/>
          <p:nvPr/>
        </p:nvSpPr>
        <p:spPr>
          <a:xfrm>
            <a:off x="1654629" y="1797947"/>
            <a:ext cx="8692378" cy="4962897"/>
          </a:xfrm>
          <a:prstGeom prst="rect">
            <a:avLst/>
          </a:prstGeom>
        </p:spPr>
        <p:txBody>
          <a:bodyPr wrap="square">
            <a:spAutoFit/>
          </a:bodyPr>
          <a:lstStyle/>
          <a:p>
            <a:pPr defTabSz="457200"/>
            <a:r>
              <a:rPr lang="en-US" dirty="0">
                <a:solidFill>
                  <a:srgbClr val="931909"/>
                </a:solidFill>
                <a:latin typeface="Segoe UI Black"/>
              </a:rPr>
              <a:t>The location of minimum and maximum moment corresponds to the location where shear force is zero. Thus, look at the shear force diagram and identify the segment. After this use the segment`s equation of shear to be equal to zero.</a:t>
            </a:r>
          </a:p>
          <a:p>
            <a:pPr defTabSz="457200"/>
            <a:r>
              <a:rPr lang="en-US" dirty="0" err="1">
                <a:solidFill>
                  <a:srgbClr val="931909"/>
                </a:solidFill>
                <a:latin typeface="Segoe UI Black"/>
              </a:rPr>
              <a:t>i.e</a:t>
            </a:r>
            <a:r>
              <a:rPr lang="en-US" dirty="0">
                <a:solidFill>
                  <a:srgbClr val="931909"/>
                </a:solidFill>
                <a:latin typeface="Segoe UI Black"/>
              </a:rPr>
              <a:t> in this case segment two(2≤x≤4) with equations</a:t>
            </a:r>
          </a:p>
          <a:p>
            <a:pPr marL="285750" indent="-285750" defTabSz="457200">
              <a:buFont typeface="Wingdings" panose="05000000000000000000" pitchFamily="2" charset="2"/>
              <a:buChar char="ü"/>
            </a:pPr>
            <a:r>
              <a:rPr lang="en-US" dirty="0">
                <a:solidFill>
                  <a:srgbClr val="931909"/>
                </a:solidFill>
                <a:latin typeface="Segoe UI Black"/>
              </a:rPr>
              <a:t> V=1.33-(x-2) </a:t>
            </a:r>
          </a:p>
          <a:p>
            <a:pPr marL="285750" indent="-285750" defTabSz="457200">
              <a:buFont typeface="Wingdings" panose="05000000000000000000" pitchFamily="2" charset="2"/>
              <a:buChar char="ü"/>
            </a:pPr>
            <a:r>
              <a:rPr lang="en-US" dirty="0">
                <a:solidFill>
                  <a:srgbClr val="931909"/>
                </a:solidFill>
                <a:latin typeface="Segoe UI Black"/>
              </a:rPr>
              <a:t>M=2.33x-(x-1.33)-(x-2)*(x-2)/2</a:t>
            </a:r>
          </a:p>
          <a:p>
            <a:pPr defTabSz="457200"/>
            <a:endParaRPr lang="en-US" sz="1050" dirty="0">
              <a:solidFill>
                <a:srgbClr val="931909"/>
              </a:solidFill>
              <a:latin typeface="Segoe UI Black"/>
            </a:endParaRPr>
          </a:p>
          <a:p>
            <a:pPr defTabSz="457200"/>
            <a:r>
              <a:rPr lang="en-US" dirty="0">
                <a:solidFill>
                  <a:srgbClr val="931909"/>
                </a:solidFill>
                <a:latin typeface="Segoe UI Black"/>
              </a:rPr>
              <a:t>@ M </a:t>
            </a:r>
            <a:r>
              <a:rPr lang="en-US" baseline="-25000" dirty="0">
                <a:solidFill>
                  <a:srgbClr val="931909"/>
                </a:solidFill>
                <a:latin typeface="Segoe UI Black"/>
              </a:rPr>
              <a:t>max, </a:t>
            </a:r>
            <a:r>
              <a:rPr lang="en-US" dirty="0">
                <a:solidFill>
                  <a:srgbClr val="931909"/>
                </a:solidFill>
                <a:latin typeface="Segoe UI Black"/>
              </a:rPr>
              <a:t>, V=0 hence 1.33-(x-2)=0 , x=3.33m from left is the location</a:t>
            </a:r>
          </a:p>
          <a:p>
            <a:pPr defTabSz="457200"/>
            <a:r>
              <a:rPr lang="en-US" dirty="0">
                <a:solidFill>
                  <a:srgbClr val="931909"/>
                </a:solidFill>
                <a:latin typeface="Segoe UI Black"/>
              </a:rPr>
              <a:t>Where shear force is zero and corresponding maximum moment in this </a:t>
            </a:r>
            <a:r>
              <a:rPr lang="en-US" dirty="0" err="1">
                <a:solidFill>
                  <a:srgbClr val="931909"/>
                </a:solidFill>
                <a:latin typeface="Segoe UI Black"/>
              </a:rPr>
              <a:t>segement</a:t>
            </a:r>
            <a:r>
              <a:rPr lang="en-US" dirty="0">
                <a:solidFill>
                  <a:srgbClr val="931909"/>
                </a:solidFill>
                <a:latin typeface="Segoe UI Black"/>
              </a:rPr>
              <a:t>. </a:t>
            </a:r>
            <a:endParaRPr lang="en-US" baseline="-25000" dirty="0">
              <a:solidFill>
                <a:srgbClr val="931909"/>
              </a:solidFill>
              <a:latin typeface="Segoe UI Black"/>
            </a:endParaRPr>
          </a:p>
          <a:p>
            <a:pPr defTabSz="457200"/>
            <a:r>
              <a:rPr lang="en-US" dirty="0">
                <a:solidFill>
                  <a:srgbClr val="931909"/>
                </a:solidFill>
                <a:latin typeface="Segoe UI Black"/>
              </a:rPr>
              <a:t>Substituting x=3.33m in the moment equation gives the maximum moment as  </a:t>
            </a:r>
            <a:r>
              <a:rPr lang="en-US" dirty="0" err="1">
                <a:solidFill>
                  <a:srgbClr val="931909"/>
                </a:solidFill>
                <a:latin typeface="Segoe UI Black"/>
              </a:rPr>
              <a:t>M</a:t>
            </a:r>
            <a:r>
              <a:rPr lang="en-US" baseline="-25000" dirty="0" err="1">
                <a:solidFill>
                  <a:srgbClr val="931909"/>
                </a:solidFill>
                <a:latin typeface="Segoe UI Black"/>
              </a:rPr>
              <a:t>max</a:t>
            </a:r>
            <a:r>
              <a:rPr lang="en-US" dirty="0">
                <a:solidFill>
                  <a:srgbClr val="931909"/>
                </a:solidFill>
                <a:latin typeface="Segoe UI Black"/>
              </a:rPr>
              <a:t>=2.33*3.33-(3.33-1.33)-(3.33-2)*(3.33-2)/2</a:t>
            </a:r>
          </a:p>
          <a:p>
            <a:pPr defTabSz="457200"/>
            <a:r>
              <a:rPr lang="en-US" dirty="0">
                <a:solidFill>
                  <a:srgbClr val="931909"/>
                </a:solidFill>
                <a:latin typeface="Segoe UI Black"/>
              </a:rPr>
              <a:t>                              =7.76-2-0.88;  </a:t>
            </a:r>
            <a:r>
              <a:rPr lang="en-US" dirty="0" err="1">
                <a:solidFill>
                  <a:srgbClr val="931909"/>
                </a:solidFill>
                <a:latin typeface="Segoe UI Black"/>
              </a:rPr>
              <a:t>M</a:t>
            </a:r>
            <a:r>
              <a:rPr lang="en-US" baseline="-25000" dirty="0" err="1">
                <a:solidFill>
                  <a:srgbClr val="931909"/>
                </a:solidFill>
                <a:latin typeface="Segoe UI Black"/>
              </a:rPr>
              <a:t>max</a:t>
            </a:r>
            <a:r>
              <a:rPr lang="en-US" dirty="0">
                <a:solidFill>
                  <a:srgbClr val="931909"/>
                </a:solidFill>
                <a:latin typeface="Segoe UI Black"/>
              </a:rPr>
              <a:t>=4.88kNm in segment two. But look at the BMD, due to presence of CW concentrated moment at X=3, The BMD rises by that amount resulting in the maximum moment through out the beam. Thus </a:t>
            </a:r>
            <a:r>
              <a:rPr lang="en-US" dirty="0" err="1">
                <a:solidFill>
                  <a:srgbClr val="931909"/>
                </a:solidFill>
                <a:latin typeface="Segoe UI Black"/>
              </a:rPr>
              <a:t>M</a:t>
            </a:r>
            <a:r>
              <a:rPr lang="en-US" baseline="-25000" dirty="0" err="1">
                <a:solidFill>
                  <a:srgbClr val="931909"/>
                </a:solidFill>
                <a:latin typeface="Segoe UI Black"/>
              </a:rPr>
              <a:t>max</a:t>
            </a:r>
            <a:r>
              <a:rPr lang="en-US" dirty="0">
                <a:solidFill>
                  <a:srgbClr val="931909"/>
                </a:solidFill>
                <a:latin typeface="Segoe UI Black"/>
              </a:rPr>
              <a:t>=5.98 </a:t>
            </a:r>
            <a:r>
              <a:rPr lang="en-US" dirty="0" err="1">
                <a:solidFill>
                  <a:srgbClr val="931909"/>
                </a:solidFill>
                <a:latin typeface="Segoe UI Black"/>
              </a:rPr>
              <a:t>kNm</a:t>
            </a:r>
            <a:endParaRPr lang="en-US" dirty="0">
              <a:solidFill>
                <a:srgbClr val="931909"/>
              </a:solidFill>
              <a:latin typeface="Segoe UI Black"/>
            </a:endParaRPr>
          </a:p>
          <a:p>
            <a:pPr defTabSz="457200"/>
            <a:r>
              <a:rPr lang="en-US" dirty="0">
                <a:solidFill>
                  <a:srgbClr val="931909"/>
                </a:solidFill>
                <a:latin typeface="Segoe UI Black"/>
              </a:rPr>
              <a:t>                     </a:t>
            </a:r>
            <a:r>
              <a:rPr lang="en-US" dirty="0" err="1">
                <a:solidFill>
                  <a:srgbClr val="931909"/>
                </a:solidFill>
                <a:latin typeface="Segoe UI Black"/>
              </a:rPr>
              <a:t>M</a:t>
            </a:r>
            <a:r>
              <a:rPr lang="en-US" baseline="-25000" dirty="0" err="1">
                <a:solidFill>
                  <a:srgbClr val="931909"/>
                </a:solidFill>
                <a:latin typeface="Segoe UI Black"/>
              </a:rPr>
              <a:t>min</a:t>
            </a:r>
            <a:r>
              <a:rPr lang="en-US" dirty="0">
                <a:solidFill>
                  <a:srgbClr val="931909"/>
                </a:solidFill>
                <a:latin typeface="Segoe UI Black"/>
              </a:rPr>
              <a:t>=0 by inspection, at the both in ends of the beam</a:t>
            </a:r>
          </a:p>
        </p:txBody>
      </p:sp>
    </p:spTree>
    <p:extLst>
      <p:ext uri="{BB962C8B-B14F-4D97-AF65-F5344CB8AC3E}">
        <p14:creationId xmlns:p14="http://schemas.microsoft.com/office/powerpoint/2010/main" val="1606661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524000" y="106735"/>
            <a:ext cx="9144000" cy="464790"/>
          </a:xfrm>
          <a:solidFill>
            <a:srgbClr val="FFFF00"/>
          </a:solidFill>
          <a:ln>
            <a:noFill/>
          </a:ln>
        </p:spPr>
        <p:txBody>
          <a:bodyPr vert="horz" lIns="91440" tIns="45720" rIns="91440" bIns="45720" rtlCol="0" anchor="ctr">
            <a:noAutofit/>
          </a:bodyPr>
          <a:lstStyle/>
          <a:p>
            <a:pPr algn="ctr"/>
            <a:br>
              <a:rPr lang="en-US" altLang="en-US" sz="3200" b="1" dirty="0"/>
            </a:br>
            <a:r>
              <a:rPr lang="en-US" altLang="en-US" sz="3200" b="1" dirty="0"/>
              <a:t>5</a:t>
            </a:r>
            <a:r>
              <a:rPr lang="en-US" sz="3200" b="1" dirty="0"/>
              <a:t>. beams…</a:t>
            </a:r>
            <a:br>
              <a:rPr lang="en-US" sz="3200" dirty="0"/>
            </a:br>
            <a:endParaRPr lang="en-US" sz="3200" b="1" dirty="0">
              <a:solidFill>
                <a:schemeClr val="tx1">
                  <a:lumMod val="75000"/>
                </a:schemeClr>
              </a:solidFill>
            </a:endParaRPr>
          </a:p>
        </p:txBody>
      </p:sp>
      <p:sp>
        <p:nvSpPr>
          <p:cNvPr id="7" name="Rectangle 6"/>
          <p:cNvSpPr/>
          <p:nvPr/>
        </p:nvSpPr>
        <p:spPr>
          <a:xfrm>
            <a:off x="4143198" y="509452"/>
            <a:ext cx="4826962" cy="461665"/>
          </a:xfrm>
          <a:prstGeom prst="rect">
            <a:avLst/>
          </a:prstGeom>
        </p:spPr>
        <p:txBody>
          <a:bodyPr wrap="none">
            <a:spAutoFit/>
          </a:bodyPr>
          <a:lstStyle/>
          <a:p>
            <a:pPr defTabSz="457200"/>
            <a:r>
              <a:rPr lang="en-US" sz="2400" b="1" dirty="0">
                <a:solidFill>
                  <a:srgbClr val="931909"/>
                </a:solidFill>
                <a:latin typeface="Segoe UI Black"/>
              </a:rPr>
              <a:t>Shear and moment diagrams…</a:t>
            </a:r>
          </a:p>
        </p:txBody>
      </p:sp>
      <p:sp>
        <p:nvSpPr>
          <p:cNvPr id="15" name="Rectangle 14"/>
          <p:cNvSpPr/>
          <p:nvPr/>
        </p:nvSpPr>
        <p:spPr>
          <a:xfrm>
            <a:off x="1654629" y="999810"/>
            <a:ext cx="8692378" cy="400110"/>
          </a:xfrm>
          <a:prstGeom prst="rect">
            <a:avLst/>
          </a:prstGeom>
          <a:solidFill>
            <a:schemeClr val="accent1">
              <a:lumMod val="75000"/>
            </a:schemeClr>
          </a:solidFill>
        </p:spPr>
        <p:txBody>
          <a:bodyPr wrap="square">
            <a:spAutoFit/>
          </a:bodyPr>
          <a:lstStyle/>
          <a:p>
            <a:pPr defTabSz="457200">
              <a:buClr>
                <a:srgbClr val="00B050"/>
              </a:buClr>
              <a:buSzPct val="115000"/>
            </a:pPr>
            <a:r>
              <a:rPr lang="en-US" sz="2000" b="1" dirty="0">
                <a:solidFill>
                  <a:srgbClr val="FFFFFF"/>
                </a:solidFill>
                <a:latin typeface="Segoe UI Black"/>
              </a:rPr>
              <a:t>Exercise</a:t>
            </a:r>
          </a:p>
        </p:txBody>
      </p:sp>
      <p:sp>
        <p:nvSpPr>
          <p:cNvPr id="21" name="Slide Number Placeholder 3"/>
          <p:cNvSpPr>
            <a:spLocks noGrp="1"/>
          </p:cNvSpPr>
          <p:nvPr>
            <p:ph type="sldNum" sz="quarter" idx="12"/>
          </p:nvPr>
        </p:nvSpPr>
        <p:spPr>
          <a:xfrm>
            <a:off x="9615487" y="106735"/>
            <a:ext cx="731520" cy="548640"/>
          </a:xfrm>
          <a:solidFill>
            <a:schemeClr val="bg1"/>
          </a:solidFill>
          <a:ln>
            <a:solidFill>
              <a:schemeClr val="bg1"/>
            </a:solidFill>
          </a:ln>
        </p:spPr>
        <p:txBody>
          <a:bodyPr vert="horz" lIns="91440" tIns="45720" rIns="91440" bIns="45720" rtlCol="0" anchor="ctr"/>
          <a:lstStyle/>
          <a:p>
            <a:pPr algn="ctr" defTabSz="457200"/>
            <a:fld id="{6D22F896-40B5-4ADD-8801-0D06FADFA095}" type="slidenum">
              <a:rPr lang="en-US" sz="2000">
                <a:solidFill>
                  <a:srgbClr val="931909">
                    <a:lumMod val="50000"/>
                  </a:srgbClr>
                </a:solidFill>
                <a:latin typeface="Segoe UI Black"/>
              </a:rPr>
              <a:pPr algn="ctr" defTabSz="457200"/>
              <a:t>21</a:t>
            </a:fld>
            <a:endParaRPr lang="en-US" sz="2000" dirty="0">
              <a:solidFill>
                <a:srgbClr val="931909">
                  <a:lumMod val="50000"/>
                </a:srgbClr>
              </a:solidFill>
              <a:latin typeface="Segoe UI Black"/>
            </a:endParaRPr>
          </a:p>
        </p:txBody>
      </p:sp>
      <p:pic>
        <p:nvPicPr>
          <p:cNvPr id="8" name="Picture 7"/>
          <p:cNvPicPr>
            <a:picLocks noChangeAspect="1"/>
          </p:cNvPicPr>
          <p:nvPr/>
        </p:nvPicPr>
        <p:blipFill>
          <a:blip r:embed="rId3"/>
          <a:stretch>
            <a:fillRect/>
          </a:stretch>
        </p:blipFill>
        <p:spPr>
          <a:xfrm>
            <a:off x="4396067" y="2072956"/>
            <a:ext cx="4183827" cy="1905611"/>
          </a:xfrm>
          <a:prstGeom prst="rect">
            <a:avLst/>
          </a:prstGeom>
        </p:spPr>
      </p:pic>
      <p:sp>
        <p:nvSpPr>
          <p:cNvPr id="10" name="Rectangle 9"/>
          <p:cNvSpPr/>
          <p:nvPr/>
        </p:nvSpPr>
        <p:spPr>
          <a:xfrm>
            <a:off x="1740921" y="4094946"/>
            <a:ext cx="8606086" cy="861774"/>
          </a:xfrm>
          <a:prstGeom prst="rect">
            <a:avLst/>
          </a:prstGeom>
        </p:spPr>
        <p:txBody>
          <a:bodyPr wrap="square">
            <a:spAutoFit/>
          </a:bodyPr>
          <a:lstStyle/>
          <a:p>
            <a:pPr defTabSz="457200"/>
            <a:r>
              <a:rPr lang="en-US" sz="1600" dirty="0">
                <a:solidFill>
                  <a:srgbClr val="931909"/>
                </a:solidFill>
                <a:latin typeface="Segoe UI Black"/>
              </a:rPr>
              <a:t>2. Plot the shear and moment diagrams for the beam loaded with both the distributed and point loads. What are the values of the shear and moment</a:t>
            </a:r>
          </a:p>
          <a:p>
            <a:pPr defTabSz="457200"/>
            <a:r>
              <a:rPr lang="en-US" sz="1600" dirty="0">
                <a:solidFill>
                  <a:srgbClr val="931909"/>
                </a:solidFill>
                <a:latin typeface="Segoe UI Black"/>
              </a:rPr>
              <a:t>at Determine the maximum bending moment, </a:t>
            </a:r>
            <a:r>
              <a:rPr lang="en-US" sz="1600" dirty="0" err="1">
                <a:solidFill>
                  <a:srgbClr val="931909"/>
                </a:solidFill>
                <a:latin typeface="Segoe UI Black"/>
              </a:rPr>
              <a:t>M</a:t>
            </a:r>
            <a:r>
              <a:rPr lang="en-US" sz="1600" i="1" baseline="-25000" dirty="0" err="1">
                <a:solidFill>
                  <a:srgbClr val="931909"/>
                </a:solidFill>
                <a:latin typeface="Segoe UI Black"/>
              </a:rPr>
              <a:t>max</a:t>
            </a:r>
            <a:endParaRPr lang="en-US" sz="1600" i="1" baseline="-25000" dirty="0">
              <a:solidFill>
                <a:srgbClr val="931909"/>
              </a:solidFill>
              <a:latin typeface="Segoe UI Black"/>
            </a:endParaRPr>
          </a:p>
        </p:txBody>
      </p:sp>
      <p:sp>
        <p:nvSpPr>
          <p:cNvPr id="11" name="Rectangle 10"/>
          <p:cNvSpPr/>
          <p:nvPr/>
        </p:nvSpPr>
        <p:spPr>
          <a:xfrm>
            <a:off x="1654630" y="1397836"/>
            <a:ext cx="8535699" cy="923330"/>
          </a:xfrm>
          <a:prstGeom prst="rect">
            <a:avLst/>
          </a:prstGeom>
        </p:spPr>
        <p:txBody>
          <a:bodyPr wrap="square">
            <a:spAutoFit/>
          </a:bodyPr>
          <a:lstStyle/>
          <a:p>
            <a:pPr defTabSz="457200"/>
            <a:r>
              <a:rPr lang="en-US" dirty="0">
                <a:solidFill>
                  <a:srgbClr val="931909"/>
                </a:solidFill>
                <a:latin typeface="Segoe UI Black"/>
              </a:rPr>
              <a:t>1. Construct the shear and moment diagrams for the beam loaded by the 2-kN force and the 1.6-kN m couple. State the value of the bending moment at point B.</a:t>
            </a:r>
          </a:p>
        </p:txBody>
      </p:sp>
      <p:pic>
        <p:nvPicPr>
          <p:cNvPr id="12" name="Picture 11"/>
          <p:cNvPicPr>
            <a:picLocks noChangeAspect="1"/>
          </p:cNvPicPr>
          <p:nvPr/>
        </p:nvPicPr>
        <p:blipFill>
          <a:blip r:embed="rId4"/>
          <a:stretch>
            <a:fillRect/>
          </a:stretch>
        </p:blipFill>
        <p:spPr>
          <a:xfrm>
            <a:off x="4569868" y="4956720"/>
            <a:ext cx="4241704" cy="1652350"/>
          </a:xfrm>
          <a:prstGeom prst="rect">
            <a:avLst/>
          </a:prstGeom>
        </p:spPr>
      </p:pic>
    </p:spTree>
    <p:extLst>
      <p:ext uri="{BB962C8B-B14F-4D97-AF65-F5344CB8AC3E}">
        <p14:creationId xmlns:p14="http://schemas.microsoft.com/office/powerpoint/2010/main" val="42134643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apor Trail">
  <a:themeElements>
    <a:clrScheme name="Custom 22">
      <a:dk1>
        <a:srgbClr val="931909"/>
      </a:dk1>
      <a:lt1>
        <a:srgbClr val="FFFFFF"/>
      </a:lt1>
      <a:dk2>
        <a:srgbClr val="FFFFFF"/>
      </a:dk2>
      <a:lt2>
        <a:srgbClr val="FFFFFF"/>
      </a:lt2>
      <a:accent1>
        <a:srgbClr val="C4220D"/>
      </a:accent1>
      <a:accent2>
        <a:srgbClr val="9D2FCF"/>
      </a:accent2>
      <a:accent3>
        <a:srgbClr val="CC0099"/>
      </a:accent3>
      <a:accent4>
        <a:srgbClr val="FFFFFF"/>
      </a:accent4>
      <a:accent5>
        <a:srgbClr val="E52810"/>
      </a:accent5>
      <a:accent6>
        <a:srgbClr val="0D8EC5"/>
      </a:accent6>
      <a:hlink>
        <a:srgbClr val="F24C36"/>
      </a:hlink>
      <a:folHlink>
        <a:srgbClr val="F36755"/>
      </a:folHlink>
    </a:clrScheme>
    <a:fontScheme name="Custom 3">
      <a:majorFont>
        <a:latin typeface="Arial"/>
        <a:ea typeface=""/>
        <a:cs typeface=""/>
      </a:majorFont>
      <a:minorFont>
        <a:latin typeface="Segoe UI Black"/>
        <a:ea typeface=""/>
        <a:cs typeface=""/>
      </a:minorFont>
    </a:fontScheme>
    <a:fmtScheme name="Grunge Texture">
      <a:fillStyleLst>
        <a:solidFill>
          <a:schemeClr val="phClr"/>
        </a:solidFill>
        <a:blipFill rotWithShape="1">
          <a:blip xmlns:r="http://schemas.openxmlformats.org/officeDocument/2006/relationships" r:embed="rId1">
            <a:duotone>
              <a:schemeClr val="phClr">
                <a:tint val="67000"/>
                <a:shade val="65000"/>
              </a:schemeClr>
              <a:schemeClr val="phClr">
                <a:tint val="10000"/>
                <a:satMod val="130000"/>
              </a:schemeClr>
            </a:duotone>
          </a:blip>
          <a:tile tx="0" ty="0" sx="60000" sy="59000" flip="none" algn="b"/>
        </a:blipFill>
        <a:blipFill rotWithShape="1">
          <a:blip xmlns:r="http://schemas.openxmlformats.org/officeDocument/2006/relationships" r:embed="rId1">
            <a:duotone>
              <a:schemeClr val="phClr">
                <a:shade val="30000"/>
                <a:satMod val="115000"/>
              </a:schemeClr>
              <a:schemeClr val="phClr">
                <a:tint val="34000"/>
              </a:schemeClr>
            </a:duotone>
          </a:blip>
          <a:tile tx="0" ty="0" sx="60000" sy="59000" flip="none" algn="b"/>
        </a:blipFill>
      </a:fillStyleLst>
      <a:lnStyleLst>
        <a:ln w="6350" cap="flat" cmpd="sng" algn="ctr">
          <a:solidFill>
            <a:schemeClr val="phClr">
              <a:tint val="70000"/>
            </a:scheme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3665</Words>
  <Application>Microsoft Office PowerPoint</Application>
  <PresentationFormat>Widescreen</PresentationFormat>
  <Paragraphs>593</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Segoe UI Black</vt:lpstr>
      <vt:lpstr>Times New Roman</vt:lpstr>
      <vt:lpstr>Wingdings</vt:lpstr>
      <vt:lpstr>Vapor Trail</vt:lpstr>
      <vt:lpstr> 5. Internal actions in beams </vt:lpstr>
      <vt:lpstr> 5. beams… </vt:lpstr>
      <vt:lpstr> 5. beams… </vt:lpstr>
      <vt:lpstr> 5. beams… </vt:lpstr>
      <vt:lpstr> 5. beams… </vt:lpstr>
      <vt:lpstr> 5. Beams… </vt:lpstr>
      <vt:lpstr> 5. beams… </vt:lpstr>
      <vt:lpstr> 5. beams… </vt:lpstr>
      <vt:lpstr> 5. beams… </vt:lpstr>
      <vt:lpstr> 5. beams… </vt:lpstr>
      <vt:lpstr> 5. Beams… </vt:lpstr>
      <vt:lpstr> 5. beams… </vt:lpstr>
      <vt:lpstr> 5. beams… </vt:lpstr>
      <vt:lpstr> 5. beams… </vt:lpstr>
      <vt:lpstr> 5. beams… </vt:lpstr>
      <vt:lpstr> 5. beams… </vt:lpstr>
      <vt:lpstr> 5. beams… </vt:lpstr>
      <vt:lpstr> 5. beams… </vt:lpstr>
      <vt:lpstr> 5. beams… </vt:lpstr>
      <vt:lpstr> 5. beams… </vt:lpstr>
      <vt:lpstr> 5. beams…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5. Internal actions in beams </dc:title>
  <dc:creator>Eskindir</dc:creator>
  <cp:lastModifiedBy>Eskindir</cp:lastModifiedBy>
  <cp:revision>2</cp:revision>
  <dcterms:created xsi:type="dcterms:W3CDTF">2022-04-26T08:43:19Z</dcterms:created>
  <dcterms:modified xsi:type="dcterms:W3CDTF">2022-04-26T08:55:26Z</dcterms:modified>
</cp:coreProperties>
</file>